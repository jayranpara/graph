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726" r:id="rId2"/>
    <p:sldMasterId id="2147483713" r:id="rId3"/>
  </p:sldMasterIdLst>
  <p:notesMasterIdLst>
    <p:notesMasterId r:id="rId135"/>
  </p:notesMasterIdLst>
  <p:handoutMasterIdLst>
    <p:handoutMasterId r:id="rId136"/>
  </p:handoutMasterIdLst>
  <p:sldIdLst>
    <p:sldId id="256" r:id="rId4"/>
    <p:sldId id="265" r:id="rId5"/>
    <p:sldId id="750" r:id="rId6"/>
    <p:sldId id="748" r:id="rId7"/>
    <p:sldId id="883" r:id="rId8"/>
    <p:sldId id="927" r:id="rId9"/>
    <p:sldId id="928" r:id="rId10"/>
    <p:sldId id="884" r:id="rId11"/>
    <p:sldId id="747" r:id="rId12"/>
    <p:sldId id="808" r:id="rId13"/>
    <p:sldId id="885" r:id="rId14"/>
    <p:sldId id="886" r:id="rId15"/>
    <p:sldId id="888" r:id="rId16"/>
    <p:sldId id="887" r:id="rId17"/>
    <p:sldId id="809" r:id="rId18"/>
    <p:sldId id="897" r:id="rId19"/>
    <p:sldId id="898" r:id="rId20"/>
    <p:sldId id="929" r:id="rId21"/>
    <p:sldId id="930" r:id="rId22"/>
    <p:sldId id="931" r:id="rId23"/>
    <p:sldId id="933" r:id="rId24"/>
    <p:sldId id="934" r:id="rId25"/>
    <p:sldId id="935" r:id="rId26"/>
    <p:sldId id="936" r:id="rId27"/>
    <p:sldId id="937" r:id="rId28"/>
    <p:sldId id="938" r:id="rId29"/>
    <p:sldId id="1015" r:id="rId30"/>
    <p:sldId id="939" r:id="rId31"/>
    <p:sldId id="1016" r:id="rId32"/>
    <p:sldId id="1017" r:id="rId33"/>
    <p:sldId id="941" r:id="rId34"/>
    <p:sldId id="942" r:id="rId35"/>
    <p:sldId id="943" r:id="rId36"/>
    <p:sldId id="944" r:id="rId37"/>
    <p:sldId id="1018" r:id="rId38"/>
    <p:sldId id="945" r:id="rId39"/>
    <p:sldId id="946" r:id="rId40"/>
    <p:sldId id="1019" r:id="rId41"/>
    <p:sldId id="947" r:id="rId42"/>
    <p:sldId id="948" r:id="rId43"/>
    <p:sldId id="949" r:id="rId44"/>
    <p:sldId id="950" r:id="rId45"/>
    <p:sldId id="951" r:id="rId46"/>
    <p:sldId id="952" r:id="rId47"/>
    <p:sldId id="953" r:id="rId48"/>
    <p:sldId id="1022" r:id="rId49"/>
    <p:sldId id="1023" r:id="rId50"/>
    <p:sldId id="955" r:id="rId51"/>
    <p:sldId id="1030" r:id="rId52"/>
    <p:sldId id="1034" r:id="rId53"/>
    <p:sldId id="1035" r:id="rId54"/>
    <p:sldId id="1036" r:id="rId55"/>
    <p:sldId id="1033" r:id="rId56"/>
    <p:sldId id="1032" r:id="rId57"/>
    <p:sldId id="956" r:id="rId58"/>
    <p:sldId id="957" r:id="rId59"/>
    <p:sldId id="958" r:id="rId60"/>
    <p:sldId id="959" r:id="rId61"/>
    <p:sldId id="960" r:id="rId62"/>
    <p:sldId id="961" r:id="rId63"/>
    <p:sldId id="962" r:id="rId64"/>
    <p:sldId id="1024" r:id="rId65"/>
    <p:sldId id="963" r:id="rId66"/>
    <p:sldId id="964" r:id="rId67"/>
    <p:sldId id="965" r:id="rId68"/>
    <p:sldId id="966" r:id="rId69"/>
    <p:sldId id="967" r:id="rId70"/>
    <p:sldId id="968" r:id="rId71"/>
    <p:sldId id="969" r:id="rId72"/>
    <p:sldId id="970" r:id="rId73"/>
    <p:sldId id="971" r:id="rId74"/>
    <p:sldId id="972" r:id="rId75"/>
    <p:sldId id="973" r:id="rId76"/>
    <p:sldId id="974" r:id="rId77"/>
    <p:sldId id="975" r:id="rId78"/>
    <p:sldId id="976" r:id="rId79"/>
    <p:sldId id="977" r:id="rId80"/>
    <p:sldId id="978" r:id="rId81"/>
    <p:sldId id="979" r:id="rId82"/>
    <p:sldId id="980" r:id="rId83"/>
    <p:sldId id="981" r:id="rId84"/>
    <p:sldId id="982" r:id="rId85"/>
    <p:sldId id="983" r:id="rId86"/>
    <p:sldId id="1037" r:id="rId87"/>
    <p:sldId id="984" r:id="rId88"/>
    <p:sldId id="1025" r:id="rId89"/>
    <p:sldId id="986" r:id="rId90"/>
    <p:sldId id="987" r:id="rId91"/>
    <p:sldId id="988" r:id="rId92"/>
    <p:sldId id="989" r:id="rId93"/>
    <p:sldId id="1026" r:id="rId94"/>
    <p:sldId id="990" r:id="rId95"/>
    <p:sldId id="991" r:id="rId96"/>
    <p:sldId id="992" r:id="rId97"/>
    <p:sldId id="1027" r:id="rId98"/>
    <p:sldId id="994" r:id="rId99"/>
    <p:sldId id="995" r:id="rId100"/>
    <p:sldId id="997" r:id="rId101"/>
    <p:sldId id="998" r:id="rId102"/>
    <p:sldId id="1028" r:id="rId103"/>
    <p:sldId id="999" r:id="rId104"/>
    <p:sldId id="1000" r:id="rId105"/>
    <p:sldId id="1001" r:id="rId106"/>
    <p:sldId id="1029" r:id="rId107"/>
    <p:sldId id="1002" r:id="rId108"/>
    <p:sldId id="1006" r:id="rId109"/>
    <p:sldId id="1007" r:id="rId110"/>
    <p:sldId id="1008" r:id="rId111"/>
    <p:sldId id="1009" r:id="rId112"/>
    <p:sldId id="1010" r:id="rId113"/>
    <p:sldId id="1011" r:id="rId114"/>
    <p:sldId id="1012" r:id="rId115"/>
    <p:sldId id="1013" r:id="rId116"/>
    <p:sldId id="1039" r:id="rId117"/>
    <p:sldId id="1044" r:id="rId118"/>
    <p:sldId id="1045" r:id="rId119"/>
    <p:sldId id="1041" r:id="rId120"/>
    <p:sldId id="1040" r:id="rId121"/>
    <p:sldId id="1042" r:id="rId122"/>
    <p:sldId id="1043" r:id="rId123"/>
    <p:sldId id="1038" r:id="rId124"/>
    <p:sldId id="1047" r:id="rId125"/>
    <p:sldId id="1046" r:id="rId126"/>
    <p:sldId id="1048" r:id="rId127"/>
    <p:sldId id="1053" r:id="rId128"/>
    <p:sldId id="1055" r:id="rId129"/>
    <p:sldId id="1054" r:id="rId130"/>
    <p:sldId id="1049" r:id="rId131"/>
    <p:sldId id="1050" r:id="rId132"/>
    <p:sldId id="1052" r:id="rId133"/>
    <p:sldId id="1014" r:id="rId134"/>
  </p:sldIdLst>
  <p:sldSz cx="12192000" cy="6858000"/>
  <p:notesSz cx="6858000" cy="9144000"/>
  <p:embeddedFontLst>
    <p:embeddedFont>
      <p:font typeface="Calibri" panose="020F0502020204030204" pitchFamily="34" charset="0"/>
      <p:regular r:id="rId137"/>
      <p:bold r:id="rId138"/>
      <p:italic r:id="rId139"/>
      <p:boldItalic r:id="rId140"/>
    </p:embeddedFont>
    <p:embeddedFont>
      <p:font typeface="Calibri Light" panose="020F0302020204030204" pitchFamily="34" charset="0"/>
      <p:regular r:id="rId141"/>
      <p:italic r:id="rId142"/>
    </p:embeddedFont>
    <p:embeddedFont>
      <p:font typeface="Cambria Math" panose="02040503050406030204" pitchFamily="18" charset="0"/>
      <p:regular r:id="rId143"/>
    </p:embeddedFont>
    <p:embeddedFont>
      <p:font typeface="Roboto Condensed" panose="02000000000000000000" pitchFamily="2" charset="0"/>
      <p:regular r:id="rId144"/>
      <p:bold r:id="rId145"/>
      <p:italic r:id="rId146"/>
      <p:boldItalic r:id="rId147"/>
    </p:embeddedFont>
    <p:embeddedFont>
      <p:font typeface="Roboto Condensed Light" panose="02000000000000000000" pitchFamily="2" charset="0"/>
      <p:regular r:id="rId148"/>
      <p:italic r:id="rId149"/>
    </p:embeddedFont>
    <p:embeddedFont>
      <p:font typeface="Wingdings 3" panose="05040102010807070707" pitchFamily="18" charset="2"/>
      <p:regular r:id="rId1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YhJHOvOmYhiijOQ19N6TMA==" hashData="RwISZb4bJ/89ibK+cQZbpOsE6cWEvORASuucp5ndCYZ/Upz7ubDN0j4q7QUg2EBDoX1Qhum9WCHmYgiLbUeHxg=="/>
  <p:extLst>
    <p:ext uri="{EFAFB233-063F-42B5-8137-9DF3F51BA10A}">
      <p15:sldGuideLst xmlns:p15="http://schemas.microsoft.com/office/powerpoint/2012/main">
        <p15:guide id="1" orient="horz" pos="264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10233"/>
    <a:srgbClr val="CCFFFF"/>
    <a:srgbClr val="AE41DF"/>
    <a:srgbClr val="3D0FE7"/>
    <a:srgbClr val="B71B1C"/>
    <a:srgbClr val="005E6A"/>
    <a:srgbClr val="0E4AA4"/>
    <a:srgbClr val="0E47A1"/>
    <a:srgbClr val="3A7F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39" autoAdjust="0"/>
    <p:restoredTop sz="94660"/>
  </p:normalViewPr>
  <p:slideViewPr>
    <p:cSldViewPr>
      <p:cViewPr varScale="1">
        <p:scale>
          <a:sx n="63" d="100"/>
          <a:sy n="63" d="100"/>
        </p:scale>
        <p:origin x="1158" y="78"/>
      </p:cViewPr>
      <p:guideLst>
        <p:guide orient="horz" pos="2642"/>
        <p:guide pos="3840"/>
      </p:guideLst>
    </p:cSldViewPr>
  </p:slideViewPr>
  <p:notesTextViewPr>
    <p:cViewPr>
      <p:scale>
        <a:sx n="1" d="1"/>
        <a:sy n="1" d="1"/>
      </p:scale>
      <p:origin x="0" y="0"/>
    </p:cViewPr>
  </p:notesTextViewPr>
  <p:sorterViewPr>
    <p:cViewPr varScale="1">
      <p:scale>
        <a:sx n="100" d="100"/>
        <a:sy n="100" d="100"/>
      </p:scale>
      <p:origin x="0" y="-16776"/>
    </p:cViewPr>
  </p:sorterViewPr>
  <p:notesViewPr>
    <p:cSldViewPr>
      <p:cViewPr varScale="1">
        <p:scale>
          <a:sx n="57" d="100"/>
          <a:sy n="57" d="100"/>
        </p:scale>
        <p:origin x="2832" y="72"/>
      </p:cViewPr>
      <p:guideLst/>
    </p:cSldViewPr>
  </p:notesViewPr>
  <p:gridSpacing cx="45000" cy="450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font" Target="fonts/font2.fntdata"/><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font" Target="fonts/font13.fntdata"/><Relationship Id="rId5" Type="http://schemas.openxmlformats.org/officeDocument/2006/relationships/slide" Target="slides/slide2.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font" Target="fonts/font3.fntdata"/><Relationship Id="rId80" Type="http://schemas.openxmlformats.org/officeDocument/2006/relationships/slide" Target="slides/slide77.xml"/><Relationship Id="rId85" Type="http://schemas.openxmlformats.org/officeDocument/2006/relationships/slide" Target="slides/slide82.xml"/><Relationship Id="rId150" Type="http://schemas.openxmlformats.org/officeDocument/2006/relationships/font" Target="fonts/font14.fntdata"/><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font" Target="fonts/font4.fntdata"/><Relationship Id="rId145"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notesMaster" Target="notesMasters/notesMaster1.xml"/><Relationship Id="rId151" Type="http://schemas.openxmlformats.org/officeDocument/2006/relationships/presProps" Target="pres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font" Target="fonts/font5.fntdata"/><Relationship Id="rId146" Type="http://schemas.openxmlformats.org/officeDocument/2006/relationships/font" Target="fonts/font10.fntdata"/><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handoutMaster" Target="handoutMasters/handoutMaster1.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font" Target="fonts/font11.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font" Target="fonts/font6.fntdata"/><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font" Target="fonts/font1.fntdata"/><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theme" Target="theme/theme1.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font" Target="fonts/font7.fntdata"/><Relationship Id="rId148" Type="http://schemas.openxmlformats.org/officeDocument/2006/relationships/font" Target="fonts/font12.fntdata"/><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tableStyles" Target="tableStyles.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font" Target="fonts/font8.fntdata"/><Relationship Id="rId90" Type="http://schemas.openxmlformats.org/officeDocument/2006/relationships/slide" Target="slides/slide8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0691E0-E0E7-464F-892B-71ACC2518A4D}" type="datetimeFigureOut">
              <a:rPr lang="en-US" smtClean="0"/>
              <a:t>8/1/2026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53689D-5810-4E66-9D5F-1657D824CFAB}" type="slidenum">
              <a:rPr lang="en-US" smtClean="0"/>
              <a:t>‹#›</a:t>
            </a:fld>
            <a:endParaRPr lang="en-US"/>
          </a:p>
        </p:txBody>
      </p:sp>
    </p:spTree>
    <p:extLst>
      <p:ext uri="{BB962C8B-B14F-4D97-AF65-F5344CB8AC3E}">
        <p14:creationId xmlns:p14="http://schemas.microsoft.com/office/powerpoint/2010/main" val="98709607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2.84167" units="1/deg"/>
          <inkml:channelProperty channel="T" name="resolution" value="1" units="1/dev"/>
        </inkml:channelProperties>
      </inkml:inkSource>
      <inkml:timestamp xml:id="ts0" timeString="2026-07-24T07:20:47.902"/>
    </inkml:context>
    <inkml:brush xml:id="br0">
      <inkml:brushProperty name="width" value="0.05292" units="cm"/>
      <inkml:brushProperty name="height" value="0.05292" units="cm"/>
      <inkml:brushProperty name="color" value="#FF0000"/>
    </inkml:brush>
  </inkml:definitions>
  <inkml:trace contextRef="#ctx0" brushRef="#br0">17511 12807 120 0,'-9'-4'33'16,"-6"-1"8"-16,4 2-6 0,11 0-4 16,0-3-14-16,-6 4-5 15,6-1-2-15,0 3-2 16,0 0-5-16,-3 0-3 16,3 0 0-16,0 3-2 15,0-3-3-15,0 0-10 16,0 0-9-16,-6 2-31 15,-3 0-79-15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33</a:t>
            </a:fld>
            <a:endParaRPr lang="en-US"/>
          </a:p>
        </p:txBody>
      </p:sp>
    </p:spTree>
    <p:extLst>
      <p:ext uri="{BB962C8B-B14F-4D97-AF65-F5344CB8AC3E}">
        <p14:creationId xmlns:p14="http://schemas.microsoft.com/office/powerpoint/2010/main" val="647618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84</a:t>
            </a:fld>
            <a:endParaRPr lang="en-US"/>
          </a:p>
        </p:txBody>
      </p:sp>
    </p:spTree>
    <p:extLst>
      <p:ext uri="{BB962C8B-B14F-4D97-AF65-F5344CB8AC3E}">
        <p14:creationId xmlns:p14="http://schemas.microsoft.com/office/powerpoint/2010/main" val="21774976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4.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a:t>
            </a:r>
            <a:r>
              <a:rPr lang="en-US" sz="1200" b="0" kern="1200" dirty="0" err="1">
                <a:solidFill>
                  <a:schemeClr val="tx1">
                    <a:lumMod val="90000"/>
                    <a:lumOff val="10000"/>
                  </a:schemeClr>
                </a:solidFill>
                <a:latin typeface="+mn-lt"/>
                <a:ea typeface="+mn-ea"/>
                <a:cs typeface="+mn-cs"/>
              </a:rPr>
              <a:t>Punit</a:t>
            </a:r>
            <a:r>
              <a:rPr lang="en-US" sz="1200" b="0" kern="1200" dirty="0">
                <a:solidFill>
                  <a:schemeClr val="tx1">
                    <a:lumMod val="90000"/>
                    <a:lumOff val="10000"/>
                  </a:schemeClr>
                </a:solidFill>
                <a:latin typeface="+mn-lt"/>
                <a:ea typeface="+mn-ea"/>
                <a:cs typeface="+mn-cs"/>
              </a:rPr>
              <a:t> </a:t>
            </a:r>
            <a:r>
              <a:rPr lang="en-US" sz="1200" b="0" kern="1200" dirty="0" err="1">
                <a:solidFill>
                  <a:schemeClr val="tx1">
                    <a:lumMod val="90000"/>
                    <a:lumOff val="10000"/>
                  </a:schemeClr>
                </a:solidFill>
                <a:latin typeface="+mn-lt"/>
                <a:ea typeface="+mn-ea"/>
                <a:cs typeface="+mn-cs"/>
              </a:rPr>
              <a:t>Vadher</a:t>
            </a:r>
            <a:endParaRPr lang="en-US" sz="1200" b="0" kern="1200" dirty="0">
              <a:solidFill>
                <a:schemeClr val="tx1">
                  <a:lumMod val="90000"/>
                  <a:lumOff val="10000"/>
                </a:schemeClr>
              </a:solidFill>
              <a:latin typeface="+mn-lt"/>
              <a:ea typeface="+mn-ea"/>
              <a:cs typeface="+mn-cs"/>
            </a:endParaRPr>
          </a:p>
        </p:txBody>
      </p:sp>
      <p:sp>
        <p:nvSpPr>
          <p:cNvPr id="21" name="Footer Placeholder 2">
            <a:extLst>
              <a:ext uri="{FF2B5EF4-FFF2-40B4-BE49-F238E27FC236}">
                <a16:creationId xmlns:a16="http://schemas.microsoft.com/office/drawing/2014/main" id="{BF2BE79E-EA17-4AB9-8CB5-714A52A6B2F5}"/>
              </a:ext>
            </a:extLst>
          </p:cNvPr>
          <p:cNvSpPr txBox="1">
            <a:spLocks/>
          </p:cNvSpPr>
          <p:nvPr userDrawn="1"/>
        </p:nvSpPr>
        <p:spPr>
          <a:xfrm>
            <a:off x="3976258" y="6604000"/>
            <a:ext cx="4239482"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(Graph</a:t>
            </a:r>
            <a:r>
              <a:rPr lang="en-US" sz="1200" b="0" kern="1200" baseline="0" dirty="0">
                <a:solidFill>
                  <a:schemeClr val="tx1">
                    <a:lumMod val="90000"/>
                    <a:lumOff val="10000"/>
                  </a:schemeClr>
                </a:solidFill>
                <a:latin typeface="+mn-lt"/>
                <a:ea typeface="+mn-ea"/>
                <a:cs typeface="+mn-cs"/>
              </a:rPr>
              <a:t> theory</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Cut-Sets and Connectivity</a:t>
            </a:r>
          </a:p>
        </p:txBody>
      </p:sp>
    </p:spTree>
    <p:extLst>
      <p:ext uri="{BB962C8B-B14F-4D97-AF65-F5344CB8AC3E}">
        <p14:creationId xmlns:p14="http://schemas.microsoft.com/office/powerpoint/2010/main" val="1306942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a:t>
            </a:r>
            <a:r>
              <a:rPr lang="en-US" sz="1200" b="0" kern="1200" dirty="0" err="1">
                <a:solidFill>
                  <a:schemeClr val="tx1">
                    <a:lumMod val="90000"/>
                    <a:lumOff val="10000"/>
                  </a:schemeClr>
                </a:solidFill>
                <a:latin typeface="+mn-lt"/>
                <a:ea typeface="+mn-ea"/>
                <a:cs typeface="+mn-cs"/>
              </a:rPr>
              <a:t>Punit</a:t>
            </a:r>
            <a:r>
              <a:rPr lang="en-US" sz="1200" b="0" kern="1200" dirty="0">
                <a:solidFill>
                  <a:schemeClr val="tx1">
                    <a:lumMod val="90000"/>
                    <a:lumOff val="10000"/>
                  </a:schemeClr>
                </a:solidFill>
                <a:latin typeface="+mn-lt"/>
                <a:ea typeface="+mn-ea"/>
                <a:cs typeface="+mn-cs"/>
              </a:rPr>
              <a:t> </a:t>
            </a:r>
            <a:r>
              <a:rPr lang="en-US" sz="1200" b="0" kern="1200" dirty="0" err="1">
                <a:solidFill>
                  <a:schemeClr val="tx1">
                    <a:lumMod val="90000"/>
                    <a:lumOff val="10000"/>
                  </a:schemeClr>
                </a:solidFill>
                <a:latin typeface="+mn-lt"/>
                <a:ea typeface="+mn-ea"/>
                <a:cs typeface="+mn-cs"/>
              </a:rPr>
              <a:t>Vadher</a:t>
            </a:r>
            <a:endParaRPr lang="en-US" sz="1200" b="0" kern="1200" dirty="0">
              <a:solidFill>
                <a:schemeClr val="tx1">
                  <a:lumMod val="90000"/>
                  <a:lumOff val="10000"/>
                </a:schemeClr>
              </a:solidFill>
              <a:latin typeface="+mn-lt"/>
              <a:ea typeface="+mn-ea"/>
              <a:cs typeface="+mn-cs"/>
            </a:endParaRPr>
          </a:p>
        </p:txBody>
      </p:sp>
      <p:sp>
        <p:nvSpPr>
          <p:cNvPr id="21" name="Footer Placeholder 2">
            <a:extLst>
              <a:ext uri="{FF2B5EF4-FFF2-40B4-BE49-F238E27FC236}">
                <a16:creationId xmlns:a16="http://schemas.microsoft.com/office/drawing/2014/main" id="{BF2BE79E-EA17-4AB9-8CB5-714A52A6B2F5}"/>
              </a:ext>
            </a:extLst>
          </p:cNvPr>
          <p:cNvSpPr txBox="1">
            <a:spLocks/>
          </p:cNvSpPr>
          <p:nvPr userDrawn="1"/>
        </p:nvSpPr>
        <p:spPr>
          <a:xfrm>
            <a:off x="3581400" y="6604000"/>
            <a:ext cx="481734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#2301CS595 (Graph theory)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 3 Domination &amp; Matching in Graphs</a:t>
            </a:r>
          </a:p>
        </p:txBody>
      </p:sp>
    </p:spTree>
    <p:extLst>
      <p:ext uri="{BB962C8B-B14F-4D97-AF65-F5344CB8AC3E}">
        <p14:creationId xmlns:p14="http://schemas.microsoft.com/office/powerpoint/2010/main" val="529939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Dhvanik H. Zala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(Discrete Mathematics)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Graph Theory - I</a:t>
            </a:r>
          </a:p>
        </p:txBody>
      </p:sp>
    </p:spTree>
    <p:extLst>
      <p:ext uri="{BB962C8B-B14F-4D97-AF65-F5344CB8AC3E}">
        <p14:creationId xmlns:p14="http://schemas.microsoft.com/office/powerpoint/2010/main" val="338578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Freeform 17">
            <a:extLst>
              <a:ext uri="{FF2B5EF4-FFF2-40B4-BE49-F238E27FC236}">
                <a16:creationId xmlns:a16="http://schemas.microsoft.com/office/drawing/2014/main" id="{5E9DA42E-B221-4BBE-B651-F7171591BCD7}"/>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147790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Dhvanik H. Zala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(Discrete Mathematics)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Graph Theory - I</a:t>
            </a:r>
          </a:p>
        </p:txBody>
      </p:sp>
    </p:spTree>
    <p:extLst>
      <p:ext uri="{BB962C8B-B14F-4D97-AF65-F5344CB8AC3E}">
        <p14:creationId xmlns:p14="http://schemas.microsoft.com/office/powerpoint/2010/main" val="4185281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a:t>
            </a:r>
            <a:r>
              <a:rPr lang="en-US" sz="1200" b="0" kern="1200" dirty="0" err="1">
                <a:solidFill>
                  <a:schemeClr val="tx1">
                    <a:lumMod val="90000"/>
                    <a:lumOff val="10000"/>
                  </a:schemeClr>
                </a:solidFill>
                <a:latin typeface="+mn-lt"/>
                <a:ea typeface="+mn-ea"/>
                <a:cs typeface="+mn-cs"/>
              </a:rPr>
              <a:t>Punit</a:t>
            </a:r>
            <a:r>
              <a:rPr lang="en-US" sz="1200" b="0" kern="1200" dirty="0">
                <a:solidFill>
                  <a:schemeClr val="tx1">
                    <a:lumMod val="90000"/>
                    <a:lumOff val="10000"/>
                  </a:schemeClr>
                </a:solidFill>
                <a:latin typeface="+mn-lt"/>
                <a:ea typeface="+mn-ea"/>
                <a:cs typeface="+mn-cs"/>
              </a:rPr>
              <a:t> </a:t>
            </a:r>
            <a:r>
              <a:rPr lang="en-US" sz="1200" b="0" kern="1200" dirty="0" err="1">
                <a:solidFill>
                  <a:schemeClr val="tx1">
                    <a:lumMod val="90000"/>
                    <a:lumOff val="10000"/>
                  </a:schemeClr>
                </a:solidFill>
                <a:latin typeface="+mn-lt"/>
                <a:ea typeface="+mn-ea"/>
                <a:cs typeface="+mn-cs"/>
              </a:rPr>
              <a:t>Vadher</a:t>
            </a:r>
            <a:endParaRPr lang="en-US" sz="1200" b="0" kern="1200" dirty="0">
              <a:solidFill>
                <a:schemeClr val="tx1">
                  <a:lumMod val="90000"/>
                  <a:lumOff val="10000"/>
                </a:schemeClr>
              </a:solidFill>
              <a:latin typeface="+mn-lt"/>
              <a:ea typeface="+mn-ea"/>
              <a:cs typeface="+mn-cs"/>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(Graph Theory)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Cut-Sets and Connectivity</a:t>
            </a:r>
          </a:p>
        </p:txBody>
      </p:sp>
    </p:spTree>
    <p:extLst>
      <p:ext uri="{BB962C8B-B14F-4D97-AF65-F5344CB8AC3E}">
        <p14:creationId xmlns:p14="http://schemas.microsoft.com/office/powerpoint/2010/main" val="1879831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lete Blanck">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8FD38B6F-D549-4D28-B5DA-3AF636652084}"/>
              </a:ext>
            </a:extLst>
          </p:cNvPr>
          <p:cNvGrpSpPr/>
          <p:nvPr userDrawn="1"/>
        </p:nvGrpSpPr>
        <p:grpSpPr>
          <a:xfrm>
            <a:off x="131179" y="6000405"/>
            <a:ext cx="1649043" cy="501287"/>
            <a:chOff x="10721798" y="852808"/>
            <a:chExt cx="1339023" cy="407045"/>
          </a:xfrm>
        </p:grpSpPr>
        <p:pic>
          <p:nvPicPr>
            <p:cNvPr id="18" name="Picture 17">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Dhvanik H. Zala</a:t>
            </a:r>
          </a:p>
        </p:txBody>
      </p:sp>
      <p:sp>
        <p:nvSpPr>
          <p:cNvPr id="24"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5"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(Discrete Mathematics)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Graph Theory - I</a:t>
            </a:r>
          </a:p>
        </p:txBody>
      </p:sp>
    </p:spTree>
    <p:extLst>
      <p:ext uri="{BB962C8B-B14F-4D97-AF65-F5344CB8AC3E}">
        <p14:creationId xmlns:p14="http://schemas.microsoft.com/office/powerpoint/2010/main" val="3620674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4779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80587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96946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4" name="Picture 3">
            <a:extLst>
              <a:ext uri="{FF2B5EF4-FFF2-40B4-BE49-F238E27FC236}">
                <a16:creationId xmlns:a16="http://schemas.microsoft.com/office/drawing/2014/main" id="{52D49F10-F713-AD06-6440-6C6BB452A6F1}"/>
              </a:ext>
            </a:extLst>
          </p:cNvPr>
          <p:cNvPicPr>
            <a:picLocks noChangeAspect="1"/>
          </p:cNvPicPr>
          <p:nvPr userDrawn="1"/>
        </p:nvPicPr>
        <p:blipFill>
          <a:blip r:embed="rId10"/>
          <a:stretch>
            <a:fillRect/>
          </a:stretch>
        </p:blipFill>
        <p:spPr>
          <a:xfrm>
            <a:off x="8579226" y="2084604"/>
            <a:ext cx="3433959" cy="1438526"/>
          </a:xfrm>
          <a:prstGeom prst="rect">
            <a:avLst/>
          </a:prstGeom>
        </p:spPr>
      </p:pic>
    </p:spTree>
    <p:extLst>
      <p:ext uri="{BB962C8B-B14F-4D97-AF65-F5344CB8AC3E}">
        <p14:creationId xmlns:p14="http://schemas.microsoft.com/office/powerpoint/2010/main" val="1199784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316957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665593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259457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hasCustomPrompt="1"/>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Unit 1: Tree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punit.vadher@darshan.ac.in</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9662443859</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baseline="0" dirty="0">
                <a:solidFill>
                  <a:schemeClr val="tx1"/>
                </a:solidFill>
                <a:latin typeface="+mn-lt"/>
                <a:ea typeface="+mn-ea"/>
                <a:cs typeface="+mn-cs"/>
              </a:defRPr>
            </a:lvl1pPr>
          </a:lstStyle>
          <a:p>
            <a:pPr lvl="0"/>
            <a:r>
              <a:rPr lang="en-US" dirty="0"/>
              <a:t>Department of Humanities and Sciences </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Prof. </a:t>
            </a:r>
            <a:r>
              <a:rPr lang="en-US" dirty="0" err="1"/>
              <a:t>Punit</a:t>
            </a:r>
            <a:r>
              <a:rPr lang="en-US" dirty="0"/>
              <a:t> B </a:t>
            </a:r>
            <a:r>
              <a:rPr lang="en-US" dirty="0" err="1"/>
              <a:t>Vadher</a:t>
            </a:r>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Graph Theory</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8" name="Picture 7"/>
          <p:cNvPicPr>
            <a:picLocks noChangeAspect="1"/>
          </p:cNvPicPr>
          <p:nvPr userDrawn="1"/>
        </p:nvPicPr>
        <p:blipFill>
          <a:blip r:embed="rId10"/>
          <a:stretch>
            <a:fillRect/>
          </a:stretch>
        </p:blipFill>
        <p:spPr>
          <a:xfrm>
            <a:off x="7594791" y="1933676"/>
            <a:ext cx="4002124" cy="3017046"/>
          </a:xfrm>
          <a:prstGeom prst="rect">
            <a:avLst/>
          </a:prstGeom>
        </p:spPr>
      </p:pic>
    </p:spTree>
    <p:extLst>
      <p:ext uri="{BB962C8B-B14F-4D97-AF65-F5344CB8AC3E}">
        <p14:creationId xmlns:p14="http://schemas.microsoft.com/office/powerpoint/2010/main" val="2842101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D21B45-1703-4330-B544-825BD8F37AF2}" type="datetimeFigureOut">
              <a:rPr lang="en-US" smtClean="0"/>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4120342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1824997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2529989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a:extLst>
              <a:ext uri="{FF2B5EF4-FFF2-40B4-BE49-F238E27FC236}">
                <a16:creationId xmlns:a16="http://schemas.microsoft.com/office/drawing/2014/main" id="{EDFB250A-3893-87F0-04F7-777249C1CBE2}"/>
              </a:ext>
            </a:extLst>
          </p:cNvPr>
          <p:cNvPicPr>
            <a:picLocks noChangeAspect="1"/>
          </p:cNvPicPr>
          <p:nvPr userDrawn="1"/>
        </p:nvPicPr>
        <p:blipFill>
          <a:blip r:embed="rId10"/>
          <a:stretch>
            <a:fillRect/>
          </a:stretch>
        </p:blipFill>
        <p:spPr>
          <a:xfrm>
            <a:off x="9062429" y="1979469"/>
            <a:ext cx="2875475" cy="2164552"/>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971949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211421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E2B174A-3678-4F11-89C2-E0E8A23F7789}"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171929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2B174A-3678-4F11-89C2-E0E8A23F7789}"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3900155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2B174A-3678-4F11-89C2-E0E8A23F7789}"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2766860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2B174A-3678-4F11-89C2-E0E8A23F7789}"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6455344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2B174A-3678-4F11-89C2-E0E8A23F7789}" type="datetimeFigureOut">
              <a:rPr lang="en-US" smtClean="0"/>
              <a:t>8/1/2026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3356234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2B174A-3678-4F11-89C2-E0E8A23F7789}" type="datetimeFigureOut">
              <a:rPr lang="en-US" smtClean="0"/>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6201205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B174A-3678-4F11-89C2-E0E8A23F7789}" type="datetimeFigureOut">
              <a:rPr lang="en-US" smtClean="0"/>
              <a:t>8/1/2026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648859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2B174A-3678-4F11-89C2-E0E8A23F7789}"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10623903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2B174A-3678-4F11-89C2-E0E8A23F7789}"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18596072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2B174A-3678-4F11-89C2-E0E8A23F7789}"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4021661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2B174A-3678-4F11-89C2-E0E8A23F7789}"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18402970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4F8DB99-FD62-4481-9A4B-A22D148AD429}"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0360967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F8DB99-FD62-4481-9A4B-A22D148AD429}"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7851190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F8DB99-FD62-4481-9A4B-A22D148AD429}"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5675444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4F8DB99-FD62-4481-9A4B-A22D148AD429}"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0928376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4F8DB99-FD62-4481-9A4B-A22D148AD429}" type="datetimeFigureOut">
              <a:rPr lang="en-US" smtClean="0"/>
              <a:t>8/1/2026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5829439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F8DB99-FD62-4481-9A4B-A22D148AD429}" type="datetimeFigureOut">
              <a:rPr lang="en-US" smtClean="0"/>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41979140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F8DB99-FD62-4481-9A4B-A22D148AD429}" type="datetimeFigureOut">
              <a:rPr lang="en-US" smtClean="0"/>
              <a:t>8/1/2026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635690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8DB99-FD62-4481-9A4B-A22D148AD429}"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7854044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8DB99-FD62-4481-9A4B-A22D148AD429}"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4993827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F8DB99-FD62-4481-9A4B-A22D148AD429}"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21728537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F8DB99-FD62-4481-9A4B-A22D148AD429}"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2646572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3.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8/1/2026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25" r:id="rId16"/>
    <p:sldLayoutId id="2147483708" r:id="rId17"/>
    <p:sldLayoutId id="2147483709" r:id="rId18"/>
    <p:sldLayoutId id="2147483684" r:id="rId19"/>
    <p:sldLayoutId id="2147483711" r:id="rId20"/>
    <p:sldLayoutId id="2147483712"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2B174A-3678-4F11-89C2-E0E8A23F7789}" type="datetimeFigureOut">
              <a:rPr lang="en-US" smtClean="0"/>
              <a:t>8/1/2026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4044C2-AE3D-42EF-919C-864D09930126}" type="slidenum">
              <a:rPr lang="en-US" smtClean="0"/>
              <a:t>‹#›</a:t>
            </a:fld>
            <a:endParaRPr lang="en-US"/>
          </a:p>
        </p:txBody>
      </p:sp>
    </p:spTree>
    <p:extLst>
      <p:ext uri="{BB962C8B-B14F-4D97-AF65-F5344CB8AC3E}">
        <p14:creationId xmlns:p14="http://schemas.microsoft.com/office/powerpoint/2010/main" val="85499896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F8DB99-FD62-4481-9A4B-A22D148AD429}" type="datetimeFigureOut">
              <a:rPr lang="en-US" smtClean="0"/>
              <a:t>8/1/2026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359511-47C3-4666-B47A-5254F608EFFB}" type="slidenum">
              <a:rPr lang="en-US" smtClean="0"/>
              <a:t>‹#›</a:t>
            </a:fld>
            <a:endParaRPr lang="en-US"/>
          </a:p>
        </p:txBody>
      </p:sp>
    </p:spTree>
    <p:extLst>
      <p:ext uri="{BB962C8B-B14F-4D97-AF65-F5344CB8AC3E}">
        <p14:creationId xmlns:p14="http://schemas.microsoft.com/office/powerpoint/2010/main" val="181923596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190.png"/><Relationship Id="rId1" Type="http://schemas.openxmlformats.org/officeDocument/2006/relationships/slideLayout" Target="../slideLayouts/slideLayout2.xml"/><Relationship Id="rId5" Type="http://schemas.openxmlformats.org/officeDocument/2006/relationships/image" Target="../media/image610.png"/><Relationship Id="rId4" Type="http://schemas.openxmlformats.org/officeDocument/2006/relationships/image" Target="../media/image51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image" Target="../media/image480.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80.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microsoft.com/office/2007/relationships/hdphoto" Target="../media/hdphoto4.wdp"/></Relationships>
</file>

<file path=ppt/slides/_rels/slide50.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51.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18" Type="http://schemas.openxmlformats.org/officeDocument/2006/relationships/image" Target="../media/image95.png"/><Relationship Id="rId3" Type="http://schemas.openxmlformats.org/officeDocument/2006/relationships/image" Target="../media/image80.png"/><Relationship Id="rId21" Type="http://schemas.openxmlformats.org/officeDocument/2006/relationships/image" Target="../media/image98.png"/><Relationship Id="rId7" Type="http://schemas.openxmlformats.org/officeDocument/2006/relationships/image" Target="../media/image84.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image" Target="../media/image79.png"/><Relationship Id="rId16" Type="http://schemas.openxmlformats.org/officeDocument/2006/relationships/image" Target="../media/image93.png"/><Relationship Id="rId20"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4" Type="http://schemas.openxmlformats.org/officeDocument/2006/relationships/image" Target="../media/image81.png"/><Relationship Id="rId9" Type="http://schemas.openxmlformats.org/officeDocument/2006/relationships/image" Target="../media/image86.png"/><Relationship Id="rId14" Type="http://schemas.openxmlformats.org/officeDocument/2006/relationships/image" Target="../media/image91.png"/><Relationship Id="rId22" Type="http://schemas.openxmlformats.org/officeDocument/2006/relationships/image" Target="../media/image99.png"/></Relationships>
</file>

<file path=ppt/slides/_rels/slide52.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73.png"/><Relationship Id="rId7"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9" Type="http://schemas.openxmlformats.org/officeDocument/2006/relationships/image" Target="../media/image103.png"/></Relationships>
</file>

<file path=ppt/slides/_rels/slide5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image" Target="../media/image650.png"/><Relationship Id="rId1" Type="http://schemas.openxmlformats.org/officeDocument/2006/relationships/slideLayout" Target="../slideLayouts/slideLayout2.xml"/><Relationship Id="rId4" Type="http://schemas.openxmlformats.org/officeDocument/2006/relationships/image" Target="../media/image670.png"/></Relationships>
</file>

<file path=ppt/slides/_rels/slide57.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680.png"/><Relationship Id="rId1" Type="http://schemas.openxmlformats.org/officeDocument/2006/relationships/slideLayout" Target="../slideLayouts/slideLayout2.xml"/><Relationship Id="rId5" Type="http://schemas.openxmlformats.org/officeDocument/2006/relationships/image" Target="../media/image710.png"/><Relationship Id="rId4" Type="http://schemas.openxmlformats.org/officeDocument/2006/relationships/image" Target="../media/image700.png"/></Relationships>
</file>

<file path=ppt/slides/_rels/slide58.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image" Target="../media/image650.png"/><Relationship Id="rId1" Type="http://schemas.openxmlformats.org/officeDocument/2006/relationships/slideLayout" Target="../slideLayouts/slideLayout2.xml"/><Relationship Id="rId5" Type="http://schemas.openxmlformats.org/officeDocument/2006/relationships/image" Target="../media/image720.png"/><Relationship Id="rId4" Type="http://schemas.openxmlformats.org/officeDocument/2006/relationships/image" Target="../media/image670.png"/></Relationships>
</file>

<file path=ppt/slides/_rels/slide59.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image" Target="../media/image730.png"/><Relationship Id="rId1" Type="http://schemas.openxmlformats.org/officeDocument/2006/relationships/slideLayout" Target="../slideLayouts/slideLayout2.xml"/><Relationship Id="rId5" Type="http://schemas.openxmlformats.org/officeDocument/2006/relationships/image" Target="../media/image760.png"/><Relationship Id="rId4" Type="http://schemas.openxmlformats.org/officeDocument/2006/relationships/image" Target="../media/image750.png"/></Relationships>
</file>

<file path=ppt/slides/_rels/slide60.xml.rels><?xml version="1.0" encoding="UTF-8" standalone="yes"?>
<Relationships xmlns="http://schemas.openxmlformats.org/package/2006/relationships"><Relationship Id="rId3" Type="http://schemas.openxmlformats.org/officeDocument/2006/relationships/image" Target="../media/image780.png"/><Relationship Id="rId2" Type="http://schemas.openxmlformats.org/officeDocument/2006/relationships/image" Target="../media/image770.png"/><Relationship Id="rId1" Type="http://schemas.openxmlformats.org/officeDocument/2006/relationships/slideLayout" Target="../slideLayouts/slideLayout2.xml"/><Relationship Id="rId5" Type="http://schemas.openxmlformats.org/officeDocument/2006/relationships/image" Target="../media/image800.png"/><Relationship Id="rId4" Type="http://schemas.openxmlformats.org/officeDocument/2006/relationships/image" Target="../media/image79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21.png"/><Relationship Id="rId2" Type="http://schemas.openxmlformats.org/officeDocument/2006/relationships/image" Target="../media/image81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30.png"/><Relationship Id="rId2" Type="http://schemas.openxmlformats.org/officeDocument/2006/relationships/image" Target="../media/image820.png"/><Relationship Id="rId1" Type="http://schemas.openxmlformats.org/officeDocument/2006/relationships/slideLayout" Target="../slideLayouts/slideLayout2.xml"/><Relationship Id="rId4" Type="http://schemas.openxmlformats.org/officeDocument/2006/relationships/image" Target="../media/image840.png"/></Relationships>
</file>

<file path=ppt/slides/_rels/slide64.xml.rels><?xml version="1.0" encoding="UTF-8" standalone="yes"?>
<Relationships xmlns="http://schemas.openxmlformats.org/package/2006/relationships"><Relationship Id="rId3" Type="http://schemas.openxmlformats.org/officeDocument/2006/relationships/image" Target="../media/image850.png"/><Relationship Id="rId2" Type="http://schemas.openxmlformats.org/officeDocument/2006/relationships/image" Target="../media/image851.png"/><Relationship Id="rId1" Type="http://schemas.openxmlformats.org/officeDocument/2006/relationships/slideLayout" Target="../slideLayouts/slideLayout2.xml"/><Relationship Id="rId5" Type="http://schemas.openxmlformats.org/officeDocument/2006/relationships/image" Target="../media/image870.png"/><Relationship Id="rId4" Type="http://schemas.openxmlformats.org/officeDocument/2006/relationships/image" Target="../media/image860.png"/></Relationships>
</file>

<file path=ppt/slides/_rels/slide65.xml.rels><?xml version="1.0" encoding="UTF-8" standalone="yes"?>
<Relationships xmlns="http://schemas.openxmlformats.org/package/2006/relationships"><Relationship Id="rId2" Type="http://schemas.openxmlformats.org/officeDocument/2006/relationships/image" Target="../media/image88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920.png"/><Relationship Id="rId2" Type="http://schemas.openxmlformats.org/officeDocument/2006/relationships/image" Target="../media/image910.png"/><Relationship Id="rId1" Type="http://schemas.openxmlformats.org/officeDocument/2006/relationships/slideLayout" Target="../slideLayouts/slideLayout2.xml"/><Relationship Id="rId4" Type="http://schemas.openxmlformats.org/officeDocument/2006/relationships/image" Target="../media/image930.png"/></Relationships>
</file>

<file path=ppt/slides/_rels/slide68.xml.rels><?xml version="1.0" encoding="UTF-8" standalone="yes"?>
<Relationships xmlns="http://schemas.openxmlformats.org/package/2006/relationships"><Relationship Id="rId3" Type="http://schemas.openxmlformats.org/officeDocument/2006/relationships/image" Target="../media/image950.png"/><Relationship Id="rId2" Type="http://schemas.openxmlformats.org/officeDocument/2006/relationships/image" Target="../media/image940.png"/><Relationship Id="rId1" Type="http://schemas.openxmlformats.org/officeDocument/2006/relationships/slideLayout" Target="../slideLayouts/slideLayout2.xml"/><Relationship Id="rId5" Type="http://schemas.openxmlformats.org/officeDocument/2006/relationships/image" Target="../media/image970.png"/><Relationship Id="rId4" Type="http://schemas.openxmlformats.org/officeDocument/2006/relationships/image" Target="../media/image960.png"/></Relationships>
</file>

<file path=ppt/slides/_rels/slide69.xml.rels><?xml version="1.0" encoding="UTF-8" standalone="yes"?>
<Relationships xmlns="http://schemas.openxmlformats.org/package/2006/relationships"><Relationship Id="rId3" Type="http://schemas.openxmlformats.org/officeDocument/2006/relationships/image" Target="../media/image990.png"/><Relationship Id="rId2" Type="http://schemas.openxmlformats.org/officeDocument/2006/relationships/image" Target="../media/image980.png"/><Relationship Id="rId1" Type="http://schemas.openxmlformats.org/officeDocument/2006/relationships/slideLayout" Target="../slideLayouts/slideLayout2.xml"/><Relationship Id="rId5" Type="http://schemas.openxmlformats.org/officeDocument/2006/relationships/image" Target="../media/image1010.png"/><Relationship Id="rId4" Type="http://schemas.openxmlformats.org/officeDocument/2006/relationships/image" Target="../media/image1000.png"/></Relationships>
</file>

<file path=ppt/slides/_rels/slide70.xml.rels><?xml version="1.0" encoding="UTF-8" standalone="yes"?>
<Relationships xmlns="http://schemas.openxmlformats.org/package/2006/relationships"><Relationship Id="rId3" Type="http://schemas.openxmlformats.org/officeDocument/2006/relationships/image" Target="../media/image1030.png"/><Relationship Id="rId2" Type="http://schemas.openxmlformats.org/officeDocument/2006/relationships/image" Target="../media/image1020.png"/><Relationship Id="rId1" Type="http://schemas.openxmlformats.org/officeDocument/2006/relationships/slideLayout" Target="../slideLayouts/slideLayout2.xml"/><Relationship Id="rId5" Type="http://schemas.openxmlformats.org/officeDocument/2006/relationships/image" Target="../media/image1050.png"/><Relationship Id="rId4" Type="http://schemas.openxmlformats.org/officeDocument/2006/relationships/image" Target="../media/image1040.png"/></Relationships>
</file>

<file path=ppt/slides/_rels/slide7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890.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90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7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 Id="rId5" Type="http://schemas.openxmlformats.org/officeDocument/2006/relationships/image" Target="../media/image115.png"/><Relationship Id="rId4" Type="http://schemas.openxmlformats.org/officeDocument/2006/relationships/image" Target="../media/image118.png"/></Relationships>
</file>

<file path=ppt/slides/_rels/slide7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image" Target="../media/image12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 Id="rId5" Type="http://schemas.openxmlformats.org/officeDocument/2006/relationships/image" Target="../media/image127.png"/><Relationship Id="rId4" Type="http://schemas.openxmlformats.org/officeDocument/2006/relationships/image" Target="../media/image126.png"/></Relationships>
</file>

<file path=ppt/slides/_rels/slide81.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s>
</file>

<file path=ppt/slides/_rels/slide82.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 Id="rId4" Type="http://schemas.openxmlformats.org/officeDocument/2006/relationships/image" Target="../media/image136.png"/></Relationships>
</file>

<file path=ppt/slides/_rels/slide8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9.emf"/><Relationship Id="rId5" Type="http://schemas.openxmlformats.org/officeDocument/2006/relationships/customXml" Target="../ink/ink1.xml"/><Relationship Id="rId4" Type="http://schemas.openxmlformats.org/officeDocument/2006/relationships/image" Target="../media/image72.gi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0.png"/><Relationship Id="rId1" Type="http://schemas.openxmlformats.org/officeDocument/2006/relationships/slideLayout" Target="../slideLayouts/slideLayout2.xml"/><Relationship Id="rId4" Type="http://schemas.openxmlformats.org/officeDocument/2006/relationships/image" Target="../media/image142.png"/></Relationships>
</file>

<file path=ppt/slides/_rels/slide97.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11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11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112.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50.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148.png"/></Relationships>
</file>

<file path=ppt/slides/_rels/slide115.xml.rels><?xml version="1.0" encoding="UTF-8" standalone="yes"?>
<Relationships xmlns="http://schemas.openxmlformats.org/package/2006/relationships"><Relationship Id="rId8" Type="http://schemas.openxmlformats.org/officeDocument/2006/relationships/image" Target="../media/image158.png"/><Relationship Id="rId13" Type="http://schemas.openxmlformats.org/officeDocument/2006/relationships/image" Target="../media/image164.png"/><Relationship Id="rId3" Type="http://schemas.openxmlformats.org/officeDocument/2006/relationships/image" Target="../media/image148.png"/><Relationship Id="rId7" Type="http://schemas.openxmlformats.org/officeDocument/2006/relationships/image" Target="../media/image153.png"/><Relationship Id="rId12" Type="http://schemas.openxmlformats.org/officeDocument/2006/relationships/image" Target="../media/image163.png"/><Relationship Id="rId2" Type="http://schemas.openxmlformats.org/officeDocument/2006/relationships/image" Target="../media/image149.png"/><Relationship Id="rId16" Type="http://schemas.openxmlformats.org/officeDocument/2006/relationships/image" Target="../media/image167.png"/><Relationship Id="rId1" Type="http://schemas.openxmlformats.org/officeDocument/2006/relationships/slideLayout" Target="../slideLayouts/slideLayout1.xml"/><Relationship Id="rId6" Type="http://schemas.openxmlformats.org/officeDocument/2006/relationships/image" Target="../media/image152.png"/><Relationship Id="rId11" Type="http://schemas.openxmlformats.org/officeDocument/2006/relationships/image" Target="../media/image162.png"/><Relationship Id="rId5" Type="http://schemas.openxmlformats.org/officeDocument/2006/relationships/image" Target="../media/image151.png"/><Relationship Id="rId15" Type="http://schemas.openxmlformats.org/officeDocument/2006/relationships/image" Target="../media/image166.png"/><Relationship Id="rId10" Type="http://schemas.openxmlformats.org/officeDocument/2006/relationships/image" Target="../media/image161.png"/><Relationship Id="rId4" Type="http://schemas.microsoft.com/office/2007/relationships/hdphoto" Target="../media/hdphoto5.wdp"/><Relationship Id="rId9" Type="http://schemas.openxmlformats.org/officeDocument/2006/relationships/image" Target="../media/image160.png"/><Relationship Id="rId14" Type="http://schemas.openxmlformats.org/officeDocument/2006/relationships/image" Target="../media/image165.png"/></Relationships>
</file>

<file path=ppt/slides/_rels/slide116.xml.rels><?xml version="1.0" encoding="UTF-8" standalone="yes"?>
<Relationships xmlns="http://schemas.openxmlformats.org/package/2006/relationships"><Relationship Id="rId13" Type="http://schemas.openxmlformats.org/officeDocument/2006/relationships/image" Target="../media/image177.png"/><Relationship Id="rId18" Type="http://schemas.openxmlformats.org/officeDocument/2006/relationships/image" Target="../media/image183.png"/><Relationship Id="rId26" Type="http://schemas.openxmlformats.org/officeDocument/2006/relationships/image" Target="../media/image192.png"/><Relationship Id="rId21" Type="http://schemas.openxmlformats.org/officeDocument/2006/relationships/image" Target="../media/image186.png"/><Relationship Id="rId34" Type="http://schemas.openxmlformats.org/officeDocument/2006/relationships/image" Target="../media/image200.png"/><Relationship Id="rId7" Type="http://schemas.openxmlformats.org/officeDocument/2006/relationships/image" Target="../media/image171.png"/><Relationship Id="rId12" Type="http://schemas.openxmlformats.org/officeDocument/2006/relationships/image" Target="../media/image176.png"/><Relationship Id="rId17" Type="http://schemas.openxmlformats.org/officeDocument/2006/relationships/image" Target="../media/image182.png"/><Relationship Id="rId25" Type="http://schemas.openxmlformats.org/officeDocument/2006/relationships/image" Target="../media/image191.png"/><Relationship Id="rId33" Type="http://schemas.openxmlformats.org/officeDocument/2006/relationships/image" Target="../media/image199.png"/><Relationship Id="rId2" Type="http://schemas.openxmlformats.org/officeDocument/2006/relationships/image" Target="../media/image148.png"/><Relationship Id="rId16" Type="http://schemas.openxmlformats.org/officeDocument/2006/relationships/image" Target="../media/image181.png"/><Relationship Id="rId20" Type="http://schemas.openxmlformats.org/officeDocument/2006/relationships/image" Target="../media/image185.png"/><Relationship Id="rId29" Type="http://schemas.openxmlformats.org/officeDocument/2006/relationships/image" Target="../media/image195.png"/><Relationship Id="rId1" Type="http://schemas.openxmlformats.org/officeDocument/2006/relationships/slideLayout" Target="../slideLayouts/slideLayout1.xml"/><Relationship Id="rId6" Type="http://schemas.openxmlformats.org/officeDocument/2006/relationships/image" Target="../media/image170.png"/><Relationship Id="rId11" Type="http://schemas.openxmlformats.org/officeDocument/2006/relationships/image" Target="../media/image175.png"/><Relationship Id="rId24" Type="http://schemas.openxmlformats.org/officeDocument/2006/relationships/image" Target="../media/image189.png"/><Relationship Id="rId32" Type="http://schemas.openxmlformats.org/officeDocument/2006/relationships/image" Target="../media/image198.png"/><Relationship Id="rId37" Type="http://schemas.openxmlformats.org/officeDocument/2006/relationships/image" Target="../media/image203.png"/><Relationship Id="rId5" Type="http://schemas.openxmlformats.org/officeDocument/2006/relationships/image" Target="../media/image169.png"/><Relationship Id="rId15" Type="http://schemas.openxmlformats.org/officeDocument/2006/relationships/image" Target="../media/image179.png"/><Relationship Id="rId23" Type="http://schemas.openxmlformats.org/officeDocument/2006/relationships/image" Target="../media/image188.png"/><Relationship Id="rId28" Type="http://schemas.openxmlformats.org/officeDocument/2006/relationships/image" Target="../media/image194.png"/><Relationship Id="rId36" Type="http://schemas.openxmlformats.org/officeDocument/2006/relationships/image" Target="../media/image202.png"/><Relationship Id="rId10" Type="http://schemas.openxmlformats.org/officeDocument/2006/relationships/image" Target="../media/image174.png"/><Relationship Id="rId19" Type="http://schemas.openxmlformats.org/officeDocument/2006/relationships/image" Target="../media/image184.png"/><Relationship Id="rId31" Type="http://schemas.openxmlformats.org/officeDocument/2006/relationships/image" Target="../media/image197.png"/><Relationship Id="rId4" Type="http://schemas.openxmlformats.org/officeDocument/2006/relationships/image" Target="../media/image168.png"/><Relationship Id="rId9" Type="http://schemas.openxmlformats.org/officeDocument/2006/relationships/image" Target="../media/image173.png"/><Relationship Id="rId14" Type="http://schemas.openxmlformats.org/officeDocument/2006/relationships/image" Target="../media/image178.png"/><Relationship Id="rId22" Type="http://schemas.openxmlformats.org/officeDocument/2006/relationships/image" Target="../media/image187.png"/><Relationship Id="rId27" Type="http://schemas.openxmlformats.org/officeDocument/2006/relationships/image" Target="../media/image193.png"/><Relationship Id="rId30" Type="http://schemas.openxmlformats.org/officeDocument/2006/relationships/image" Target="../media/image196.png"/><Relationship Id="rId35" Type="http://schemas.openxmlformats.org/officeDocument/2006/relationships/image" Target="../media/image201.png"/><Relationship Id="rId8" Type="http://schemas.openxmlformats.org/officeDocument/2006/relationships/image" Target="../media/image172.png"/><Relationship Id="rId3" Type="http://schemas.microsoft.com/office/2007/relationships/hdphoto" Target="../media/hdphoto5.wdp"/></Relationships>
</file>

<file path=ppt/slides/_rels/slide117.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slideLayout" Target="../slideLayouts/slideLayout2.xml"/><Relationship Id="rId4" Type="http://schemas.openxmlformats.org/officeDocument/2006/relationships/image" Target="../media/image206.png"/></Relationships>
</file>

<file path=ppt/slides/_rels/slide118.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slideLayout" Target="../slideLayouts/slideLayout2.xml"/><Relationship Id="rId4" Type="http://schemas.openxmlformats.org/officeDocument/2006/relationships/image" Target="../media/image206.png"/></Relationships>
</file>

<file path=ppt/slides/_rels/slide119.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slideLayout" Target="../slideLayouts/slideLayout2.xml"/><Relationship Id="rId4" Type="http://schemas.openxmlformats.org/officeDocument/2006/relationships/image" Target="../media/image206.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07.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07.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208.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211.png"/><Relationship Id="rId1" Type="http://schemas.openxmlformats.org/officeDocument/2006/relationships/slideLayout" Target="../slideLayouts/slideLayout2.xml"/><Relationship Id="rId5" Type="http://schemas.openxmlformats.org/officeDocument/2006/relationships/image" Target="../media/image213.png"/><Relationship Id="rId4" Type="http://schemas.microsoft.com/office/2007/relationships/hdphoto" Target="../media/hdphoto6.wdp"/></Relationships>
</file>

<file path=ppt/slides/_rels/slide126.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2110.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600.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6D125B39-4795-4BA6-B9B5-11FFCFC98439}"/>
              </a:ext>
            </a:extLst>
          </p:cNvPr>
          <p:cNvSpPr>
            <a:spLocks noGrp="1"/>
          </p:cNvSpPr>
          <p:nvPr>
            <p:ph type="ctrTitle"/>
          </p:nvPr>
        </p:nvSpPr>
        <p:spPr>
          <a:xfrm>
            <a:off x="495990" y="1147764"/>
            <a:ext cx="7060510" cy="2578780"/>
          </a:xfrm>
        </p:spPr>
        <p:txBody>
          <a:bodyPr/>
          <a:lstStyle/>
          <a:p>
            <a:r>
              <a:rPr lang="en-US" dirty="0"/>
              <a:t>Unit – 3</a:t>
            </a:r>
            <a:br>
              <a:rPr lang="en-US" dirty="0"/>
            </a:br>
            <a:r>
              <a:rPr lang="en-US" dirty="0">
                <a:effectLst/>
              </a:rPr>
              <a:t>Domination &amp; Matching in Graphs</a:t>
            </a:r>
            <a:br>
              <a:rPr lang="en-US" dirty="0"/>
            </a:br>
            <a:endParaRPr lang="en-US" sz="2400" dirty="0">
              <a:solidFill>
                <a:srgbClr val="FF0000"/>
              </a:solidFill>
            </a:endParaRPr>
          </a:p>
        </p:txBody>
      </p:sp>
      <p:sp>
        <p:nvSpPr>
          <p:cNvPr id="16" name="Text Placeholder 15">
            <a:extLst>
              <a:ext uri="{FF2B5EF4-FFF2-40B4-BE49-F238E27FC236}">
                <a16:creationId xmlns:a16="http://schemas.microsoft.com/office/drawing/2014/main" id="{05EEC38D-B69A-4F45-9CFB-3F832F2054F3}"/>
              </a:ext>
            </a:extLst>
          </p:cNvPr>
          <p:cNvSpPr>
            <a:spLocks noGrp="1"/>
          </p:cNvSpPr>
          <p:nvPr>
            <p:ph type="body" sz="quarter" idx="11"/>
          </p:nvPr>
        </p:nvSpPr>
        <p:spPr/>
        <p:txBody>
          <a:bodyPr/>
          <a:lstStyle/>
          <a:p>
            <a:r>
              <a:rPr lang="en-US" dirty="0"/>
              <a:t>punit.vadher@darshan.ac.in</a:t>
            </a:r>
          </a:p>
        </p:txBody>
      </p:sp>
      <p:sp>
        <p:nvSpPr>
          <p:cNvPr id="17" name="Text Placeholder 16">
            <a:extLst>
              <a:ext uri="{FF2B5EF4-FFF2-40B4-BE49-F238E27FC236}">
                <a16:creationId xmlns:a16="http://schemas.microsoft.com/office/drawing/2014/main" id="{3B892750-977A-4A19-B627-46C829D9CDA2}"/>
              </a:ext>
            </a:extLst>
          </p:cNvPr>
          <p:cNvSpPr>
            <a:spLocks noGrp="1"/>
          </p:cNvSpPr>
          <p:nvPr>
            <p:ph type="body" sz="quarter" idx="12"/>
          </p:nvPr>
        </p:nvSpPr>
        <p:spPr/>
        <p:txBody>
          <a:bodyPr/>
          <a:lstStyle/>
          <a:p>
            <a:r>
              <a:rPr lang="en-US" dirty="0"/>
              <a:t>9662443859</a:t>
            </a:r>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p:txBody>
          <a:bodyPr/>
          <a:lstStyle/>
          <a:p>
            <a:r>
              <a:rPr lang="en-US" dirty="0"/>
              <a:t>Department of Humanities &amp; Science</a:t>
            </a:r>
          </a:p>
        </p:txBody>
      </p:sp>
      <p:sp>
        <p:nvSpPr>
          <p:cNvPr id="19" name="Text Placeholder 18">
            <a:extLst>
              <a:ext uri="{FF2B5EF4-FFF2-40B4-BE49-F238E27FC236}">
                <a16:creationId xmlns:a16="http://schemas.microsoft.com/office/drawing/2014/main" id="{D6DA44CB-50AE-4D51-AC18-616176252887}"/>
              </a:ext>
            </a:extLst>
          </p:cNvPr>
          <p:cNvSpPr>
            <a:spLocks noGrp="1"/>
          </p:cNvSpPr>
          <p:nvPr>
            <p:ph type="body" sz="quarter" idx="14"/>
          </p:nvPr>
        </p:nvSpPr>
        <p:spPr/>
        <p:txBody>
          <a:bodyPr/>
          <a:lstStyle/>
          <a:p>
            <a:r>
              <a:rPr lang="en-US" dirty="0"/>
              <a:t>Prof. </a:t>
            </a:r>
            <a:r>
              <a:rPr lang="en-US" dirty="0" err="1"/>
              <a:t>Punit</a:t>
            </a:r>
            <a:r>
              <a:rPr lang="en-US" dirty="0"/>
              <a:t> </a:t>
            </a:r>
            <a:r>
              <a:rPr lang="en-US" dirty="0" err="1"/>
              <a:t>Vadher</a:t>
            </a:r>
            <a:endParaRPr lang="en-US" dirty="0"/>
          </a:p>
        </p:txBody>
      </p:sp>
      <mc:AlternateContent xmlns:mc="http://schemas.openxmlformats.org/markup-compatibility/2006" xmlns:a14="http://schemas.microsoft.com/office/drawing/2010/main">
        <mc:Choice Requires="a14">
          <p:sp>
            <p:nvSpPr>
              <p:cNvPr id="20" name="Text Placeholder 19">
                <a:extLst>
                  <a:ext uri="{FF2B5EF4-FFF2-40B4-BE49-F238E27FC236}">
                    <a16:creationId xmlns:a16="http://schemas.microsoft.com/office/drawing/2014/main" id="{FF5B8673-7BA1-4EA7-991A-5F4DCD3054D0}"/>
                  </a:ext>
                </a:extLst>
              </p:cNvPr>
              <p:cNvSpPr>
                <a:spLocks noGrp="1"/>
              </p:cNvSpPr>
              <p:nvPr>
                <p:ph type="body" sz="quarter" idx="16"/>
              </p:nvPr>
            </p:nvSpPr>
            <p:spPr/>
            <p:txBody>
              <a:bodyPr/>
              <a:lstStyle/>
              <a:p>
                <a:pPr>
                  <a:lnSpc>
                    <a:spcPct val="100000"/>
                  </a:lnSpc>
                </a:pPr>
                <a:r>
                  <a:rPr lang="en-US" dirty="0"/>
                  <a:t>B.Tech., B.Sc.(H) CS </a:t>
                </a:r>
                <a14:m>
                  <m:oMath xmlns:m="http://schemas.openxmlformats.org/officeDocument/2006/math">
                    <m:r>
                      <a:rPr lang="en-US" i="1" dirty="0">
                        <a:latin typeface="Cambria Math" panose="02040503050406030204" pitchFamily="18" charset="0"/>
                      </a:rPr>
                      <m:t>→</m:t>
                    </m:r>
                    <m:r>
                      <a:rPr lang="en-US" b="0" i="0" dirty="0" smtClean="0">
                        <a:latin typeface="Cambria Math" panose="02040503050406030204" pitchFamily="18" charset="0"/>
                      </a:rPr>
                      <m:t>5</m:t>
                    </m:r>
                  </m:oMath>
                </a14:m>
                <a:r>
                  <a:rPr lang="en-US" baseline="30000" dirty="0"/>
                  <a:t>th</a:t>
                </a:r>
                <a:r>
                  <a:rPr lang="en-US" dirty="0"/>
                  <a:t>  Semester</a:t>
                </a:r>
              </a:p>
              <a:p>
                <a:pPr>
                  <a:lnSpc>
                    <a:spcPct val="125000"/>
                  </a:lnSpc>
                </a:pPr>
                <a:r>
                  <a:rPr lang="en-US" b="1" dirty="0"/>
                  <a:t>Graph theory (</a:t>
                </a:r>
                <a:r>
                  <a:rPr lang="en-US" dirty="0"/>
                  <a:t>2301CS595</a:t>
                </a:r>
                <a:r>
                  <a:rPr lang="en-US" b="1" dirty="0"/>
                  <a:t>)</a:t>
                </a:r>
              </a:p>
            </p:txBody>
          </p:sp>
        </mc:Choice>
        <mc:Fallback xmlns="">
          <p:sp>
            <p:nvSpPr>
              <p:cNvPr id="20" name="Text Placeholder 19">
                <a:extLst>
                  <a:ext uri="{FF2B5EF4-FFF2-40B4-BE49-F238E27FC236}">
                    <a16:creationId xmlns="" xmlns:a16="http://schemas.microsoft.com/office/drawing/2014/main" xmlns:a14="http://schemas.microsoft.com/office/drawing/2010/main" id="{FF5B8673-7BA1-4EA7-991A-5F4DCD3054D0}"/>
                  </a:ext>
                </a:extLst>
              </p:cNvPr>
              <p:cNvSpPr>
                <a:spLocks noGrp="1" noRot="1" noChangeAspect="1" noMove="1" noResize="1" noEditPoints="1" noAdjustHandles="1" noChangeArrowheads="1" noChangeShapeType="1" noTextEdit="1"/>
              </p:cNvSpPr>
              <p:nvPr>
                <p:ph type="body" sz="quarter" idx="16"/>
              </p:nvPr>
            </p:nvSpPr>
            <p:spPr>
              <a:blipFill rotWithShape="0">
                <a:blip r:embed="rId2"/>
                <a:stretch>
                  <a:fillRect t="-1653" b="-7438"/>
                </a:stretch>
              </a:blipFill>
            </p:spPr>
            <p:txBody>
              <a:bodyPr/>
              <a:lstStyle/>
              <a:p>
                <a:r>
                  <a:rPr lang="en-US">
                    <a:noFill/>
                  </a:rPr>
                  <a:t> </a:t>
                </a:r>
              </a:p>
            </p:txBody>
          </p:sp>
        </mc:Fallback>
      </mc:AlternateContent>
      <p:pic>
        <p:nvPicPr>
          <p:cNvPr id="4" name="Picture Placeholder 3"/>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a:stretch>
            <a:fillRect/>
          </a:stretch>
        </p:blipFill>
        <p:spPr/>
      </p:pic>
      <p:sp>
        <p:nvSpPr>
          <p:cNvPr id="12" name="Title 13">
            <a:extLst>
              <a:ext uri="{FF2B5EF4-FFF2-40B4-BE49-F238E27FC236}">
                <a16:creationId xmlns:a16="http://schemas.microsoft.com/office/drawing/2014/main" id="{F3B88914-E51B-4A33-96D7-EC0CE630740C}"/>
              </a:ext>
            </a:extLst>
          </p:cNvPr>
          <p:cNvSpPr txBox="1">
            <a:spLocks/>
          </p:cNvSpPr>
          <p:nvPr/>
        </p:nvSpPr>
        <p:spPr>
          <a:xfrm>
            <a:off x="602350" y="3943171"/>
            <a:ext cx="801907" cy="468715"/>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sz="2400" b="0" dirty="0">
                <a:latin typeface="+mn-lt"/>
              </a:rPr>
              <a:t>CO3:</a:t>
            </a:r>
            <a:br>
              <a:rPr lang="en-US" sz="2400" dirty="0"/>
            </a:br>
            <a:endParaRPr lang="en-US" sz="2400" b="0" dirty="0">
              <a:latin typeface="+mn-lt"/>
            </a:endParaRPr>
          </a:p>
        </p:txBody>
      </p:sp>
      <p:sp>
        <p:nvSpPr>
          <p:cNvPr id="13" name="Title 13">
            <a:extLst>
              <a:ext uri="{FF2B5EF4-FFF2-40B4-BE49-F238E27FC236}">
                <a16:creationId xmlns:a16="http://schemas.microsoft.com/office/drawing/2014/main" id="{BBA8A0F4-F547-438E-815A-3C41AF4A49EB}"/>
              </a:ext>
            </a:extLst>
          </p:cNvPr>
          <p:cNvSpPr txBox="1">
            <a:spLocks/>
          </p:cNvSpPr>
          <p:nvPr/>
        </p:nvSpPr>
        <p:spPr>
          <a:xfrm>
            <a:off x="1252874" y="3943171"/>
            <a:ext cx="8071430" cy="821235"/>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r>
              <a:rPr lang="en-US" sz="2400" b="0" dirty="0">
                <a:latin typeface="+mn-lt"/>
              </a:rPr>
              <a:t>At the end of this unit, students will be able to </a:t>
            </a:r>
          </a:p>
          <a:p>
            <a:r>
              <a:rPr lang="en-US" sz="2400" dirty="0">
                <a:solidFill>
                  <a:srgbClr val="FF0000"/>
                </a:solidFill>
              </a:rPr>
              <a:t>use domination and matching techniques. </a:t>
            </a:r>
            <a:r>
              <a:rPr lang="en-US" sz="800" dirty="0"/>
              <a:t>. </a:t>
            </a:r>
            <a:endParaRPr lang="en-US" sz="2400" dirty="0">
              <a:solidFill>
                <a:srgbClr val="FF0000"/>
              </a:solidFill>
            </a:endParaRPr>
          </a:p>
        </p:txBody>
      </p:sp>
    </p:spTree>
    <p:extLst>
      <p:ext uri="{BB962C8B-B14F-4D97-AF65-F5344CB8AC3E}">
        <p14:creationId xmlns:p14="http://schemas.microsoft.com/office/powerpoint/2010/main" val="1273260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241952"/>
            <a:ext cx="0" cy="4860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646362"/>
            <a:ext cx="9445594" cy="5801588"/>
          </a:xfrm>
          <a:prstGeom prst="rect">
            <a:avLst/>
          </a:prstGeom>
          <a:noFill/>
        </p:spPr>
        <p:txBody>
          <a:bodyPr wrap="square" rtlCol="0">
            <a:spAutoFit/>
          </a:bodyPr>
          <a:lstStyle/>
          <a:p>
            <a:pPr>
              <a:lnSpc>
                <a:spcPct val="125000"/>
              </a:lnSpc>
            </a:pPr>
            <a:r>
              <a:rPr lang="en-US" sz="2800" b="1" dirty="0">
                <a:solidFill>
                  <a:srgbClr val="FF0000"/>
                </a:solidFill>
              </a:rPr>
              <a:t>Topics of Unit 3</a:t>
            </a:r>
          </a:p>
          <a:p>
            <a:pPr marL="800100" lvl="1" indent="-342900">
              <a:lnSpc>
                <a:spcPct val="150000"/>
              </a:lnSpc>
              <a:buFont typeface="Wingdings" panose="05000000000000000000" pitchFamily="2" charset="2"/>
              <a:buChar char="§"/>
            </a:pPr>
            <a:r>
              <a:rPr lang="en-US" sz="2800" dirty="0">
                <a:solidFill>
                  <a:srgbClr val="002060"/>
                </a:solidFill>
              </a:rPr>
              <a:t>Introduction to Domination in Graphs</a:t>
            </a:r>
          </a:p>
          <a:p>
            <a:pPr marL="1257300" lvl="2" indent="-342900">
              <a:lnSpc>
                <a:spcPct val="150000"/>
              </a:lnSpc>
              <a:buFont typeface="Wingdings" panose="05000000000000000000" pitchFamily="2" charset="2"/>
              <a:buChar char="§"/>
            </a:pPr>
            <a:r>
              <a:rPr lang="en-US" sz="2800" dirty="0">
                <a:solidFill>
                  <a:srgbClr val="002060"/>
                </a:solidFill>
              </a:rPr>
              <a:t>Closed neighborhood</a:t>
            </a:r>
          </a:p>
          <a:p>
            <a:pPr marL="1257300" lvl="2" indent="-342900">
              <a:lnSpc>
                <a:spcPct val="150000"/>
              </a:lnSpc>
              <a:buFont typeface="Wingdings" panose="05000000000000000000" pitchFamily="2" charset="2"/>
              <a:buChar char="§"/>
            </a:pPr>
            <a:r>
              <a:rPr lang="en-US" sz="2800" dirty="0">
                <a:solidFill>
                  <a:srgbClr val="002060"/>
                </a:solidFill>
              </a:rPr>
              <a:t>Dominating Set </a:t>
            </a:r>
          </a:p>
          <a:p>
            <a:pPr marL="800100" lvl="1" indent="-342900">
              <a:lnSpc>
                <a:spcPct val="150000"/>
              </a:lnSpc>
              <a:buFont typeface="Wingdings" panose="05000000000000000000" pitchFamily="2" charset="2"/>
              <a:buChar char="§"/>
            </a:pPr>
            <a:r>
              <a:rPr lang="en-US" sz="2800" dirty="0">
                <a:solidFill>
                  <a:srgbClr val="002060"/>
                </a:solidFill>
              </a:rPr>
              <a:t>Domination Number and Total Domination  </a:t>
            </a:r>
          </a:p>
          <a:p>
            <a:pPr marL="800100" lvl="1" indent="-342900">
              <a:lnSpc>
                <a:spcPct val="150000"/>
              </a:lnSpc>
              <a:buFont typeface="Wingdings" panose="05000000000000000000" pitchFamily="2" charset="2"/>
              <a:buChar char="§"/>
            </a:pPr>
            <a:r>
              <a:rPr lang="en-US" sz="2800" dirty="0">
                <a:solidFill>
                  <a:srgbClr val="002060"/>
                </a:solidFill>
              </a:rPr>
              <a:t>Matching in Graphs</a:t>
            </a:r>
          </a:p>
          <a:p>
            <a:pPr marL="1257300" lvl="2" indent="-342900">
              <a:lnSpc>
                <a:spcPct val="150000"/>
              </a:lnSpc>
              <a:buFont typeface="Wingdings" panose="05000000000000000000" pitchFamily="2" charset="2"/>
              <a:buChar char="§"/>
            </a:pPr>
            <a:r>
              <a:rPr lang="en-US" sz="2800" dirty="0">
                <a:solidFill>
                  <a:srgbClr val="002060"/>
                </a:solidFill>
              </a:rPr>
              <a:t>Maximal Matching </a:t>
            </a:r>
          </a:p>
          <a:p>
            <a:pPr marL="1257300" lvl="2" indent="-342900">
              <a:lnSpc>
                <a:spcPct val="150000"/>
              </a:lnSpc>
              <a:buFont typeface="Wingdings" panose="05000000000000000000" pitchFamily="2" charset="2"/>
              <a:buChar char="§"/>
            </a:pPr>
            <a:r>
              <a:rPr lang="en-US" sz="2800" dirty="0">
                <a:solidFill>
                  <a:srgbClr val="002060"/>
                </a:solidFill>
              </a:rPr>
              <a:t>Maximum Matching </a:t>
            </a:r>
          </a:p>
          <a:p>
            <a:pPr marL="800100" lvl="1" indent="-342900">
              <a:lnSpc>
                <a:spcPct val="150000"/>
              </a:lnSpc>
              <a:buFont typeface="Wingdings" panose="05000000000000000000" pitchFamily="2" charset="2"/>
              <a:buChar char="§"/>
            </a:pPr>
            <a:r>
              <a:rPr lang="en-US" sz="2800" dirty="0">
                <a:solidFill>
                  <a:srgbClr val="002060"/>
                </a:solidFill>
              </a:rPr>
              <a:t>Perfect Matching and Hall’s Theorem (without proof)</a:t>
            </a:r>
          </a:p>
        </p:txBody>
      </p:sp>
    </p:spTree>
    <p:extLst>
      <p:ext uri="{BB962C8B-B14F-4D97-AF65-F5344CB8AC3E}">
        <p14:creationId xmlns:p14="http://schemas.microsoft.com/office/powerpoint/2010/main" val="138175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childTnLst>
                          </p:cTn>
                        </p:par>
                        <p:par>
                          <p:cTn id="22" fill="hold">
                            <p:stCondLst>
                              <p:cond delay="2000"/>
                            </p:stCondLst>
                            <p:childTnLst>
                              <p:par>
                                <p:cTn id="23" presetID="1"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Brief Introduction </a:t>
            </a:r>
            <a:endParaRPr lang="en-US" dirty="0"/>
          </a:p>
        </p:txBody>
      </p:sp>
    </p:spTree>
    <p:extLst>
      <p:ext uri="{BB962C8B-B14F-4D97-AF65-F5344CB8AC3E}">
        <p14:creationId xmlns:p14="http://schemas.microsoft.com/office/powerpoint/2010/main" val="3641178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Brief Introduction of Unit</a:t>
            </a:r>
          </a:p>
        </p:txBody>
      </p:sp>
      <p:sp>
        <p:nvSpPr>
          <p:cNvPr id="5" name="Content Placeholder 4"/>
          <p:cNvSpPr>
            <a:spLocks noGrp="1"/>
          </p:cNvSpPr>
          <p:nvPr>
            <p:ph idx="1"/>
          </p:nvPr>
        </p:nvSpPr>
        <p:spPr/>
        <p:txBody>
          <a:bodyPr/>
          <a:lstStyle/>
          <a:p>
            <a:pPr marL="0" indent="0">
              <a:buNone/>
            </a:pPr>
            <a:r>
              <a:rPr lang="en-US" dirty="0"/>
              <a:t>This Unit Focuses On</a:t>
            </a:r>
          </a:p>
          <a:p>
            <a:r>
              <a:rPr lang="en-US" dirty="0"/>
              <a:t>Domination in Graphs: </a:t>
            </a:r>
          </a:p>
          <a:p>
            <a:pPr lvl="1"/>
            <a:r>
              <a:rPr lang="en-US" dirty="0"/>
              <a:t>Selecting important vertices to control a network, </a:t>
            </a:r>
          </a:p>
          <a:p>
            <a:pPr lvl="1"/>
            <a:r>
              <a:rPr lang="en-US" dirty="0"/>
              <a:t>Dominating set and domination number.</a:t>
            </a:r>
          </a:p>
          <a:p>
            <a:r>
              <a:rPr lang="en-US" dirty="0"/>
              <a:t>Matching in Graphs: </a:t>
            </a:r>
          </a:p>
          <a:p>
            <a:pPr lvl="1"/>
            <a:r>
              <a:rPr lang="en-US" dirty="0"/>
              <a:t>Pairing vertices without overlap,</a:t>
            </a:r>
          </a:p>
          <a:p>
            <a:pPr lvl="1"/>
            <a:r>
              <a:rPr lang="en-US" dirty="0"/>
              <a:t>Maximal, maximum, and perfect matching.</a:t>
            </a:r>
          </a:p>
          <a:p>
            <a:r>
              <a:rPr lang="en-US" dirty="0"/>
              <a:t>Real-Life Applications: </a:t>
            </a:r>
          </a:p>
          <a:p>
            <a:pPr lvl="1"/>
            <a:r>
              <a:rPr lang="en-US" dirty="0"/>
              <a:t>Network monitoring, </a:t>
            </a:r>
          </a:p>
          <a:p>
            <a:pPr lvl="1"/>
            <a:r>
              <a:rPr lang="en-US" dirty="0"/>
              <a:t>Resource placement, </a:t>
            </a:r>
          </a:p>
          <a:p>
            <a:pPr lvl="1"/>
            <a:r>
              <a:rPr lang="en-US" dirty="0"/>
              <a:t>Job assignment Scheduling and pairing problems.</a:t>
            </a:r>
          </a:p>
        </p:txBody>
      </p:sp>
    </p:spTree>
    <p:extLst>
      <p:ext uri="{BB962C8B-B14F-4D97-AF65-F5344CB8AC3E}">
        <p14:creationId xmlns:p14="http://schemas.microsoft.com/office/powerpoint/2010/main" val="419464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Real-Life Problem : Wi-Fi Router Placement </a:t>
            </a:r>
          </a:p>
        </p:txBody>
      </p:sp>
      <p:sp>
        <p:nvSpPr>
          <p:cNvPr id="11" name="Content Placeholder 4"/>
          <p:cNvSpPr>
            <a:spLocks noGrp="1"/>
          </p:cNvSpPr>
          <p:nvPr>
            <p:ph idx="1"/>
          </p:nvPr>
        </p:nvSpPr>
        <p:spPr>
          <a:xfrm>
            <a:off x="131180" y="806618"/>
            <a:ext cx="8080051" cy="2452962"/>
          </a:xfrm>
        </p:spPr>
        <p:txBody>
          <a:bodyPr/>
          <a:lstStyle/>
          <a:p>
            <a:pPr>
              <a:lnSpc>
                <a:spcPct val="100000"/>
              </a:lnSpc>
            </a:pPr>
            <a:r>
              <a:rPr lang="en-US" dirty="0"/>
              <a:t>A university campus has several classrooms connected through corridors. The campus map is represented as a graph, where: </a:t>
            </a:r>
          </a:p>
          <a:p>
            <a:pPr lvl="1">
              <a:lnSpc>
                <a:spcPct val="100000"/>
              </a:lnSpc>
            </a:pPr>
            <a:r>
              <a:rPr lang="en-US" dirty="0"/>
              <a:t>Vertices represent classrooms </a:t>
            </a:r>
          </a:p>
          <a:p>
            <a:pPr lvl="1">
              <a:lnSpc>
                <a:spcPct val="100000"/>
              </a:lnSpc>
            </a:pPr>
            <a:r>
              <a:rPr lang="en-US" dirty="0"/>
              <a:t>Edges represent direct corridor connections</a:t>
            </a: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9867" y="806618"/>
            <a:ext cx="3598276" cy="2894039"/>
          </a:xfrm>
          <a:prstGeom prst="rect">
            <a:avLst/>
          </a:prstGeom>
        </p:spPr>
      </p:pic>
      <p:sp>
        <p:nvSpPr>
          <p:cNvPr id="13" name="Content Placeholder 4"/>
          <p:cNvSpPr txBox="1">
            <a:spLocks/>
          </p:cNvSpPr>
          <p:nvPr/>
        </p:nvSpPr>
        <p:spPr>
          <a:xfrm>
            <a:off x="131180" y="3259580"/>
            <a:ext cx="8371375" cy="309442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lvl="1" indent="-265113">
              <a:lnSpc>
                <a:spcPct val="100000"/>
              </a:lnSpc>
              <a:spcBef>
                <a:spcPts val="1000"/>
              </a:spcBef>
              <a:buFont typeface="Wingdings 3" panose="05040102010807070707" pitchFamily="18" charset="2"/>
              <a:buChar char=""/>
            </a:pPr>
            <a:r>
              <a:rPr lang="en-US" dirty="0"/>
              <a:t>The administration wants to install the minimum number of Wi-Fi routers such that every classroom:  </a:t>
            </a:r>
          </a:p>
          <a:p>
            <a:pPr lvl="1">
              <a:lnSpc>
                <a:spcPct val="100000"/>
              </a:lnSpc>
            </a:pPr>
            <a:r>
              <a:rPr lang="en-US" dirty="0"/>
              <a:t>Has a router OR </a:t>
            </a:r>
          </a:p>
          <a:p>
            <a:pPr lvl="1">
              <a:lnSpc>
                <a:spcPct val="100000"/>
              </a:lnSpc>
            </a:pPr>
            <a:r>
              <a:rPr lang="en-US" dirty="0"/>
              <a:t>Is directly connected to a classroom having a router.</a:t>
            </a:r>
          </a:p>
          <a:p>
            <a:pPr marL="265113" lvl="1" indent="-265113">
              <a:lnSpc>
                <a:spcPct val="100000"/>
              </a:lnSpc>
              <a:spcBef>
                <a:spcPts val="1000"/>
              </a:spcBef>
              <a:buFont typeface="Wingdings 3" panose="05040102010807070707" pitchFamily="18" charset="2"/>
              <a:buChar char=""/>
            </a:pPr>
            <a:r>
              <a:rPr lang="en-US" dirty="0"/>
              <a:t> Question Which classrooms should contain Wi-Fi routers?</a:t>
            </a:r>
          </a:p>
          <a:p>
            <a:pPr>
              <a:lnSpc>
                <a:spcPct val="100000"/>
              </a:lnSpc>
            </a:pPr>
            <a:endParaRPr lang="en-US" dirty="0"/>
          </a:p>
        </p:txBody>
      </p:sp>
    </p:spTree>
    <p:extLst>
      <p:ext uri="{BB962C8B-B14F-4D97-AF65-F5344CB8AC3E}">
        <p14:creationId xmlns:p14="http://schemas.microsoft.com/office/powerpoint/2010/main" val="304968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Real-Life Problem : Wi-Fi Router Placement </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9094" y="874521"/>
            <a:ext cx="6093812" cy="5467861"/>
          </a:xfrm>
          <a:prstGeom prst="rect">
            <a:avLst/>
          </a:prstGeom>
        </p:spPr>
      </p:pic>
      <p:sp>
        <p:nvSpPr>
          <p:cNvPr id="9" name="Oval 8"/>
          <p:cNvSpPr/>
          <p:nvPr/>
        </p:nvSpPr>
        <p:spPr>
          <a:xfrm>
            <a:off x="4067321" y="2152375"/>
            <a:ext cx="899940" cy="959313"/>
          </a:xfrm>
          <a:prstGeom prst="ellipse">
            <a:avLst/>
          </a:prstGeom>
          <a:noFill/>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Oval 9"/>
          <p:cNvSpPr/>
          <p:nvPr/>
        </p:nvSpPr>
        <p:spPr>
          <a:xfrm>
            <a:off x="7194933" y="2152375"/>
            <a:ext cx="899940" cy="959313"/>
          </a:xfrm>
          <a:prstGeom prst="ellipse">
            <a:avLst/>
          </a:prstGeom>
          <a:noFill/>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Oval 13"/>
          <p:cNvSpPr/>
          <p:nvPr/>
        </p:nvSpPr>
        <p:spPr>
          <a:xfrm>
            <a:off x="5618734" y="5075271"/>
            <a:ext cx="899940" cy="959313"/>
          </a:xfrm>
          <a:prstGeom prst="ellipse">
            <a:avLst/>
          </a:prstGeom>
          <a:noFill/>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01363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1000"/>
                                        <p:tgtEl>
                                          <p:spTgt spid="9"/>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1000"/>
                                        <p:tgtEl>
                                          <p:spTgt spid="10"/>
                                        </p:tgtEl>
                                      </p:cBhvr>
                                    </p:animEffect>
                                  </p:childTnLst>
                                </p:cTn>
                              </p:par>
                            </p:childTnLst>
                          </p:cTn>
                        </p:par>
                        <p:par>
                          <p:cTn id="12" fill="hold">
                            <p:stCondLst>
                              <p:cond delay="2000"/>
                            </p:stCondLst>
                            <p:childTnLst>
                              <p:par>
                                <p:cTn id="13" presetID="22" presetClass="entr" presetSubtype="4"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Real-Life Problem : Intern–Task Assignment</a:t>
            </a:r>
          </a:p>
        </p:txBody>
      </p:sp>
      <p:sp>
        <p:nvSpPr>
          <p:cNvPr id="3" name="Content Placeholder 2"/>
          <p:cNvSpPr>
            <a:spLocks noGrp="1"/>
          </p:cNvSpPr>
          <p:nvPr>
            <p:ph idx="1"/>
          </p:nvPr>
        </p:nvSpPr>
        <p:spPr/>
        <p:txBody>
          <a:bodyPr/>
          <a:lstStyle/>
          <a:p>
            <a:r>
              <a:rPr lang="en-US" b="1" dirty="0"/>
              <a:t>Situation: </a:t>
            </a:r>
          </a:p>
          <a:p>
            <a:pPr lvl="1"/>
            <a:r>
              <a:rPr lang="en-US" dirty="0"/>
              <a:t>There are </a:t>
            </a:r>
            <a:r>
              <a:rPr lang="en-US" b="1" dirty="0"/>
              <a:t>6 interns</a:t>
            </a:r>
            <a:r>
              <a:rPr lang="en-US" dirty="0"/>
              <a:t> and </a:t>
            </a:r>
            <a:r>
              <a:rPr lang="en-US" b="1" dirty="0"/>
              <a:t>6 tasks</a:t>
            </a:r>
            <a:r>
              <a:rPr lang="en-US" dirty="0"/>
              <a:t> </a:t>
            </a:r>
          </a:p>
          <a:p>
            <a:pPr lvl="1"/>
            <a:r>
              <a:rPr lang="en-US" dirty="0"/>
              <a:t>Each intern can perform only certain tasks </a:t>
            </a:r>
          </a:p>
          <a:p>
            <a:pPr lvl="1"/>
            <a:r>
              <a:rPr lang="en-US" dirty="0"/>
              <a:t>Possible assignments are represented using a graph </a:t>
            </a:r>
          </a:p>
          <a:p>
            <a:r>
              <a:rPr lang="en-US" b="1" dirty="0"/>
              <a:t>Objective:</a:t>
            </a:r>
          </a:p>
          <a:p>
            <a:pPr lvl="1"/>
            <a:r>
              <a:rPr lang="en-US" dirty="0"/>
              <a:t>Assign tasks such that:</a:t>
            </a:r>
          </a:p>
          <a:p>
            <a:pPr lvl="2"/>
            <a:r>
              <a:rPr lang="en-US" dirty="0"/>
              <a:t>Each intern gets exactly one task</a:t>
            </a:r>
          </a:p>
          <a:p>
            <a:pPr lvl="2"/>
            <a:r>
              <a:rPr lang="en-US" dirty="0"/>
              <a:t>No task is assigned to more than one intern</a:t>
            </a:r>
          </a:p>
          <a:p>
            <a:pPr lvl="2"/>
            <a:r>
              <a:rPr lang="en-US" dirty="0"/>
              <a:t>Maximum possible assignments are made</a:t>
            </a:r>
          </a:p>
          <a:p>
            <a:r>
              <a:rPr lang="en-US" b="1" dirty="0"/>
              <a:t>Question:</a:t>
            </a:r>
          </a:p>
          <a:p>
            <a:pPr lvl="1"/>
            <a:r>
              <a:rPr lang="en-US" dirty="0"/>
              <a:t>How can we assign interns efficiently?</a:t>
            </a:r>
          </a:p>
          <a:p>
            <a:endParaRPr lang="en-US" dirty="0"/>
          </a:p>
        </p:txBody>
      </p:sp>
    </p:spTree>
    <p:extLst>
      <p:ext uri="{BB962C8B-B14F-4D97-AF65-F5344CB8AC3E}">
        <p14:creationId xmlns:p14="http://schemas.microsoft.com/office/powerpoint/2010/main" val="2416667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Real-Life Problem : Intern–Task Assignment</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2997688" y="1132764"/>
            <a:ext cx="6123600" cy="5007600"/>
          </a:xfrm>
          <a:prstGeom prst="rect">
            <a:avLst/>
          </a:prstGeom>
        </p:spPr>
      </p:pic>
      <p:sp>
        <p:nvSpPr>
          <p:cNvPr id="17" name="Right Arrow 16"/>
          <p:cNvSpPr/>
          <p:nvPr/>
        </p:nvSpPr>
        <p:spPr>
          <a:xfrm>
            <a:off x="3783789" y="1442570"/>
            <a:ext cx="4572000" cy="212400"/>
          </a:xfrm>
          <a:prstGeom prst="righ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p:cNvSpPr/>
          <p:nvPr/>
        </p:nvSpPr>
        <p:spPr>
          <a:xfrm>
            <a:off x="3783790" y="2268305"/>
            <a:ext cx="4551396" cy="212400"/>
          </a:xfrm>
          <a:prstGeom prst="righ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rot="21018382">
            <a:off x="3747767" y="3515540"/>
            <a:ext cx="4644045" cy="212400"/>
          </a:xfrm>
          <a:prstGeom prst="righ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3778838" y="4747640"/>
            <a:ext cx="4573568" cy="213792"/>
          </a:xfrm>
          <a:prstGeom prst="righ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rot="553662">
            <a:off x="3766640" y="3503842"/>
            <a:ext cx="4618306" cy="212400"/>
          </a:xfrm>
          <a:prstGeom prst="righ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a:off x="3773192" y="5606383"/>
            <a:ext cx="4573568" cy="213792"/>
          </a:xfrm>
          <a:prstGeom prst="righ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9674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1000"/>
                                        <p:tgtEl>
                                          <p:spTgt spid="1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1000"/>
                                        <p:tgtEl>
                                          <p:spTgt spid="18"/>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left)">
                                      <p:cBhvr>
                                        <p:cTn id="19" dur="1000"/>
                                        <p:tgtEl>
                                          <p:spTgt spid="21"/>
                                        </p:tgtEl>
                                      </p:cBhvr>
                                    </p:animEffect>
                                  </p:childTnLst>
                                </p:cTn>
                              </p:par>
                            </p:childTnLst>
                          </p:cTn>
                        </p:par>
                        <p:par>
                          <p:cTn id="20" fill="hold">
                            <p:stCondLst>
                              <p:cond delay="3000"/>
                            </p:stCondLst>
                            <p:childTnLst>
                              <p:par>
                                <p:cTn id="21" presetID="22" presetClass="entr" presetSubtype="8"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left)">
                                      <p:cBhvr>
                                        <p:cTn id="23" dur="1000"/>
                                        <p:tgtEl>
                                          <p:spTgt spid="19"/>
                                        </p:tgtEl>
                                      </p:cBhvr>
                                    </p:animEffect>
                                  </p:childTnLst>
                                </p:cTn>
                              </p:par>
                            </p:childTnLst>
                          </p:cTn>
                        </p:par>
                        <p:par>
                          <p:cTn id="24" fill="hold">
                            <p:stCondLst>
                              <p:cond delay="4000"/>
                            </p:stCondLst>
                            <p:childTnLst>
                              <p:par>
                                <p:cTn id="25" presetID="22" presetClass="entr" presetSubtype="8"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1000"/>
                                        <p:tgtEl>
                                          <p:spTgt spid="20"/>
                                        </p:tgtEl>
                                      </p:cBhvr>
                                    </p:animEffect>
                                  </p:childTnLst>
                                </p:cTn>
                              </p:par>
                            </p:childTnLst>
                          </p:cTn>
                        </p:par>
                        <p:par>
                          <p:cTn id="28" fill="hold">
                            <p:stCondLst>
                              <p:cond delay="5000"/>
                            </p:stCondLst>
                            <p:childTnLst>
                              <p:par>
                                <p:cTn id="29" presetID="22" presetClass="entr" presetSubtype="8"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u="sng" dirty="0">
                <a:uFill>
                  <a:solidFill>
                    <a:schemeClr val="bg1"/>
                  </a:solidFill>
                </a:uFill>
              </a:rPr>
              <a:t>Method – 1</a:t>
            </a:r>
            <a:br>
              <a:rPr lang="en-US" dirty="0">
                <a:hlinkClick r:id="" action="ppaction://noaction">
                  <a:extLst>
                    <a:ext uri="{A12FA001-AC4F-418D-AE19-62706E023703}">
                      <ahyp:hlinkClr xmlns:ahyp="http://schemas.microsoft.com/office/drawing/2018/hyperlinkcolor" val="tx"/>
                    </a:ext>
                  </a:extLst>
                </a:hlinkClick>
              </a:rPr>
            </a:br>
            <a:r>
              <a:rPr lang="en-US" dirty="0"/>
              <a:t>Introduction to Domination</a:t>
            </a:r>
          </a:p>
        </p:txBody>
      </p:sp>
    </p:spTree>
    <p:extLst>
      <p:ext uri="{BB962C8B-B14F-4D97-AF65-F5344CB8AC3E}">
        <p14:creationId xmlns:p14="http://schemas.microsoft.com/office/powerpoint/2010/main" val="1907672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205DD86-315C-53B6-CEEF-A9919650168E}"/>
              </a:ext>
            </a:extLst>
          </p:cNvPr>
          <p:cNvCxnSpPr>
            <a:cxnSpLocks/>
            <a:stCxn id="5" idx="3"/>
            <a:endCxn id="10" idx="7"/>
          </p:cNvCxnSpPr>
          <p:nvPr/>
        </p:nvCxnSpPr>
        <p:spPr>
          <a:xfrm flipH="1" flipV="1">
            <a:off x="6863723" y="2531402"/>
            <a:ext cx="505437" cy="11899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Important Terms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0" y="863444"/>
                <a:ext cx="11929641" cy="4854775"/>
              </a:xfrm>
            </p:spPr>
            <p:txBody>
              <a:bodyPr/>
              <a:lstStyle/>
              <a:p>
                <a:r>
                  <a:rPr lang="en-US" dirty="0"/>
                  <a:t>For a vertex v of a graph G, a </a:t>
                </a:r>
                <a:r>
                  <a:rPr lang="en-US" b="1" dirty="0"/>
                  <a:t>neighbor of</a:t>
                </a:r>
                <a14:m>
                  <m:oMath xmlns:m="http://schemas.openxmlformats.org/officeDocument/2006/math">
                    <m:r>
                      <a:rPr lang="en-US" b="1" i="1">
                        <a:latin typeface="Cambria Math" panose="02040503050406030204" pitchFamily="18" charset="0"/>
                      </a:rPr>
                      <m:t> </m:t>
                    </m:r>
                    <m:r>
                      <a:rPr lang="en-US" b="1" i="1">
                        <a:latin typeface="Cambria Math" panose="02040503050406030204" pitchFamily="18" charset="0"/>
                      </a:rPr>
                      <m:t>𝐯</m:t>
                    </m:r>
                  </m:oMath>
                </a14:m>
                <a:r>
                  <a:rPr lang="en-US" dirty="0"/>
                  <a:t> is a vertex adjacent to</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v</m:t>
                    </m:r>
                  </m:oMath>
                </a14:m>
                <a:r>
                  <a:rPr lang="en-US" dirty="0"/>
                  <a:t> in</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G</m:t>
                    </m:r>
                  </m:oMath>
                </a14:m>
                <a:r>
                  <a:rPr lang="en-US" dirty="0"/>
                  <a:t>. Also, the neighborhood (or open neighborhood)</a:t>
                </a:r>
                <a14:m>
                  <m:oMath xmlns:m="http://schemas.openxmlformats.org/officeDocument/2006/math">
                    <m:r>
                      <a:rPr lang="en-US" smtClean="0">
                        <a:latin typeface="Cambria Math" panose="02040503050406030204" pitchFamily="18" charset="0"/>
                      </a:rPr>
                      <m:t> </m:t>
                    </m:r>
                    <m:r>
                      <m:rPr>
                        <m:sty m:val="p"/>
                      </m:rPr>
                      <a:rPr lang="en-US" smtClean="0">
                        <a:latin typeface="Cambria Math" panose="02040503050406030204" pitchFamily="18" charset="0"/>
                      </a:rPr>
                      <m:t>N</m:t>
                    </m:r>
                    <m:d>
                      <m:dPr>
                        <m:ctrlPr>
                          <a:rPr lang="en-US" i="1">
                            <a:latin typeface="Cambria Math" panose="02040503050406030204" pitchFamily="18" charset="0"/>
                          </a:rPr>
                        </m:ctrlPr>
                      </m:dPr>
                      <m:e>
                        <m:r>
                          <m:rPr>
                            <m:sty m:val="p"/>
                          </m:rPr>
                          <a:rPr lang="en-US">
                            <a:latin typeface="Cambria Math" panose="02040503050406030204" pitchFamily="18" charset="0"/>
                          </a:rPr>
                          <m:t>v</m:t>
                        </m:r>
                      </m:e>
                    </m:d>
                  </m:oMath>
                </a14:m>
                <a:r>
                  <a:rPr lang="en-US" dirty="0"/>
                  <a:t> of</a:t>
                </a:r>
                <a14:m>
                  <m:oMath xmlns:m="http://schemas.openxmlformats.org/officeDocument/2006/math">
                    <m:r>
                      <a:rPr lang="en-US" i="1">
                        <a:latin typeface="Cambria Math" panose="02040503050406030204" pitchFamily="18" charset="0"/>
                      </a:rPr>
                      <m:t> </m:t>
                    </m:r>
                    <m:r>
                      <m:rPr>
                        <m:sty m:val="p"/>
                      </m:rPr>
                      <a:rPr lang="en-US">
                        <a:latin typeface="Cambria Math" panose="02040503050406030204" pitchFamily="18" charset="0"/>
                      </a:rPr>
                      <m:t>v</m:t>
                    </m:r>
                  </m:oMath>
                </a14:m>
                <a:r>
                  <a:rPr lang="en-US" dirty="0"/>
                  <a:t> is the set of neighbors of</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v</m:t>
                    </m:r>
                  </m:oMath>
                </a14:m>
                <a:r>
                  <a:rPr lang="en-US" dirty="0"/>
                  <a:t>. </a:t>
                </a:r>
              </a:p>
              <a:p>
                <a:pPr lvl="0"/>
                <a:endParaRPr lang="en-US" dirty="0">
                  <a:solidFill>
                    <a:srgbClr val="D10233"/>
                  </a:solidFill>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9CB3AA53-5FE6-7420-2832-B8AB64C9E95F}"/>
                  </a:ext>
                </a:extLst>
              </p:cNvPr>
              <p:cNvSpPr>
                <a:spLocks noGrp="1" noRot="1" noChangeAspect="1" noMove="1" noResize="1" noEditPoints="1" noAdjustHandles="1" noChangeArrowheads="1" noChangeShapeType="1" noTextEdit="1"/>
              </p:cNvSpPr>
              <p:nvPr>
                <p:ph idx="1"/>
              </p:nvPr>
            </p:nvSpPr>
            <p:spPr>
              <a:xfrm>
                <a:off x="131180" y="863444"/>
                <a:ext cx="11929641" cy="4854775"/>
              </a:xfrm>
              <a:blipFill rotWithShape="0">
                <a:blip r:embed="rId2"/>
                <a:stretch>
                  <a:fillRect l="-971" t="-2261" r="-1074"/>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BDD11F87-DA81-9510-C1CB-0AF4093562CB}"/>
              </a:ext>
            </a:extLst>
          </p:cNvPr>
          <p:cNvSpPr/>
          <p:nvPr/>
        </p:nvSpPr>
        <p:spPr>
          <a:xfrm rot="5400000">
            <a:off x="5187840" y="36932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 name="Oval 4">
            <a:extLst>
              <a:ext uri="{FF2B5EF4-FFF2-40B4-BE49-F238E27FC236}">
                <a16:creationId xmlns:a16="http://schemas.microsoft.com/office/drawing/2014/main" id="{BDD11F87-DA81-9510-C1CB-0AF4093562CB}"/>
              </a:ext>
            </a:extLst>
          </p:cNvPr>
          <p:cNvSpPr/>
          <p:nvPr/>
        </p:nvSpPr>
        <p:spPr>
          <a:xfrm rot="5400000">
            <a:off x="7348072" y="37002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6277551" y="47988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 name="Straight Connector 6">
            <a:extLst>
              <a:ext uri="{FF2B5EF4-FFF2-40B4-BE49-F238E27FC236}">
                <a16:creationId xmlns:a16="http://schemas.microsoft.com/office/drawing/2014/main" id="{6205DD86-315C-53B6-CEEF-A9919650168E}"/>
              </a:ext>
            </a:extLst>
          </p:cNvPr>
          <p:cNvCxnSpPr>
            <a:cxnSpLocks/>
            <a:stCxn id="6" idx="3"/>
            <a:endCxn id="4" idx="7"/>
          </p:cNvCxnSpPr>
          <p:nvPr/>
        </p:nvCxnSpPr>
        <p:spPr>
          <a:xfrm flipH="1" flipV="1">
            <a:off x="5310752" y="3816137"/>
            <a:ext cx="987887" cy="10037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a:extLst>
              <a:ext uri="{FF2B5EF4-FFF2-40B4-BE49-F238E27FC236}">
                <a16:creationId xmlns:a16="http://schemas.microsoft.com/office/drawing/2014/main" id="{6205DD86-315C-53B6-CEEF-A9919650168E}"/>
              </a:ext>
            </a:extLst>
          </p:cNvPr>
          <p:cNvCxnSpPr>
            <a:cxnSpLocks/>
            <a:stCxn id="5" idx="5"/>
            <a:endCxn id="6" idx="1"/>
          </p:cNvCxnSpPr>
          <p:nvPr/>
        </p:nvCxnSpPr>
        <p:spPr>
          <a:xfrm flipH="1">
            <a:off x="6400463" y="3823194"/>
            <a:ext cx="968697" cy="9967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6205DD86-315C-53B6-CEEF-A9919650168E}"/>
              </a:ext>
            </a:extLst>
          </p:cNvPr>
          <p:cNvCxnSpPr>
            <a:cxnSpLocks/>
            <a:stCxn id="10" idx="5"/>
            <a:endCxn id="4" idx="1"/>
          </p:cNvCxnSpPr>
          <p:nvPr/>
        </p:nvCxnSpPr>
        <p:spPr>
          <a:xfrm flipH="1">
            <a:off x="5310752" y="2531402"/>
            <a:ext cx="1451147" cy="11829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a:extLst>
              <a:ext uri="{FF2B5EF4-FFF2-40B4-BE49-F238E27FC236}">
                <a16:creationId xmlns:a16="http://schemas.microsoft.com/office/drawing/2014/main" id="{BDD11F87-DA81-9510-C1CB-0AF4093562CB}"/>
              </a:ext>
            </a:extLst>
          </p:cNvPr>
          <p:cNvSpPr/>
          <p:nvPr/>
        </p:nvSpPr>
        <p:spPr>
          <a:xfrm rot="5400000">
            <a:off x="6740811" y="24084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6205DD86-315C-53B6-CEEF-A9919650168E}"/>
              </a:ext>
            </a:extLst>
          </p:cNvPr>
          <p:cNvCxnSpPr>
            <a:cxnSpLocks/>
            <a:stCxn id="6" idx="2"/>
            <a:endCxn id="10" idx="6"/>
          </p:cNvCxnSpPr>
          <p:nvPr/>
        </p:nvCxnSpPr>
        <p:spPr>
          <a:xfrm flipV="1">
            <a:off x="6349551" y="2552490"/>
            <a:ext cx="463260" cy="22463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 name="Oval 12">
            <a:extLst>
              <a:ext uri="{FF2B5EF4-FFF2-40B4-BE49-F238E27FC236}">
                <a16:creationId xmlns:a16="http://schemas.microsoft.com/office/drawing/2014/main" id="{BDD11F87-DA81-9510-C1CB-0AF4093562CB}"/>
              </a:ext>
            </a:extLst>
          </p:cNvPr>
          <p:cNvSpPr/>
          <p:nvPr/>
        </p:nvSpPr>
        <p:spPr>
          <a:xfrm rot="5400000">
            <a:off x="4119217" y="259108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 name="Straight Connector 13">
            <a:extLst>
              <a:ext uri="{FF2B5EF4-FFF2-40B4-BE49-F238E27FC236}">
                <a16:creationId xmlns:a16="http://schemas.microsoft.com/office/drawing/2014/main" id="{6205DD86-315C-53B6-CEEF-A9919650168E}"/>
              </a:ext>
            </a:extLst>
          </p:cNvPr>
          <p:cNvCxnSpPr>
            <a:cxnSpLocks/>
            <a:stCxn id="4" idx="3"/>
            <a:endCxn id="13" idx="7"/>
          </p:cNvCxnSpPr>
          <p:nvPr/>
        </p:nvCxnSpPr>
        <p:spPr>
          <a:xfrm flipH="1" flipV="1">
            <a:off x="4242129" y="2714000"/>
            <a:ext cx="966799" cy="10003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6205DD86-315C-53B6-CEEF-A9919650168E}"/>
              </a:ext>
            </a:extLst>
          </p:cNvPr>
          <p:cNvCxnSpPr>
            <a:cxnSpLocks/>
            <a:stCxn id="17" idx="4"/>
            <a:endCxn id="13" idx="0"/>
          </p:cNvCxnSpPr>
          <p:nvPr/>
        </p:nvCxnSpPr>
        <p:spPr>
          <a:xfrm flipH="1" flipV="1">
            <a:off x="4263217" y="2663088"/>
            <a:ext cx="945711" cy="25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4" idx="2"/>
            <a:endCxn id="17" idx="6"/>
          </p:cNvCxnSpPr>
          <p:nvPr/>
        </p:nvCxnSpPr>
        <p:spPr>
          <a:xfrm flipV="1">
            <a:off x="5259840" y="2737651"/>
            <a:ext cx="21088" cy="9555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 name="Oval 16">
            <a:extLst>
              <a:ext uri="{FF2B5EF4-FFF2-40B4-BE49-F238E27FC236}">
                <a16:creationId xmlns:a16="http://schemas.microsoft.com/office/drawing/2014/main" id="{BDD11F87-DA81-9510-C1CB-0AF4093562CB}"/>
              </a:ext>
            </a:extLst>
          </p:cNvPr>
          <p:cNvSpPr/>
          <p:nvPr/>
        </p:nvSpPr>
        <p:spPr>
          <a:xfrm rot="5400000">
            <a:off x="5208928" y="25936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 name="Straight Connector 17">
            <a:extLst>
              <a:ext uri="{FF2B5EF4-FFF2-40B4-BE49-F238E27FC236}">
                <a16:creationId xmlns:a16="http://schemas.microsoft.com/office/drawing/2014/main" id="{6205DD86-315C-53B6-CEEF-A9919650168E}"/>
              </a:ext>
            </a:extLst>
          </p:cNvPr>
          <p:cNvCxnSpPr>
            <a:cxnSpLocks/>
            <a:stCxn id="5" idx="4"/>
            <a:endCxn id="17" idx="7"/>
          </p:cNvCxnSpPr>
          <p:nvPr/>
        </p:nvCxnSpPr>
        <p:spPr>
          <a:xfrm flipH="1" flipV="1">
            <a:off x="5331840" y="2716563"/>
            <a:ext cx="2016232" cy="10557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9" name="Oval 18"/>
          <p:cNvSpPr/>
          <p:nvPr/>
        </p:nvSpPr>
        <p:spPr>
          <a:xfrm>
            <a:off x="5075690" y="3599761"/>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0" name="Oval 19"/>
          <p:cNvSpPr/>
          <p:nvPr/>
        </p:nvSpPr>
        <p:spPr>
          <a:xfrm>
            <a:off x="7214834" y="3612686"/>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Oval 20"/>
          <p:cNvSpPr/>
          <p:nvPr/>
        </p:nvSpPr>
        <p:spPr>
          <a:xfrm>
            <a:off x="6155806" y="4710685"/>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7" name="Straight Connector 26"/>
          <p:cNvCxnSpPr/>
          <p:nvPr/>
        </p:nvCxnSpPr>
        <p:spPr>
          <a:xfrm>
            <a:off x="3022600" y="1720850"/>
            <a:ext cx="26162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3" name="Flowchart: Summing Junction 32"/>
          <p:cNvSpPr/>
          <p:nvPr/>
        </p:nvSpPr>
        <p:spPr>
          <a:xfrm rot="620727">
            <a:off x="6646521" y="2295138"/>
            <a:ext cx="353667" cy="370073"/>
          </a:xfrm>
          <a:prstGeom prst="flowChartSummingJunction">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5024778" y="3861756"/>
            <a:ext cx="356188" cy="523220"/>
          </a:xfrm>
          <a:prstGeom prst="rect">
            <a:avLst/>
          </a:prstGeom>
          <a:noFill/>
        </p:spPr>
        <p:txBody>
          <a:bodyPr wrap="none" rtlCol="0">
            <a:spAutoFit/>
          </a:bodyPr>
          <a:lstStyle/>
          <a:p>
            <a:r>
              <a:rPr lang="en-US" sz="2800" dirty="0">
                <a:solidFill>
                  <a:srgbClr val="C00000"/>
                </a:solidFill>
              </a:rPr>
              <a:t>a</a:t>
            </a:r>
            <a:endParaRPr lang="en-US" dirty="0">
              <a:solidFill>
                <a:srgbClr val="C00000"/>
              </a:solidFill>
            </a:endParaRPr>
          </a:p>
        </p:txBody>
      </p:sp>
      <p:sp>
        <p:nvSpPr>
          <p:cNvPr id="25" name="TextBox 24"/>
          <p:cNvSpPr txBox="1"/>
          <p:nvPr/>
        </p:nvSpPr>
        <p:spPr>
          <a:xfrm>
            <a:off x="6155806" y="5062076"/>
            <a:ext cx="360996" cy="523220"/>
          </a:xfrm>
          <a:prstGeom prst="rect">
            <a:avLst/>
          </a:prstGeom>
          <a:noFill/>
        </p:spPr>
        <p:txBody>
          <a:bodyPr wrap="none" rtlCol="0">
            <a:spAutoFit/>
          </a:bodyPr>
          <a:lstStyle/>
          <a:p>
            <a:r>
              <a:rPr lang="en-US" sz="2800" dirty="0">
                <a:solidFill>
                  <a:srgbClr val="C00000"/>
                </a:solidFill>
              </a:rPr>
              <a:t>b</a:t>
            </a:r>
          </a:p>
        </p:txBody>
      </p:sp>
      <p:sp>
        <p:nvSpPr>
          <p:cNvPr id="26" name="TextBox 25"/>
          <p:cNvSpPr txBox="1"/>
          <p:nvPr/>
        </p:nvSpPr>
        <p:spPr>
          <a:xfrm>
            <a:off x="7239574" y="3924525"/>
            <a:ext cx="349776" cy="523220"/>
          </a:xfrm>
          <a:prstGeom prst="rect">
            <a:avLst/>
          </a:prstGeom>
          <a:noFill/>
        </p:spPr>
        <p:txBody>
          <a:bodyPr wrap="none" rtlCol="0">
            <a:spAutoFit/>
          </a:bodyPr>
          <a:lstStyle/>
          <a:p>
            <a:r>
              <a:rPr lang="en-US" sz="2800" dirty="0">
                <a:solidFill>
                  <a:srgbClr val="C00000"/>
                </a:solidFill>
              </a:rPr>
              <a:t>c</a:t>
            </a:r>
          </a:p>
        </p:txBody>
      </p:sp>
      <p:sp>
        <p:nvSpPr>
          <p:cNvPr id="28" name="TextBox 27"/>
          <p:cNvSpPr txBox="1"/>
          <p:nvPr/>
        </p:nvSpPr>
        <p:spPr>
          <a:xfrm>
            <a:off x="4009917" y="2735088"/>
            <a:ext cx="362600" cy="523220"/>
          </a:xfrm>
          <a:prstGeom prst="rect">
            <a:avLst/>
          </a:prstGeom>
          <a:noFill/>
        </p:spPr>
        <p:txBody>
          <a:bodyPr wrap="none" rtlCol="0">
            <a:spAutoFit/>
          </a:bodyPr>
          <a:lstStyle/>
          <a:p>
            <a:r>
              <a:rPr lang="en-US" sz="2800" dirty="0">
                <a:solidFill>
                  <a:srgbClr val="C00000"/>
                </a:solidFill>
              </a:rPr>
              <a:t>d</a:t>
            </a:r>
          </a:p>
        </p:txBody>
      </p:sp>
      <p:sp>
        <p:nvSpPr>
          <p:cNvPr id="29" name="TextBox 28"/>
          <p:cNvSpPr txBox="1"/>
          <p:nvPr/>
        </p:nvSpPr>
        <p:spPr>
          <a:xfrm>
            <a:off x="5075690" y="2098200"/>
            <a:ext cx="352982" cy="523220"/>
          </a:xfrm>
          <a:prstGeom prst="rect">
            <a:avLst/>
          </a:prstGeom>
          <a:noFill/>
        </p:spPr>
        <p:txBody>
          <a:bodyPr wrap="none" rtlCol="0">
            <a:spAutoFit/>
          </a:bodyPr>
          <a:lstStyle/>
          <a:p>
            <a:r>
              <a:rPr lang="en-US" sz="2800" dirty="0">
                <a:solidFill>
                  <a:srgbClr val="C00000"/>
                </a:solidFill>
              </a:rPr>
              <a:t>e</a:t>
            </a:r>
          </a:p>
        </p:txBody>
      </p:sp>
      <p:sp>
        <p:nvSpPr>
          <p:cNvPr id="30" name="TextBox 29"/>
          <p:cNvSpPr txBox="1"/>
          <p:nvPr/>
        </p:nvSpPr>
        <p:spPr>
          <a:xfrm>
            <a:off x="6823354" y="1882748"/>
            <a:ext cx="338554" cy="523220"/>
          </a:xfrm>
          <a:prstGeom prst="rect">
            <a:avLst/>
          </a:prstGeom>
          <a:noFill/>
        </p:spPr>
        <p:txBody>
          <a:bodyPr wrap="none" rtlCol="0">
            <a:spAutoFit/>
          </a:bodyPr>
          <a:lstStyle/>
          <a:p>
            <a:r>
              <a:rPr lang="en-US" sz="2800" dirty="0">
                <a:solidFill>
                  <a:srgbClr val="C00000"/>
                </a:solidFill>
              </a:rPr>
              <a:t>v</a:t>
            </a:r>
          </a:p>
        </p:txBody>
      </p:sp>
      <mc:AlternateContent xmlns:mc="http://schemas.openxmlformats.org/markup-compatibility/2006" xmlns:a14="http://schemas.microsoft.com/office/drawing/2010/main">
        <mc:Choice Requires="a14">
          <p:sp>
            <p:nvSpPr>
              <p:cNvPr id="23" name="Rectangle 22"/>
              <p:cNvSpPr/>
              <p:nvPr/>
            </p:nvSpPr>
            <p:spPr>
              <a:xfrm>
                <a:off x="4835845" y="5582529"/>
                <a:ext cx="253223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N</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v</m:t>
                          </m:r>
                        </m:e>
                      </m:d>
                      <m:r>
                        <a:rPr lang="en-US" sz="2800" b="0" i="1" smtClean="0">
                          <a:solidFill>
                            <a:srgbClr val="002060"/>
                          </a:solidFill>
                          <a:latin typeface="Cambria Math" panose="02040503050406030204" pitchFamily="18" charset="0"/>
                        </a:rPr>
                        <m:t>=</m:t>
                      </m:r>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c</m:t>
                          </m:r>
                        </m:e>
                      </m:d>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4835845" y="5582529"/>
                <a:ext cx="2532232" cy="523220"/>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7936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9" presetClass="emph" presetSubtype="0" fill="hold" grpId="1" nodeType="clickEffect">
                                  <p:stCondLst>
                                    <p:cond delay="0"/>
                                  </p:stCondLst>
                                  <p:childTnLst>
                                    <p:animClr clrSpc="rgb" dir="cw">
                                      <p:cBhvr override="childStyle">
                                        <p:cTn id="54" dur="500" fill="hold"/>
                                        <p:tgtEl>
                                          <p:spTgt spid="10"/>
                                        </p:tgtEl>
                                        <p:attrNameLst>
                                          <p:attrName>style.color</p:attrName>
                                        </p:attrNameLst>
                                      </p:cBhvr>
                                      <p:to>
                                        <a:srgbClr val="FFFF00"/>
                                      </p:to>
                                    </p:animClr>
                                    <p:animClr clrSpc="rgb" dir="cw">
                                      <p:cBhvr>
                                        <p:cTn id="55" dur="500" fill="hold"/>
                                        <p:tgtEl>
                                          <p:spTgt spid="10"/>
                                        </p:tgtEl>
                                        <p:attrNameLst>
                                          <p:attrName>fillcolor</p:attrName>
                                        </p:attrNameLst>
                                      </p:cBhvr>
                                      <p:to>
                                        <a:srgbClr val="FFFF00"/>
                                      </p:to>
                                    </p:animClr>
                                    <p:set>
                                      <p:cBhvr>
                                        <p:cTn id="56" dur="500" fill="hold"/>
                                        <p:tgtEl>
                                          <p:spTgt spid="10"/>
                                        </p:tgtEl>
                                        <p:attrNameLst>
                                          <p:attrName>fill.type</p:attrName>
                                        </p:attrNameLst>
                                      </p:cBhvr>
                                      <p:to>
                                        <p:strVal val="solid"/>
                                      </p:to>
                                    </p:set>
                                    <p:set>
                                      <p:cBhvr>
                                        <p:cTn id="57" dur="500" fill="hold"/>
                                        <p:tgtEl>
                                          <p:spTgt spid="10"/>
                                        </p:tgtEl>
                                        <p:attrNameLst>
                                          <p:attrName>fill.on</p:attrName>
                                        </p:attrNameLst>
                                      </p:cBhvr>
                                      <p:to>
                                        <p:strVal val="true"/>
                                      </p:to>
                                    </p:set>
                                  </p:childTnLst>
                                </p:cTn>
                              </p:par>
                            </p:childTnLst>
                          </p:cTn>
                        </p:par>
                      </p:childTnLst>
                    </p:cTn>
                  </p:par>
                  <p:par>
                    <p:cTn id="58" fill="hold">
                      <p:stCondLst>
                        <p:cond delay="indefinite"/>
                      </p:stCondLst>
                      <p:childTnLst>
                        <p:par>
                          <p:cTn id="59" fill="hold">
                            <p:stCondLst>
                              <p:cond delay="0"/>
                            </p:stCondLst>
                            <p:childTnLst>
                              <p:par>
                                <p:cTn id="60" presetID="19" presetClass="emph" presetSubtype="0" fill="hold" grpId="1" nodeType="clickEffect">
                                  <p:stCondLst>
                                    <p:cond delay="0"/>
                                  </p:stCondLst>
                                  <p:childTnLst>
                                    <p:animClr clrSpc="rgb" dir="cw">
                                      <p:cBhvr override="childStyle">
                                        <p:cTn id="61" dur="500" fill="hold"/>
                                        <p:tgtEl>
                                          <p:spTgt spid="4"/>
                                        </p:tgtEl>
                                        <p:attrNameLst>
                                          <p:attrName>style.color</p:attrName>
                                        </p:attrNameLst>
                                      </p:cBhvr>
                                      <p:to>
                                        <a:schemeClr val="accent2"/>
                                      </p:to>
                                    </p:animClr>
                                    <p:animClr clrSpc="rgb" dir="cw">
                                      <p:cBhvr>
                                        <p:cTn id="62" dur="500" fill="hold"/>
                                        <p:tgtEl>
                                          <p:spTgt spid="4"/>
                                        </p:tgtEl>
                                        <p:attrNameLst>
                                          <p:attrName>fillcolor</p:attrName>
                                        </p:attrNameLst>
                                      </p:cBhvr>
                                      <p:to>
                                        <a:schemeClr val="accent2"/>
                                      </p:to>
                                    </p:animClr>
                                    <p:set>
                                      <p:cBhvr>
                                        <p:cTn id="63" dur="500" fill="hold"/>
                                        <p:tgtEl>
                                          <p:spTgt spid="4"/>
                                        </p:tgtEl>
                                        <p:attrNameLst>
                                          <p:attrName>fill.type</p:attrName>
                                        </p:attrNameLst>
                                      </p:cBhvr>
                                      <p:to>
                                        <p:strVal val="solid"/>
                                      </p:to>
                                    </p:set>
                                    <p:set>
                                      <p:cBhvr>
                                        <p:cTn id="64" dur="500" fill="hold"/>
                                        <p:tgtEl>
                                          <p:spTgt spid="4"/>
                                        </p:tgtEl>
                                        <p:attrNameLst>
                                          <p:attrName>fill.on</p:attrName>
                                        </p:attrNameLst>
                                      </p:cBhvr>
                                      <p:to>
                                        <p:strVal val="true"/>
                                      </p:to>
                                    </p:set>
                                  </p:childTnLst>
                                </p:cTn>
                              </p:par>
                              <p:par>
                                <p:cTn id="65" presetID="19" presetClass="emph" presetSubtype="0" fill="hold" grpId="1" nodeType="withEffect">
                                  <p:stCondLst>
                                    <p:cond delay="0"/>
                                  </p:stCondLst>
                                  <p:childTnLst>
                                    <p:animClr clrSpc="rgb" dir="cw">
                                      <p:cBhvr override="childStyle">
                                        <p:cTn id="66" dur="500" fill="hold"/>
                                        <p:tgtEl>
                                          <p:spTgt spid="5"/>
                                        </p:tgtEl>
                                        <p:attrNameLst>
                                          <p:attrName>style.color</p:attrName>
                                        </p:attrNameLst>
                                      </p:cBhvr>
                                      <p:to>
                                        <a:schemeClr val="accent2"/>
                                      </p:to>
                                    </p:animClr>
                                    <p:animClr clrSpc="rgb" dir="cw">
                                      <p:cBhvr>
                                        <p:cTn id="67" dur="500" fill="hold"/>
                                        <p:tgtEl>
                                          <p:spTgt spid="5"/>
                                        </p:tgtEl>
                                        <p:attrNameLst>
                                          <p:attrName>fillcolor</p:attrName>
                                        </p:attrNameLst>
                                      </p:cBhvr>
                                      <p:to>
                                        <a:schemeClr val="accent2"/>
                                      </p:to>
                                    </p:animClr>
                                    <p:set>
                                      <p:cBhvr>
                                        <p:cTn id="68" dur="500" fill="hold"/>
                                        <p:tgtEl>
                                          <p:spTgt spid="5"/>
                                        </p:tgtEl>
                                        <p:attrNameLst>
                                          <p:attrName>fill.type</p:attrName>
                                        </p:attrNameLst>
                                      </p:cBhvr>
                                      <p:to>
                                        <p:strVal val="solid"/>
                                      </p:to>
                                    </p:set>
                                    <p:set>
                                      <p:cBhvr>
                                        <p:cTn id="69" dur="500" fill="hold"/>
                                        <p:tgtEl>
                                          <p:spTgt spid="5"/>
                                        </p:tgtEl>
                                        <p:attrNameLst>
                                          <p:attrName>fill.on</p:attrName>
                                        </p:attrNameLst>
                                      </p:cBhvr>
                                      <p:to>
                                        <p:strVal val="true"/>
                                      </p:to>
                                    </p:set>
                                  </p:childTnLst>
                                </p:cTn>
                              </p:par>
                              <p:par>
                                <p:cTn id="70" presetID="19" presetClass="emph" presetSubtype="0" fill="hold" grpId="1" nodeType="withEffect">
                                  <p:stCondLst>
                                    <p:cond delay="0"/>
                                  </p:stCondLst>
                                  <p:childTnLst>
                                    <p:animClr clrSpc="rgb" dir="cw">
                                      <p:cBhvr override="childStyle">
                                        <p:cTn id="71" dur="500" fill="hold"/>
                                        <p:tgtEl>
                                          <p:spTgt spid="6"/>
                                        </p:tgtEl>
                                        <p:attrNameLst>
                                          <p:attrName>style.color</p:attrName>
                                        </p:attrNameLst>
                                      </p:cBhvr>
                                      <p:to>
                                        <a:schemeClr val="accent2"/>
                                      </p:to>
                                    </p:animClr>
                                    <p:animClr clrSpc="rgb" dir="cw">
                                      <p:cBhvr>
                                        <p:cTn id="72" dur="500" fill="hold"/>
                                        <p:tgtEl>
                                          <p:spTgt spid="6"/>
                                        </p:tgtEl>
                                        <p:attrNameLst>
                                          <p:attrName>fillcolor</p:attrName>
                                        </p:attrNameLst>
                                      </p:cBhvr>
                                      <p:to>
                                        <a:schemeClr val="accent2"/>
                                      </p:to>
                                    </p:animClr>
                                    <p:set>
                                      <p:cBhvr>
                                        <p:cTn id="73" dur="500" fill="hold"/>
                                        <p:tgtEl>
                                          <p:spTgt spid="6"/>
                                        </p:tgtEl>
                                        <p:attrNameLst>
                                          <p:attrName>fill.type</p:attrName>
                                        </p:attrNameLst>
                                      </p:cBhvr>
                                      <p:to>
                                        <p:strVal val="solid"/>
                                      </p:to>
                                    </p:set>
                                    <p:set>
                                      <p:cBhvr>
                                        <p:cTn id="74" dur="500" fill="hold"/>
                                        <p:tgtEl>
                                          <p:spTgt spid="6"/>
                                        </p:tgtEl>
                                        <p:attrNameLst>
                                          <p:attrName>fill.on</p:attrName>
                                        </p:attrNameLst>
                                      </p:cBhvr>
                                      <p:to>
                                        <p:strVal val="true"/>
                                      </p:to>
                                    </p:set>
                                  </p:childTnLst>
                                </p:cTn>
                              </p:par>
                            </p:childTnLst>
                          </p:cTn>
                        </p:par>
                        <p:par>
                          <p:cTn id="75" fill="hold">
                            <p:stCondLst>
                              <p:cond delay="500"/>
                            </p:stCondLst>
                            <p:childTnLst>
                              <p:par>
                                <p:cTn id="76" presetID="22" presetClass="entr" presetSubtype="4" fill="hold" grpId="0" nodeType="after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wipe(down)">
                                      <p:cBhvr>
                                        <p:cTn id="78" dur="500"/>
                                        <p:tgtEl>
                                          <p:spTgt spid="19"/>
                                        </p:tgtEl>
                                      </p:cBhvr>
                                    </p:animEffect>
                                  </p:childTnLst>
                                </p:cTn>
                              </p:par>
                            </p:childTnLst>
                          </p:cTn>
                        </p:par>
                        <p:par>
                          <p:cTn id="79" fill="hold">
                            <p:stCondLst>
                              <p:cond delay="1000"/>
                            </p:stCondLst>
                            <p:childTnLst>
                              <p:par>
                                <p:cTn id="80" presetID="22" presetClass="entr" presetSubtype="4"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wipe(down)">
                                      <p:cBhvr>
                                        <p:cTn id="82" dur="500"/>
                                        <p:tgtEl>
                                          <p:spTgt spid="21"/>
                                        </p:tgtEl>
                                      </p:cBhvr>
                                    </p:animEffect>
                                  </p:childTnLst>
                                </p:cTn>
                              </p:par>
                            </p:childTnLst>
                          </p:cTn>
                        </p:par>
                        <p:par>
                          <p:cTn id="83" fill="hold">
                            <p:stCondLst>
                              <p:cond delay="1500"/>
                            </p:stCondLst>
                            <p:childTnLst>
                              <p:par>
                                <p:cTn id="84" presetID="22" presetClass="entr" presetSubtype="4"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wipe(down)">
                                      <p:cBhvr>
                                        <p:cTn id="86" dur="500"/>
                                        <p:tgtEl>
                                          <p:spTgt spid="20"/>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10" grpId="0" animBg="1"/>
      <p:bldP spid="10" grpId="1" animBg="1"/>
      <p:bldP spid="13" grpId="0" animBg="1"/>
      <p:bldP spid="17" grpId="0" animBg="1"/>
      <p:bldP spid="19" grpId="0" animBg="1"/>
      <p:bldP spid="20" grpId="0" animBg="1"/>
      <p:bldP spid="21" grpId="0" animBg="1"/>
      <p:bldP spid="33" grpId="0" animBg="1"/>
      <p:bldP spid="22" grpId="0"/>
      <p:bldP spid="25" grpId="0"/>
      <p:bldP spid="26" grpId="0"/>
      <p:bldP spid="28" grpId="0"/>
      <p:bldP spid="29" grpId="0"/>
      <p:bldP spid="30"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Important Terms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94667" y="886871"/>
                <a:ext cx="11929641" cy="4854775"/>
              </a:xfrm>
            </p:spPr>
            <p:txBody>
              <a:bodyPr/>
              <a:lstStyle/>
              <a:p>
                <a:pPr lvl="0"/>
                <a:r>
                  <a:rPr lang="en-US" dirty="0"/>
                  <a:t>The </a:t>
                </a:r>
                <a:r>
                  <a:rPr lang="en-US" b="1" dirty="0"/>
                  <a:t>closed neighborhood</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N</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v</m:t>
                        </m:r>
                      </m:e>
                    </m:d>
                  </m:oMath>
                </a14:m>
                <a:r>
                  <a:rPr lang="en-US" dirty="0"/>
                  <a:t> is defined as</a:t>
                </a:r>
                <a14:m>
                  <m:oMath xmlns:m="http://schemas.openxmlformats.org/officeDocument/2006/math">
                    <m:r>
                      <a:rPr lang="en-US" b="0" i="0" smtClean="0">
                        <a:latin typeface="Cambria Math" panose="02040503050406030204" pitchFamily="18" charset="0"/>
                      </a:rPr>
                      <m:t> </m:t>
                    </m:r>
                    <m:r>
                      <m:rPr>
                        <m:sty m:val="p"/>
                      </m:rPr>
                      <a:rPr lang="en-US">
                        <a:latin typeface="Cambria Math" panose="02040503050406030204" pitchFamily="18" charset="0"/>
                      </a:rPr>
                      <m:t>N</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v</m:t>
                        </m:r>
                      </m:e>
                    </m:d>
                    <m:r>
                      <a:rPr lang="en-US">
                        <a:latin typeface="Cambria Math" panose="02040503050406030204" pitchFamily="18" charset="0"/>
                      </a:rPr>
                      <m:t>= </m:t>
                    </m:r>
                    <m:r>
                      <m:rPr>
                        <m:sty m:val="p"/>
                      </m:rPr>
                      <a:rPr lang="en-US">
                        <a:latin typeface="Cambria Math" panose="02040503050406030204" pitchFamily="18" charset="0"/>
                      </a:rPr>
                      <m:t>N</m:t>
                    </m:r>
                    <m:d>
                      <m:dPr>
                        <m:ctrlPr>
                          <a:rPr lang="en-US" i="1">
                            <a:latin typeface="Cambria Math" panose="02040503050406030204" pitchFamily="18" charset="0"/>
                          </a:rPr>
                        </m:ctrlPr>
                      </m:dPr>
                      <m:e>
                        <m:r>
                          <m:rPr>
                            <m:sty m:val="p"/>
                          </m:rPr>
                          <a:rPr lang="en-US">
                            <a:latin typeface="Cambria Math" panose="02040503050406030204" pitchFamily="18" charset="0"/>
                          </a:rPr>
                          <m:t>v</m:t>
                        </m:r>
                      </m:e>
                    </m:d>
                    <m:r>
                      <a:rPr lang="en-US">
                        <a:latin typeface="Cambria Math" panose="02040503050406030204" pitchFamily="18" charset="0"/>
                      </a:rPr>
                      <m:t>∪{</m:t>
                    </m:r>
                    <m:r>
                      <m:rPr>
                        <m:sty m:val="p"/>
                      </m:rPr>
                      <a:rPr lang="en-US">
                        <a:latin typeface="Cambria Math" panose="02040503050406030204" pitchFamily="18" charset="0"/>
                      </a:rPr>
                      <m:t>v</m:t>
                    </m:r>
                    <m:r>
                      <a:rPr lang="en-US">
                        <a:latin typeface="Cambria Math" panose="02040503050406030204" pitchFamily="18" charset="0"/>
                      </a:rPr>
                      <m:t>}</m:t>
                    </m:r>
                  </m:oMath>
                </a14:m>
                <a:r>
                  <a:rPr lang="en-US" dirty="0"/>
                  <a:t>.</a:t>
                </a:r>
              </a:p>
              <a:p>
                <a:pPr marL="0" lvl="0" indent="0">
                  <a:buNone/>
                </a:pPr>
                <a:endParaRPr lang="en-US" dirty="0">
                  <a:solidFill>
                    <a:srgbClr val="D10233"/>
                  </a:solidFill>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9CB3AA53-5FE6-7420-2832-B8AB64C9E95F}"/>
                  </a:ext>
                </a:extLst>
              </p:cNvPr>
              <p:cNvSpPr>
                <a:spLocks noGrp="1" noRot="1" noChangeAspect="1" noMove="1" noResize="1" noEditPoints="1" noAdjustHandles="1" noChangeArrowheads="1" noChangeShapeType="1" noTextEdit="1"/>
              </p:cNvSpPr>
              <p:nvPr>
                <p:ph idx="1"/>
              </p:nvPr>
            </p:nvSpPr>
            <p:spPr>
              <a:xfrm>
                <a:off x="94667" y="886871"/>
                <a:ext cx="11929641" cy="4854775"/>
              </a:xfrm>
              <a:blipFill rotWithShape="0">
                <a:blip r:embed="rId2"/>
                <a:stretch>
                  <a:fillRect l="-971" t="-2133"/>
                </a:stretch>
              </a:blipFill>
            </p:spPr>
            <p:txBody>
              <a:bodyPr/>
              <a:lstStyle/>
              <a:p>
                <a:r>
                  <a:rPr lang="en-US">
                    <a:noFill/>
                  </a:rPr>
                  <a:t> </a:t>
                </a:r>
              </a:p>
            </p:txBody>
          </p:sp>
        </mc:Fallback>
      </mc:AlternateContent>
      <p:cxnSp>
        <p:nvCxnSpPr>
          <p:cNvPr id="27" name="Straight Connector 26"/>
          <p:cNvCxnSpPr/>
          <p:nvPr/>
        </p:nvCxnSpPr>
        <p:spPr>
          <a:xfrm>
            <a:off x="1056000" y="1269000"/>
            <a:ext cx="2948137"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tangle 49"/>
              <p:cNvSpPr/>
              <p:nvPr/>
            </p:nvSpPr>
            <p:spPr>
              <a:xfrm>
                <a:off x="4576765" y="5743302"/>
                <a:ext cx="287893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N</m:t>
                      </m:r>
                      <m:d>
                        <m:dPr>
                          <m:begChr m:val="["/>
                          <m:endChr m:val="]"/>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v</m:t>
                          </m:r>
                        </m:e>
                      </m:d>
                      <m:r>
                        <a:rPr lang="en-US" sz="2800" b="0" i="1" smtClean="0">
                          <a:solidFill>
                            <a:srgbClr val="002060"/>
                          </a:solidFill>
                          <a:latin typeface="Cambria Math" panose="02040503050406030204" pitchFamily="18" charset="0"/>
                        </a:rPr>
                        <m:t>=</m:t>
                      </m:r>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v</m:t>
                          </m:r>
                        </m:e>
                      </m:d>
                    </m:oMath>
                  </m:oMathPara>
                </a14:m>
                <a:endParaRPr lang="en-US" sz="2800" dirty="0">
                  <a:solidFill>
                    <a:srgbClr val="00206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4576765" y="5743302"/>
                <a:ext cx="2878930" cy="523220"/>
              </a:xfrm>
              <a:prstGeom prst="rect">
                <a:avLst/>
              </a:prstGeom>
              <a:blipFill rotWithShape="0">
                <a:blip r:embed="rId3"/>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6205DD86-315C-53B6-CEEF-A9919650168E}"/>
              </a:ext>
            </a:extLst>
          </p:cNvPr>
          <p:cNvCxnSpPr>
            <a:cxnSpLocks/>
            <a:stCxn id="65" idx="5"/>
            <a:endCxn id="66" idx="1"/>
          </p:cNvCxnSpPr>
          <p:nvPr/>
        </p:nvCxnSpPr>
        <p:spPr>
          <a:xfrm flipH="1">
            <a:off x="6141383" y="3333162"/>
            <a:ext cx="968697" cy="9967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a:extLst>
              <a:ext uri="{FF2B5EF4-FFF2-40B4-BE49-F238E27FC236}">
                <a16:creationId xmlns:a16="http://schemas.microsoft.com/office/drawing/2014/main" id="{6205DD86-315C-53B6-CEEF-A9919650168E}"/>
              </a:ext>
            </a:extLst>
          </p:cNvPr>
          <p:cNvCxnSpPr>
            <a:cxnSpLocks/>
            <a:stCxn id="67" idx="5"/>
            <a:endCxn id="64" idx="1"/>
          </p:cNvCxnSpPr>
          <p:nvPr/>
        </p:nvCxnSpPr>
        <p:spPr>
          <a:xfrm flipH="1">
            <a:off x="5051672" y="2041370"/>
            <a:ext cx="1451147" cy="11829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205DD86-315C-53B6-CEEF-A9919650168E}"/>
              </a:ext>
            </a:extLst>
          </p:cNvPr>
          <p:cNvCxnSpPr>
            <a:cxnSpLocks/>
            <a:stCxn id="65" idx="3"/>
            <a:endCxn id="67" idx="7"/>
          </p:cNvCxnSpPr>
          <p:nvPr/>
        </p:nvCxnSpPr>
        <p:spPr>
          <a:xfrm flipH="1" flipV="1">
            <a:off x="6604643" y="2041370"/>
            <a:ext cx="505437" cy="11899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205DD86-315C-53B6-CEEF-A9919650168E}"/>
              </a:ext>
            </a:extLst>
          </p:cNvPr>
          <p:cNvCxnSpPr>
            <a:cxnSpLocks/>
            <a:stCxn id="66" idx="2"/>
            <a:endCxn id="67" idx="6"/>
          </p:cNvCxnSpPr>
          <p:nvPr/>
        </p:nvCxnSpPr>
        <p:spPr>
          <a:xfrm flipV="1">
            <a:off x="6090471" y="2062458"/>
            <a:ext cx="463260" cy="22463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205DD86-315C-53B6-CEEF-A9919650168E}"/>
              </a:ext>
            </a:extLst>
          </p:cNvPr>
          <p:cNvCxnSpPr>
            <a:cxnSpLocks/>
            <a:stCxn id="64" idx="3"/>
            <a:endCxn id="68" idx="7"/>
          </p:cNvCxnSpPr>
          <p:nvPr/>
        </p:nvCxnSpPr>
        <p:spPr>
          <a:xfrm flipH="1" flipV="1">
            <a:off x="3983049" y="2223968"/>
            <a:ext cx="966799" cy="10003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6205DD86-315C-53B6-CEEF-A9919650168E}"/>
              </a:ext>
            </a:extLst>
          </p:cNvPr>
          <p:cNvCxnSpPr>
            <a:cxnSpLocks/>
            <a:stCxn id="70" idx="4"/>
            <a:endCxn id="68" idx="0"/>
          </p:cNvCxnSpPr>
          <p:nvPr/>
        </p:nvCxnSpPr>
        <p:spPr>
          <a:xfrm flipH="1" flipV="1">
            <a:off x="4004137" y="2173056"/>
            <a:ext cx="945711" cy="25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205DD86-315C-53B6-CEEF-A9919650168E}"/>
              </a:ext>
            </a:extLst>
          </p:cNvPr>
          <p:cNvCxnSpPr>
            <a:cxnSpLocks/>
            <a:stCxn id="65" idx="4"/>
            <a:endCxn id="70" idx="7"/>
          </p:cNvCxnSpPr>
          <p:nvPr/>
        </p:nvCxnSpPr>
        <p:spPr>
          <a:xfrm flipH="1" flipV="1">
            <a:off x="5072760" y="2226531"/>
            <a:ext cx="2016232" cy="10557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66" idx="3"/>
            <a:endCxn id="64" idx="7"/>
          </p:cNvCxnSpPr>
          <p:nvPr/>
        </p:nvCxnSpPr>
        <p:spPr>
          <a:xfrm flipH="1" flipV="1">
            <a:off x="5051672" y="3326105"/>
            <a:ext cx="987887" cy="10037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63" name="Rectangle 62"/>
              <p:cNvSpPr/>
              <p:nvPr/>
            </p:nvSpPr>
            <p:spPr>
              <a:xfrm>
                <a:off x="4576765" y="5092497"/>
                <a:ext cx="253223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N</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v</m:t>
                          </m:r>
                        </m:e>
                      </m:d>
                      <m:r>
                        <a:rPr lang="en-US" sz="2800" b="0" i="1" smtClean="0">
                          <a:solidFill>
                            <a:srgbClr val="002060"/>
                          </a:solidFill>
                          <a:latin typeface="Cambria Math" panose="02040503050406030204" pitchFamily="18" charset="0"/>
                        </a:rPr>
                        <m:t>=</m:t>
                      </m:r>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c</m:t>
                          </m:r>
                        </m:e>
                      </m:d>
                    </m:oMath>
                  </m:oMathPara>
                </a14:m>
                <a:endParaRPr lang="en-US" sz="2800" dirty="0">
                  <a:solidFill>
                    <a:srgbClr val="002060"/>
                  </a:solidFill>
                </a:endParaRPr>
              </a:p>
            </p:txBody>
          </p:sp>
        </mc:Choice>
        <mc:Fallback xmlns="">
          <p:sp>
            <p:nvSpPr>
              <p:cNvPr id="62" name="Rectangle 61"/>
              <p:cNvSpPr>
                <a:spLocks noRot="1" noChangeAspect="1" noMove="1" noResize="1" noEditPoints="1" noAdjustHandles="1" noChangeArrowheads="1" noChangeShapeType="1" noTextEdit="1"/>
              </p:cNvSpPr>
              <p:nvPr/>
            </p:nvSpPr>
            <p:spPr>
              <a:xfrm>
                <a:off x="4576765" y="5092497"/>
                <a:ext cx="2532232" cy="523220"/>
              </a:xfrm>
              <a:prstGeom prst="rect">
                <a:avLst/>
              </a:prstGeom>
              <a:blipFill rotWithShape="0">
                <a:blip r:embed="rId4"/>
                <a:stretch>
                  <a:fillRect/>
                </a:stretch>
              </a:blipFill>
            </p:spPr>
            <p:txBody>
              <a:bodyPr/>
              <a:lstStyle/>
              <a:p>
                <a:r>
                  <a:rPr lang="en-US">
                    <a:noFill/>
                  </a:rPr>
                  <a:t> </a:t>
                </a:r>
              </a:p>
            </p:txBody>
          </p:sp>
        </mc:Fallback>
      </mc:AlternateContent>
      <p:sp>
        <p:nvSpPr>
          <p:cNvPr id="64" name="Oval 63">
            <a:extLst>
              <a:ext uri="{FF2B5EF4-FFF2-40B4-BE49-F238E27FC236}">
                <a16:creationId xmlns:a16="http://schemas.microsoft.com/office/drawing/2014/main" id="{BDD11F87-DA81-9510-C1CB-0AF4093562CB}"/>
              </a:ext>
            </a:extLst>
          </p:cNvPr>
          <p:cNvSpPr/>
          <p:nvPr/>
        </p:nvSpPr>
        <p:spPr>
          <a:xfrm rot="5400000">
            <a:off x="4928760" y="32031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5" name="Oval 64">
            <a:extLst>
              <a:ext uri="{FF2B5EF4-FFF2-40B4-BE49-F238E27FC236}">
                <a16:creationId xmlns:a16="http://schemas.microsoft.com/office/drawing/2014/main" id="{BDD11F87-DA81-9510-C1CB-0AF4093562CB}"/>
              </a:ext>
            </a:extLst>
          </p:cNvPr>
          <p:cNvSpPr/>
          <p:nvPr/>
        </p:nvSpPr>
        <p:spPr>
          <a:xfrm rot="5400000">
            <a:off x="7088992" y="32102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6" name="Oval 65">
            <a:extLst>
              <a:ext uri="{FF2B5EF4-FFF2-40B4-BE49-F238E27FC236}">
                <a16:creationId xmlns:a16="http://schemas.microsoft.com/office/drawing/2014/main" id="{BDD11F87-DA81-9510-C1CB-0AF4093562CB}"/>
              </a:ext>
            </a:extLst>
          </p:cNvPr>
          <p:cNvSpPr/>
          <p:nvPr/>
        </p:nvSpPr>
        <p:spPr>
          <a:xfrm rot="5400000">
            <a:off x="6018471" y="430877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7" name="Oval 66">
            <a:extLst>
              <a:ext uri="{FF2B5EF4-FFF2-40B4-BE49-F238E27FC236}">
                <a16:creationId xmlns:a16="http://schemas.microsoft.com/office/drawing/2014/main" id="{BDD11F87-DA81-9510-C1CB-0AF4093562CB}"/>
              </a:ext>
            </a:extLst>
          </p:cNvPr>
          <p:cNvSpPr/>
          <p:nvPr/>
        </p:nvSpPr>
        <p:spPr>
          <a:xfrm rot="5400000">
            <a:off x="6481731" y="19184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8" name="Oval 67">
            <a:extLst>
              <a:ext uri="{FF2B5EF4-FFF2-40B4-BE49-F238E27FC236}">
                <a16:creationId xmlns:a16="http://schemas.microsoft.com/office/drawing/2014/main" id="{BDD11F87-DA81-9510-C1CB-0AF4093562CB}"/>
              </a:ext>
            </a:extLst>
          </p:cNvPr>
          <p:cNvSpPr/>
          <p:nvPr/>
        </p:nvSpPr>
        <p:spPr>
          <a:xfrm rot="5400000">
            <a:off x="3860137" y="210105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9" name="Straight Connector 68">
            <a:extLst>
              <a:ext uri="{FF2B5EF4-FFF2-40B4-BE49-F238E27FC236}">
                <a16:creationId xmlns:a16="http://schemas.microsoft.com/office/drawing/2014/main" id="{6205DD86-315C-53B6-CEEF-A9919650168E}"/>
              </a:ext>
            </a:extLst>
          </p:cNvPr>
          <p:cNvCxnSpPr>
            <a:cxnSpLocks/>
            <a:stCxn id="64" idx="2"/>
            <a:endCxn id="70" idx="6"/>
          </p:cNvCxnSpPr>
          <p:nvPr/>
        </p:nvCxnSpPr>
        <p:spPr>
          <a:xfrm flipV="1">
            <a:off x="5000760" y="2247619"/>
            <a:ext cx="21088" cy="9555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0" name="Oval 69">
            <a:extLst>
              <a:ext uri="{FF2B5EF4-FFF2-40B4-BE49-F238E27FC236}">
                <a16:creationId xmlns:a16="http://schemas.microsoft.com/office/drawing/2014/main" id="{BDD11F87-DA81-9510-C1CB-0AF4093562CB}"/>
              </a:ext>
            </a:extLst>
          </p:cNvPr>
          <p:cNvSpPr/>
          <p:nvPr/>
        </p:nvSpPr>
        <p:spPr>
          <a:xfrm rot="5400000">
            <a:off x="4949848" y="21036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1" name="Oval 70"/>
          <p:cNvSpPr/>
          <p:nvPr/>
        </p:nvSpPr>
        <p:spPr>
          <a:xfrm>
            <a:off x="4816610" y="3109729"/>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2" name="Oval 71"/>
          <p:cNvSpPr/>
          <p:nvPr/>
        </p:nvSpPr>
        <p:spPr>
          <a:xfrm>
            <a:off x="6970423" y="3109062"/>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3" name="Oval 72"/>
          <p:cNvSpPr/>
          <p:nvPr/>
        </p:nvSpPr>
        <p:spPr>
          <a:xfrm>
            <a:off x="5896726" y="4220653"/>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4" name="TextBox 73"/>
          <p:cNvSpPr txBox="1"/>
          <p:nvPr/>
        </p:nvSpPr>
        <p:spPr>
          <a:xfrm>
            <a:off x="4765698" y="3371724"/>
            <a:ext cx="356188" cy="523220"/>
          </a:xfrm>
          <a:prstGeom prst="rect">
            <a:avLst/>
          </a:prstGeom>
          <a:noFill/>
        </p:spPr>
        <p:txBody>
          <a:bodyPr wrap="none" rtlCol="0">
            <a:spAutoFit/>
          </a:bodyPr>
          <a:lstStyle/>
          <a:p>
            <a:r>
              <a:rPr lang="en-US" sz="2800" dirty="0">
                <a:solidFill>
                  <a:srgbClr val="C00000"/>
                </a:solidFill>
              </a:rPr>
              <a:t>a</a:t>
            </a:r>
            <a:endParaRPr lang="en-US" dirty="0">
              <a:solidFill>
                <a:srgbClr val="C00000"/>
              </a:solidFill>
            </a:endParaRPr>
          </a:p>
        </p:txBody>
      </p:sp>
      <p:sp>
        <p:nvSpPr>
          <p:cNvPr id="75" name="TextBox 74"/>
          <p:cNvSpPr txBox="1"/>
          <p:nvPr/>
        </p:nvSpPr>
        <p:spPr>
          <a:xfrm>
            <a:off x="5896726" y="4572044"/>
            <a:ext cx="360996" cy="523220"/>
          </a:xfrm>
          <a:prstGeom prst="rect">
            <a:avLst/>
          </a:prstGeom>
          <a:noFill/>
        </p:spPr>
        <p:txBody>
          <a:bodyPr wrap="none" rtlCol="0">
            <a:spAutoFit/>
          </a:bodyPr>
          <a:lstStyle/>
          <a:p>
            <a:r>
              <a:rPr lang="en-US" sz="2800" dirty="0">
                <a:solidFill>
                  <a:srgbClr val="C00000"/>
                </a:solidFill>
              </a:rPr>
              <a:t>b</a:t>
            </a:r>
          </a:p>
        </p:txBody>
      </p:sp>
      <p:sp>
        <p:nvSpPr>
          <p:cNvPr id="76" name="TextBox 75"/>
          <p:cNvSpPr txBox="1"/>
          <p:nvPr/>
        </p:nvSpPr>
        <p:spPr>
          <a:xfrm>
            <a:off x="6980494" y="3434493"/>
            <a:ext cx="349776" cy="523220"/>
          </a:xfrm>
          <a:prstGeom prst="rect">
            <a:avLst/>
          </a:prstGeom>
          <a:noFill/>
        </p:spPr>
        <p:txBody>
          <a:bodyPr wrap="none" rtlCol="0">
            <a:spAutoFit/>
          </a:bodyPr>
          <a:lstStyle/>
          <a:p>
            <a:r>
              <a:rPr lang="en-US" sz="2800" dirty="0">
                <a:solidFill>
                  <a:srgbClr val="C00000"/>
                </a:solidFill>
              </a:rPr>
              <a:t>c</a:t>
            </a:r>
          </a:p>
        </p:txBody>
      </p:sp>
      <p:sp>
        <p:nvSpPr>
          <p:cNvPr id="77" name="TextBox 76"/>
          <p:cNvSpPr txBox="1"/>
          <p:nvPr/>
        </p:nvSpPr>
        <p:spPr>
          <a:xfrm>
            <a:off x="3750837" y="2245056"/>
            <a:ext cx="362600" cy="523220"/>
          </a:xfrm>
          <a:prstGeom prst="rect">
            <a:avLst/>
          </a:prstGeom>
          <a:noFill/>
        </p:spPr>
        <p:txBody>
          <a:bodyPr wrap="none" rtlCol="0">
            <a:spAutoFit/>
          </a:bodyPr>
          <a:lstStyle/>
          <a:p>
            <a:r>
              <a:rPr lang="en-US" sz="2800" dirty="0">
                <a:solidFill>
                  <a:srgbClr val="C00000"/>
                </a:solidFill>
              </a:rPr>
              <a:t>d</a:t>
            </a:r>
          </a:p>
        </p:txBody>
      </p:sp>
      <p:sp>
        <p:nvSpPr>
          <p:cNvPr id="78" name="TextBox 77"/>
          <p:cNvSpPr txBox="1"/>
          <p:nvPr/>
        </p:nvSpPr>
        <p:spPr>
          <a:xfrm>
            <a:off x="4816610" y="1608168"/>
            <a:ext cx="352982" cy="523220"/>
          </a:xfrm>
          <a:prstGeom prst="rect">
            <a:avLst/>
          </a:prstGeom>
          <a:noFill/>
        </p:spPr>
        <p:txBody>
          <a:bodyPr wrap="none" rtlCol="0">
            <a:spAutoFit/>
          </a:bodyPr>
          <a:lstStyle/>
          <a:p>
            <a:r>
              <a:rPr lang="en-US" sz="2800" dirty="0">
                <a:solidFill>
                  <a:srgbClr val="C00000"/>
                </a:solidFill>
              </a:rPr>
              <a:t>e</a:t>
            </a:r>
          </a:p>
        </p:txBody>
      </p:sp>
      <p:sp>
        <p:nvSpPr>
          <p:cNvPr id="79" name="TextBox 78"/>
          <p:cNvSpPr txBox="1"/>
          <p:nvPr/>
        </p:nvSpPr>
        <p:spPr>
          <a:xfrm>
            <a:off x="6564274" y="1392716"/>
            <a:ext cx="338554" cy="523220"/>
          </a:xfrm>
          <a:prstGeom prst="rect">
            <a:avLst/>
          </a:prstGeom>
          <a:noFill/>
        </p:spPr>
        <p:txBody>
          <a:bodyPr wrap="none" rtlCol="0">
            <a:spAutoFit/>
          </a:bodyPr>
          <a:lstStyle/>
          <a:p>
            <a:r>
              <a:rPr lang="en-US" sz="2800" dirty="0">
                <a:solidFill>
                  <a:srgbClr val="C00000"/>
                </a:solidFill>
              </a:rPr>
              <a:t>v</a:t>
            </a:r>
          </a:p>
        </p:txBody>
      </p:sp>
      <mc:AlternateContent xmlns:mc="http://schemas.openxmlformats.org/markup-compatibility/2006" xmlns:a14="http://schemas.microsoft.com/office/drawing/2010/main">
        <mc:Choice Requires="a14">
          <p:sp>
            <p:nvSpPr>
              <p:cNvPr id="80" name="Rectangle 79"/>
              <p:cNvSpPr/>
              <p:nvPr/>
            </p:nvSpPr>
            <p:spPr>
              <a:xfrm>
                <a:off x="6970423" y="5092497"/>
                <a:ext cx="1043491" cy="523220"/>
              </a:xfrm>
              <a:prstGeom prst="rect">
                <a:avLst/>
              </a:prstGeom>
            </p:spPr>
            <p:txBody>
              <a:bodyPr wrap="none">
                <a:spAutoFit/>
              </a:bodyPr>
              <a:lstStyle/>
              <a:p>
                <a14:m>
                  <m:oMath xmlns:m="http://schemas.openxmlformats.org/officeDocument/2006/math">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v</m:t>
                    </m:r>
                    <m:r>
                      <a:rPr lang="en-US" sz="2800">
                        <a:solidFill>
                          <a:srgbClr val="002060"/>
                        </a:solidFill>
                        <a:latin typeface="Cambria Math" panose="02040503050406030204" pitchFamily="18" charset="0"/>
                      </a:rPr>
                      <m:t>}</m:t>
                    </m:r>
                  </m:oMath>
                </a14:m>
                <a:r>
                  <a:rPr lang="en-US" sz="2800" dirty="0">
                    <a:solidFill>
                      <a:srgbClr val="002060"/>
                    </a:solidFill>
                    <a:latin typeface="Cambria Math" panose="02040503050406030204" pitchFamily="18" charset="0"/>
                  </a:rPr>
                  <a:t>.</a:t>
                </a:r>
              </a:p>
            </p:txBody>
          </p:sp>
        </mc:Choice>
        <mc:Fallback xmlns="">
          <p:sp>
            <p:nvSpPr>
              <p:cNvPr id="4" name="Rectangle 3"/>
              <p:cNvSpPr>
                <a:spLocks noRot="1" noChangeAspect="1" noMove="1" noResize="1" noEditPoints="1" noAdjustHandles="1" noChangeArrowheads="1" noChangeShapeType="1" noTextEdit="1"/>
              </p:cNvSpPr>
              <p:nvPr/>
            </p:nvSpPr>
            <p:spPr>
              <a:xfrm>
                <a:off x="6970423" y="5092497"/>
                <a:ext cx="1043491" cy="523220"/>
              </a:xfrm>
              <a:prstGeom prst="rect">
                <a:avLst/>
              </a:prstGeom>
              <a:blipFill rotWithShape="0">
                <a:blip r:embed="rId5"/>
                <a:stretch>
                  <a:fillRect t="-11628" r="-11047" b="-31395"/>
                </a:stretch>
              </a:blipFill>
            </p:spPr>
            <p:txBody>
              <a:bodyPr/>
              <a:lstStyle/>
              <a:p>
                <a:r>
                  <a:rPr lang="en-US">
                    <a:noFill/>
                  </a:rPr>
                  <a:t> </a:t>
                </a:r>
              </a:p>
            </p:txBody>
          </p:sp>
        </mc:Fallback>
      </mc:AlternateContent>
      <p:sp>
        <p:nvSpPr>
          <p:cNvPr id="81" name="Oval 80"/>
          <p:cNvSpPr/>
          <p:nvPr/>
        </p:nvSpPr>
        <p:spPr>
          <a:xfrm>
            <a:off x="6346438" y="1814749"/>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40364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0"/>
                                        </p:tgtEl>
                                        <p:attrNameLst>
                                          <p:attrName>style.visibility</p:attrName>
                                        </p:attrNameLst>
                                      </p:cBhvr>
                                      <p:to>
                                        <p:strVal val="visible"/>
                                      </p:to>
                                    </p:set>
                                  </p:childTnLst>
                                </p:cTn>
                              </p:par>
                              <p:par>
                                <p:cTn id="51" presetID="19" presetClass="emph" presetSubtype="0" fill="hold" grpId="1" nodeType="withEffect">
                                  <p:stCondLst>
                                    <p:cond delay="0"/>
                                  </p:stCondLst>
                                  <p:childTnLst>
                                    <p:animClr clrSpc="rgb" dir="cw">
                                      <p:cBhvr override="childStyle">
                                        <p:cTn id="52" dur="500" fill="hold"/>
                                        <p:tgtEl>
                                          <p:spTgt spid="67"/>
                                        </p:tgtEl>
                                        <p:attrNameLst>
                                          <p:attrName>style.color</p:attrName>
                                        </p:attrNameLst>
                                      </p:cBhvr>
                                      <p:to>
                                        <a:srgbClr val="FFFF00"/>
                                      </p:to>
                                    </p:animClr>
                                    <p:animClr clrSpc="rgb" dir="cw">
                                      <p:cBhvr>
                                        <p:cTn id="53" dur="500" fill="hold"/>
                                        <p:tgtEl>
                                          <p:spTgt spid="67"/>
                                        </p:tgtEl>
                                        <p:attrNameLst>
                                          <p:attrName>fillcolor</p:attrName>
                                        </p:attrNameLst>
                                      </p:cBhvr>
                                      <p:to>
                                        <a:srgbClr val="FFFF00"/>
                                      </p:to>
                                    </p:animClr>
                                    <p:set>
                                      <p:cBhvr>
                                        <p:cTn id="54" dur="500" fill="hold"/>
                                        <p:tgtEl>
                                          <p:spTgt spid="67"/>
                                        </p:tgtEl>
                                        <p:attrNameLst>
                                          <p:attrName>fill.type</p:attrName>
                                        </p:attrNameLst>
                                      </p:cBhvr>
                                      <p:to>
                                        <p:strVal val="solid"/>
                                      </p:to>
                                    </p:set>
                                    <p:set>
                                      <p:cBhvr>
                                        <p:cTn id="55" dur="500" fill="hold"/>
                                        <p:tgtEl>
                                          <p:spTgt spid="67"/>
                                        </p:tgtEl>
                                        <p:attrNameLst>
                                          <p:attrName>fill.on</p:attrName>
                                        </p:attrNameLst>
                                      </p:cBhvr>
                                      <p:to>
                                        <p:strVal val="true"/>
                                      </p:to>
                                    </p:set>
                                  </p:childTnLst>
                                </p:cTn>
                              </p:par>
                              <p:par>
                                <p:cTn id="56" presetID="19" presetClass="emph" presetSubtype="0" fill="hold" grpId="1" nodeType="withEffect">
                                  <p:stCondLst>
                                    <p:cond delay="0"/>
                                  </p:stCondLst>
                                  <p:childTnLst>
                                    <p:animClr clrSpc="rgb" dir="cw">
                                      <p:cBhvr override="childStyle">
                                        <p:cTn id="57" dur="500" fill="hold"/>
                                        <p:tgtEl>
                                          <p:spTgt spid="64"/>
                                        </p:tgtEl>
                                        <p:attrNameLst>
                                          <p:attrName>style.color</p:attrName>
                                        </p:attrNameLst>
                                      </p:cBhvr>
                                      <p:to>
                                        <a:schemeClr val="accent2"/>
                                      </p:to>
                                    </p:animClr>
                                    <p:animClr clrSpc="rgb" dir="cw">
                                      <p:cBhvr>
                                        <p:cTn id="58" dur="500" fill="hold"/>
                                        <p:tgtEl>
                                          <p:spTgt spid="64"/>
                                        </p:tgtEl>
                                        <p:attrNameLst>
                                          <p:attrName>fillcolor</p:attrName>
                                        </p:attrNameLst>
                                      </p:cBhvr>
                                      <p:to>
                                        <a:schemeClr val="accent2"/>
                                      </p:to>
                                    </p:animClr>
                                    <p:set>
                                      <p:cBhvr>
                                        <p:cTn id="59" dur="500" fill="hold"/>
                                        <p:tgtEl>
                                          <p:spTgt spid="64"/>
                                        </p:tgtEl>
                                        <p:attrNameLst>
                                          <p:attrName>fill.type</p:attrName>
                                        </p:attrNameLst>
                                      </p:cBhvr>
                                      <p:to>
                                        <p:strVal val="solid"/>
                                      </p:to>
                                    </p:set>
                                    <p:set>
                                      <p:cBhvr>
                                        <p:cTn id="60" dur="500" fill="hold"/>
                                        <p:tgtEl>
                                          <p:spTgt spid="64"/>
                                        </p:tgtEl>
                                        <p:attrNameLst>
                                          <p:attrName>fill.on</p:attrName>
                                        </p:attrNameLst>
                                      </p:cBhvr>
                                      <p:to>
                                        <p:strVal val="true"/>
                                      </p:to>
                                    </p:set>
                                  </p:childTnLst>
                                </p:cTn>
                              </p:par>
                              <p:par>
                                <p:cTn id="61" presetID="19" presetClass="emph" presetSubtype="0" fill="hold" grpId="1" nodeType="withEffect">
                                  <p:stCondLst>
                                    <p:cond delay="0"/>
                                  </p:stCondLst>
                                  <p:childTnLst>
                                    <p:animClr clrSpc="rgb" dir="cw">
                                      <p:cBhvr override="childStyle">
                                        <p:cTn id="62" dur="500" fill="hold"/>
                                        <p:tgtEl>
                                          <p:spTgt spid="65"/>
                                        </p:tgtEl>
                                        <p:attrNameLst>
                                          <p:attrName>style.color</p:attrName>
                                        </p:attrNameLst>
                                      </p:cBhvr>
                                      <p:to>
                                        <a:schemeClr val="accent2"/>
                                      </p:to>
                                    </p:animClr>
                                    <p:animClr clrSpc="rgb" dir="cw">
                                      <p:cBhvr>
                                        <p:cTn id="63" dur="500" fill="hold"/>
                                        <p:tgtEl>
                                          <p:spTgt spid="65"/>
                                        </p:tgtEl>
                                        <p:attrNameLst>
                                          <p:attrName>fillcolor</p:attrName>
                                        </p:attrNameLst>
                                      </p:cBhvr>
                                      <p:to>
                                        <a:schemeClr val="accent2"/>
                                      </p:to>
                                    </p:animClr>
                                    <p:set>
                                      <p:cBhvr>
                                        <p:cTn id="64" dur="500" fill="hold"/>
                                        <p:tgtEl>
                                          <p:spTgt spid="65"/>
                                        </p:tgtEl>
                                        <p:attrNameLst>
                                          <p:attrName>fill.type</p:attrName>
                                        </p:attrNameLst>
                                      </p:cBhvr>
                                      <p:to>
                                        <p:strVal val="solid"/>
                                      </p:to>
                                    </p:set>
                                    <p:set>
                                      <p:cBhvr>
                                        <p:cTn id="65" dur="500" fill="hold"/>
                                        <p:tgtEl>
                                          <p:spTgt spid="65"/>
                                        </p:tgtEl>
                                        <p:attrNameLst>
                                          <p:attrName>fill.on</p:attrName>
                                        </p:attrNameLst>
                                      </p:cBhvr>
                                      <p:to>
                                        <p:strVal val="true"/>
                                      </p:to>
                                    </p:set>
                                  </p:childTnLst>
                                </p:cTn>
                              </p:par>
                              <p:par>
                                <p:cTn id="66" presetID="19" presetClass="emph" presetSubtype="0" fill="hold" grpId="1" nodeType="withEffect">
                                  <p:stCondLst>
                                    <p:cond delay="0"/>
                                  </p:stCondLst>
                                  <p:childTnLst>
                                    <p:animClr clrSpc="rgb" dir="cw">
                                      <p:cBhvr override="childStyle">
                                        <p:cTn id="67" dur="500" fill="hold"/>
                                        <p:tgtEl>
                                          <p:spTgt spid="66"/>
                                        </p:tgtEl>
                                        <p:attrNameLst>
                                          <p:attrName>style.color</p:attrName>
                                        </p:attrNameLst>
                                      </p:cBhvr>
                                      <p:to>
                                        <a:schemeClr val="accent2"/>
                                      </p:to>
                                    </p:animClr>
                                    <p:animClr clrSpc="rgb" dir="cw">
                                      <p:cBhvr>
                                        <p:cTn id="68" dur="500" fill="hold"/>
                                        <p:tgtEl>
                                          <p:spTgt spid="66"/>
                                        </p:tgtEl>
                                        <p:attrNameLst>
                                          <p:attrName>fillcolor</p:attrName>
                                        </p:attrNameLst>
                                      </p:cBhvr>
                                      <p:to>
                                        <a:schemeClr val="accent2"/>
                                      </p:to>
                                    </p:animClr>
                                    <p:set>
                                      <p:cBhvr>
                                        <p:cTn id="69" dur="500" fill="hold"/>
                                        <p:tgtEl>
                                          <p:spTgt spid="66"/>
                                        </p:tgtEl>
                                        <p:attrNameLst>
                                          <p:attrName>fill.type</p:attrName>
                                        </p:attrNameLst>
                                      </p:cBhvr>
                                      <p:to>
                                        <p:strVal val="solid"/>
                                      </p:to>
                                    </p:set>
                                    <p:set>
                                      <p:cBhvr>
                                        <p:cTn id="70" dur="500" fill="hold"/>
                                        <p:tgtEl>
                                          <p:spTgt spid="66"/>
                                        </p:tgtEl>
                                        <p:attrNameLst>
                                          <p:attrName>fill.on</p:attrName>
                                        </p:attrNameLst>
                                      </p:cBhvr>
                                      <p:to>
                                        <p:strVal val="true"/>
                                      </p:to>
                                    </p:set>
                                  </p:childTnLst>
                                </p:cTn>
                              </p:par>
                            </p:childTnLst>
                          </p:cTn>
                        </p:par>
                        <p:par>
                          <p:cTn id="71" fill="hold">
                            <p:stCondLst>
                              <p:cond delay="500"/>
                            </p:stCondLst>
                            <p:childTnLst>
                              <p:par>
                                <p:cTn id="72" presetID="22" presetClass="entr" presetSubtype="4" fill="hold" grpId="0" nodeType="afterEffect">
                                  <p:stCondLst>
                                    <p:cond delay="0"/>
                                  </p:stCondLst>
                                  <p:childTnLst>
                                    <p:set>
                                      <p:cBhvr>
                                        <p:cTn id="73" dur="1" fill="hold">
                                          <p:stCondLst>
                                            <p:cond delay="0"/>
                                          </p:stCondLst>
                                        </p:cTn>
                                        <p:tgtEl>
                                          <p:spTgt spid="71"/>
                                        </p:tgtEl>
                                        <p:attrNameLst>
                                          <p:attrName>style.visibility</p:attrName>
                                        </p:attrNameLst>
                                      </p:cBhvr>
                                      <p:to>
                                        <p:strVal val="visible"/>
                                      </p:to>
                                    </p:set>
                                    <p:animEffect transition="in" filter="wipe(down)">
                                      <p:cBhvr>
                                        <p:cTn id="74" dur="500"/>
                                        <p:tgtEl>
                                          <p:spTgt spid="71"/>
                                        </p:tgtEl>
                                      </p:cBhvr>
                                    </p:animEffect>
                                  </p:childTnLst>
                                </p:cTn>
                              </p:par>
                            </p:childTnLst>
                          </p:cTn>
                        </p:par>
                        <p:par>
                          <p:cTn id="75" fill="hold">
                            <p:stCondLst>
                              <p:cond delay="1000"/>
                            </p:stCondLst>
                            <p:childTnLst>
                              <p:par>
                                <p:cTn id="76" presetID="22" presetClass="entr" presetSubtype="4" fill="hold" grpId="0" nodeType="afterEffect">
                                  <p:stCondLst>
                                    <p:cond delay="0"/>
                                  </p:stCondLst>
                                  <p:childTnLst>
                                    <p:set>
                                      <p:cBhvr>
                                        <p:cTn id="77" dur="1" fill="hold">
                                          <p:stCondLst>
                                            <p:cond delay="0"/>
                                          </p:stCondLst>
                                        </p:cTn>
                                        <p:tgtEl>
                                          <p:spTgt spid="73"/>
                                        </p:tgtEl>
                                        <p:attrNameLst>
                                          <p:attrName>style.visibility</p:attrName>
                                        </p:attrNameLst>
                                      </p:cBhvr>
                                      <p:to>
                                        <p:strVal val="visible"/>
                                      </p:to>
                                    </p:set>
                                    <p:animEffect transition="in" filter="wipe(down)">
                                      <p:cBhvr>
                                        <p:cTn id="78" dur="500"/>
                                        <p:tgtEl>
                                          <p:spTgt spid="73"/>
                                        </p:tgtEl>
                                      </p:cBhvr>
                                    </p:animEffect>
                                  </p:childTnLst>
                                </p:cTn>
                              </p:par>
                            </p:childTnLst>
                          </p:cTn>
                        </p:par>
                        <p:par>
                          <p:cTn id="79" fill="hold">
                            <p:stCondLst>
                              <p:cond delay="1500"/>
                            </p:stCondLst>
                            <p:childTnLst>
                              <p:par>
                                <p:cTn id="80" presetID="22" presetClass="entr" presetSubtype="4" fill="hold" grpId="0" nodeType="afterEffect">
                                  <p:stCondLst>
                                    <p:cond delay="0"/>
                                  </p:stCondLst>
                                  <p:childTnLst>
                                    <p:set>
                                      <p:cBhvr>
                                        <p:cTn id="81" dur="1" fill="hold">
                                          <p:stCondLst>
                                            <p:cond delay="0"/>
                                          </p:stCondLst>
                                        </p:cTn>
                                        <p:tgtEl>
                                          <p:spTgt spid="72"/>
                                        </p:tgtEl>
                                        <p:attrNameLst>
                                          <p:attrName>style.visibility</p:attrName>
                                        </p:attrNameLst>
                                      </p:cBhvr>
                                      <p:to>
                                        <p:strVal val="visible"/>
                                      </p:to>
                                    </p:set>
                                    <p:animEffect transition="in" filter="wipe(down)">
                                      <p:cBhvr>
                                        <p:cTn id="82" dur="500"/>
                                        <p:tgtEl>
                                          <p:spTgt spid="72"/>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81"/>
                                        </p:tgtEl>
                                        <p:attrNameLst>
                                          <p:attrName>style.visibility</p:attrName>
                                        </p:attrNameLst>
                                      </p:cBhvr>
                                      <p:to>
                                        <p:strVal val="visible"/>
                                      </p:to>
                                    </p:set>
                                    <p:animEffect transition="in" filter="wipe(down)">
                                      <p:cBhvr>
                                        <p:cTn id="91" dur="500"/>
                                        <p:tgtEl>
                                          <p:spTgt spid="81"/>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63"/>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80"/>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63" grpId="0"/>
      <p:bldP spid="64" grpId="0" animBg="1"/>
      <p:bldP spid="64" grpId="1" animBg="1"/>
      <p:bldP spid="65" grpId="0" animBg="1"/>
      <p:bldP spid="65" grpId="1" animBg="1"/>
      <p:bldP spid="66" grpId="0" animBg="1"/>
      <p:bldP spid="66" grpId="1" animBg="1"/>
      <p:bldP spid="67" grpId="0" animBg="1"/>
      <p:bldP spid="67" grpId="1" animBg="1"/>
      <p:bldP spid="68" grpId="0" animBg="1"/>
      <p:bldP spid="70" grpId="0" animBg="1"/>
      <p:bldP spid="71" grpId="0" animBg="1"/>
      <p:bldP spid="72" grpId="0" animBg="1"/>
      <p:bldP spid="73" grpId="0" animBg="1"/>
      <p:bldP spid="74" grpId="0"/>
      <p:bldP spid="75" grpId="0"/>
      <p:bldP spid="76" grpId="0"/>
      <p:bldP spid="77" grpId="0"/>
      <p:bldP spid="78" grpId="0"/>
      <p:bldP spid="79" grpId="0"/>
      <p:bldP spid="80" grpId="0"/>
      <p:bldP spid="8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Important Terms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79" y="863445"/>
                <a:ext cx="7525215" cy="5046036"/>
              </a:xfrm>
            </p:spPr>
            <p:txBody>
              <a:bodyPr/>
              <a:lstStyle/>
              <a:p>
                <a:r>
                  <a:rPr lang="en-US" dirty="0"/>
                  <a:t>A vertex</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v</m:t>
                    </m:r>
                  </m:oMath>
                </a14:m>
                <a:r>
                  <a:rPr lang="en-US" dirty="0"/>
                  <a:t> dominates: </a:t>
                </a:r>
              </a:p>
              <a:p>
                <a:pPr lvl="1"/>
                <a:r>
                  <a:rPr lang="en-US" dirty="0"/>
                  <a:t>itself </a:t>
                </a:r>
              </a:p>
              <a:p>
                <a:pPr lvl="1"/>
                <a:r>
                  <a:rPr lang="en-US" dirty="0"/>
                  <a:t>all vertices adjacent to</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v</m:t>
                    </m:r>
                  </m:oMath>
                </a14:m>
                <a:r>
                  <a:rPr lang="en-US" dirty="0"/>
                  <a:t>. </a:t>
                </a:r>
              </a:p>
              <a:p>
                <a:r>
                  <a:rPr lang="en-US" dirty="0"/>
                  <a:t>Therefore,</a:t>
                </a:r>
                <a14:m>
                  <m:oMath xmlns:m="http://schemas.openxmlformats.org/officeDocument/2006/math">
                    <m:r>
                      <a:rPr lang="en-US" dirty="0">
                        <a:latin typeface="Cambria Math" panose="02040503050406030204" pitchFamily="18" charset="0"/>
                      </a:rPr>
                      <m:t> </m:t>
                    </m:r>
                    <m:r>
                      <a:rPr lang="en-US" b="0" i="0" dirty="0" smtClean="0">
                        <a:latin typeface="Cambria Math" panose="02040503050406030204" pitchFamily="18" charset="0"/>
                      </a:rPr>
                      <m:t> </m:t>
                    </m:r>
                    <m:r>
                      <m:rPr>
                        <m:sty m:val="p"/>
                      </m:rPr>
                      <a:rPr lang="en-US" dirty="0">
                        <a:latin typeface="Cambria Math" panose="02040503050406030204" pitchFamily="18" charset="0"/>
                      </a:rPr>
                      <m:t>v</m:t>
                    </m:r>
                  </m:oMath>
                </a14:m>
                <a:r>
                  <a:rPr lang="en-US" dirty="0"/>
                  <a:t> dominates all vertices in its closed neighborhood: </a:t>
                </a:r>
                <a14:m>
                  <m:oMath xmlns:m="http://schemas.openxmlformats.org/officeDocument/2006/math">
                    <m:r>
                      <m:rPr>
                        <m:sty m:val="p"/>
                      </m:rPr>
                      <a:rPr lang="en-US" i="0" dirty="0" smtClean="0">
                        <a:latin typeface="Cambria Math" panose="02040503050406030204" pitchFamily="18" charset="0"/>
                      </a:rPr>
                      <m:t>N</m:t>
                    </m:r>
                    <m:d>
                      <m:dPr>
                        <m:begChr m:val="["/>
                        <m:endChr m:val="]"/>
                        <m:ctrlPr>
                          <a:rPr lang="en-US" i="1" dirty="0" smtClean="0">
                            <a:latin typeface="Cambria Math" panose="02040503050406030204" pitchFamily="18" charset="0"/>
                          </a:rPr>
                        </m:ctrlPr>
                      </m:dPr>
                      <m:e>
                        <m:r>
                          <m:rPr>
                            <m:sty m:val="p"/>
                          </m:rPr>
                          <a:rPr lang="en-US" i="0" dirty="0" smtClean="0">
                            <a:latin typeface="Cambria Math" panose="02040503050406030204" pitchFamily="18" charset="0"/>
                          </a:rPr>
                          <m:t>v</m:t>
                        </m:r>
                      </m:e>
                    </m:d>
                    <m:r>
                      <a:rPr lang="en-US" i="0"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r>
                          <m:rPr>
                            <m:sty m:val="p"/>
                          </m:rPr>
                          <a:rPr lang="en-US" i="0" dirty="0" smtClean="0">
                            <a:latin typeface="Cambria Math" panose="02040503050406030204" pitchFamily="18" charset="0"/>
                          </a:rPr>
                          <m:t>v</m:t>
                        </m:r>
                      </m:e>
                    </m:d>
                    <m:r>
                      <a:rPr lang="en-US" i="0" dirty="0" smtClean="0">
                        <a:latin typeface="Cambria Math" panose="02040503050406030204" pitchFamily="18" charset="0"/>
                      </a:rPr>
                      <m:t>∪</m:t>
                    </m:r>
                    <m:r>
                      <m:rPr>
                        <m:sty m:val="p"/>
                      </m:rPr>
                      <a:rPr lang="en-US" i="0" dirty="0" smtClean="0">
                        <a:latin typeface="Cambria Math" panose="02040503050406030204" pitchFamily="18" charset="0"/>
                      </a:rPr>
                      <m:t>N</m:t>
                    </m:r>
                    <m:r>
                      <a:rPr lang="en-US" i="0" dirty="0" smtClean="0">
                        <a:latin typeface="Cambria Math" panose="02040503050406030204" pitchFamily="18" charset="0"/>
                      </a:rPr>
                      <m:t>(</m:t>
                    </m:r>
                    <m:r>
                      <m:rPr>
                        <m:sty m:val="p"/>
                      </m:rPr>
                      <a:rPr lang="en-US" i="0" dirty="0" smtClean="0">
                        <a:latin typeface="Cambria Math" panose="02040503050406030204" pitchFamily="18" charset="0"/>
                      </a:rPr>
                      <m:t>v</m:t>
                    </m:r>
                    <m:r>
                      <a:rPr lang="en-US" i="0" dirty="0" smtClean="0">
                        <a:latin typeface="Cambria Math" panose="02040503050406030204" pitchFamily="18" charset="0"/>
                      </a:rPr>
                      <m:t>)</m:t>
                    </m:r>
                  </m:oMath>
                </a14:m>
                <a:r>
                  <a:rPr lang="en-US" dirty="0"/>
                  <a:t> Hence, vertex </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v</m:t>
                    </m:r>
                  </m:oMath>
                </a14:m>
                <a:r>
                  <a:rPr lang="en-US" dirty="0"/>
                  <a:t> dominates: </a:t>
                </a:r>
                <a14:m>
                  <m:oMath xmlns:m="http://schemas.openxmlformats.org/officeDocument/2006/math">
                    <m:r>
                      <a:rPr lang="en-US" i="0" dirty="0" smtClean="0">
                        <a:latin typeface="Cambria Math" panose="02040503050406030204" pitchFamily="18" charset="0"/>
                      </a:rPr>
                      <m:t>1+</m:t>
                    </m:r>
                    <m:r>
                      <m:rPr>
                        <m:sty m:val="p"/>
                      </m:rPr>
                      <a:rPr lang="en-US" i="0" dirty="0" smtClean="0">
                        <a:latin typeface="Cambria Math" panose="02040503050406030204" pitchFamily="18" charset="0"/>
                      </a:rPr>
                      <m:t>d</m:t>
                    </m:r>
                    <m:d>
                      <m:dPr>
                        <m:ctrlPr>
                          <a:rPr lang="en-US" i="1" dirty="0" smtClean="0">
                            <a:latin typeface="Cambria Math" panose="02040503050406030204" pitchFamily="18" charset="0"/>
                          </a:rPr>
                        </m:ctrlPr>
                      </m:dPr>
                      <m:e>
                        <m:r>
                          <m:rPr>
                            <m:sty m:val="p"/>
                          </m:rPr>
                          <a:rPr lang="en-US" i="0" dirty="0" smtClean="0">
                            <a:latin typeface="Cambria Math" panose="02040503050406030204" pitchFamily="18" charset="0"/>
                          </a:rPr>
                          <m:t>v</m:t>
                        </m:r>
                      </m:e>
                    </m:d>
                  </m:oMath>
                </a14:m>
                <a:r>
                  <a:rPr lang="en-US" dirty="0"/>
                  <a:t> vertices of G.</a:t>
                </a:r>
              </a:p>
              <a:p>
                <a:pPr lvl="0"/>
                <a:endParaRPr lang="en-US" dirty="0"/>
              </a:p>
              <a:p>
                <a:pPr marL="0" lvl="0" indent="0">
                  <a:buNone/>
                </a:pPr>
                <a:endParaRPr lang="en-US" dirty="0">
                  <a:solidFill>
                    <a:srgbClr val="D10233"/>
                  </a:solidFill>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9CB3AA53-5FE6-7420-2832-B8AB64C9E95F}"/>
                  </a:ext>
                </a:extLst>
              </p:cNvPr>
              <p:cNvSpPr>
                <a:spLocks noGrp="1" noRot="1" noChangeAspect="1" noMove="1" noResize="1" noEditPoints="1" noAdjustHandles="1" noChangeArrowheads="1" noChangeShapeType="1" noTextEdit="1"/>
              </p:cNvSpPr>
              <p:nvPr>
                <p:ph idx="1"/>
              </p:nvPr>
            </p:nvSpPr>
            <p:spPr>
              <a:xfrm>
                <a:off x="131179" y="863445"/>
                <a:ext cx="7525215" cy="5046036"/>
              </a:xfrm>
              <a:blipFill rotWithShape="0">
                <a:blip r:embed="rId2"/>
                <a:stretch>
                  <a:fillRect l="-1540" t="-2177" r="-1621"/>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BDD11F87-DA81-9510-C1CB-0AF4093562CB}"/>
              </a:ext>
            </a:extLst>
          </p:cNvPr>
          <p:cNvSpPr/>
          <p:nvPr/>
        </p:nvSpPr>
        <p:spPr>
          <a:xfrm rot="5400000">
            <a:off x="9114262" y="23483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11274494" y="235539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10203973" y="345391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2" name="Straight Connector 31">
            <a:extLst>
              <a:ext uri="{FF2B5EF4-FFF2-40B4-BE49-F238E27FC236}">
                <a16:creationId xmlns:a16="http://schemas.microsoft.com/office/drawing/2014/main" id="{6205DD86-315C-53B6-CEEF-A9919650168E}"/>
              </a:ext>
            </a:extLst>
          </p:cNvPr>
          <p:cNvCxnSpPr>
            <a:cxnSpLocks/>
            <a:stCxn id="31" idx="3"/>
            <a:endCxn id="29" idx="7"/>
          </p:cNvCxnSpPr>
          <p:nvPr/>
        </p:nvCxnSpPr>
        <p:spPr>
          <a:xfrm flipH="1" flipV="1">
            <a:off x="9237174" y="2471246"/>
            <a:ext cx="987887" cy="10037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30" idx="5"/>
            <a:endCxn id="31" idx="1"/>
          </p:cNvCxnSpPr>
          <p:nvPr/>
        </p:nvCxnSpPr>
        <p:spPr>
          <a:xfrm flipH="1">
            <a:off x="10326885" y="2478303"/>
            <a:ext cx="968697" cy="9967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6205DD86-315C-53B6-CEEF-A9919650168E}"/>
              </a:ext>
            </a:extLst>
          </p:cNvPr>
          <p:cNvCxnSpPr>
            <a:cxnSpLocks/>
            <a:stCxn id="36" idx="5"/>
            <a:endCxn id="29" idx="1"/>
          </p:cNvCxnSpPr>
          <p:nvPr/>
        </p:nvCxnSpPr>
        <p:spPr>
          <a:xfrm flipH="1">
            <a:off x="9237174" y="1186511"/>
            <a:ext cx="1451147" cy="11829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6" name="Oval 35">
            <a:extLst>
              <a:ext uri="{FF2B5EF4-FFF2-40B4-BE49-F238E27FC236}">
                <a16:creationId xmlns:a16="http://schemas.microsoft.com/office/drawing/2014/main" id="{BDD11F87-DA81-9510-C1CB-0AF4093562CB}"/>
              </a:ext>
            </a:extLst>
          </p:cNvPr>
          <p:cNvSpPr/>
          <p:nvPr/>
        </p:nvSpPr>
        <p:spPr>
          <a:xfrm rot="5400000">
            <a:off x="10667233" y="10635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7" name="Straight Connector 36">
            <a:extLst>
              <a:ext uri="{FF2B5EF4-FFF2-40B4-BE49-F238E27FC236}">
                <a16:creationId xmlns:a16="http://schemas.microsoft.com/office/drawing/2014/main" id="{6205DD86-315C-53B6-CEEF-A9919650168E}"/>
              </a:ext>
            </a:extLst>
          </p:cNvPr>
          <p:cNvCxnSpPr>
            <a:cxnSpLocks/>
            <a:stCxn id="30" idx="3"/>
            <a:endCxn id="36" idx="7"/>
          </p:cNvCxnSpPr>
          <p:nvPr/>
        </p:nvCxnSpPr>
        <p:spPr>
          <a:xfrm flipH="1" flipV="1">
            <a:off x="10790145" y="1186511"/>
            <a:ext cx="505437" cy="11899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stCxn id="31" idx="2"/>
            <a:endCxn id="36" idx="6"/>
          </p:cNvCxnSpPr>
          <p:nvPr/>
        </p:nvCxnSpPr>
        <p:spPr>
          <a:xfrm flipV="1">
            <a:off x="10275973" y="1207599"/>
            <a:ext cx="463260" cy="22463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9" name="Oval 38">
            <a:extLst>
              <a:ext uri="{FF2B5EF4-FFF2-40B4-BE49-F238E27FC236}">
                <a16:creationId xmlns:a16="http://schemas.microsoft.com/office/drawing/2014/main" id="{BDD11F87-DA81-9510-C1CB-0AF4093562CB}"/>
              </a:ext>
            </a:extLst>
          </p:cNvPr>
          <p:cNvSpPr/>
          <p:nvPr/>
        </p:nvSpPr>
        <p:spPr>
          <a:xfrm rot="5400000">
            <a:off x="8045639" y="12461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0" name="Straight Connector 39">
            <a:extLst>
              <a:ext uri="{FF2B5EF4-FFF2-40B4-BE49-F238E27FC236}">
                <a16:creationId xmlns:a16="http://schemas.microsoft.com/office/drawing/2014/main" id="{6205DD86-315C-53B6-CEEF-A9919650168E}"/>
              </a:ext>
            </a:extLst>
          </p:cNvPr>
          <p:cNvCxnSpPr>
            <a:cxnSpLocks/>
            <a:stCxn id="29" idx="3"/>
            <a:endCxn id="39" idx="7"/>
          </p:cNvCxnSpPr>
          <p:nvPr/>
        </p:nvCxnSpPr>
        <p:spPr>
          <a:xfrm flipH="1" flipV="1">
            <a:off x="8168551" y="1369109"/>
            <a:ext cx="966799" cy="10003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a:stCxn id="43" idx="4"/>
            <a:endCxn id="39" idx="0"/>
          </p:cNvCxnSpPr>
          <p:nvPr/>
        </p:nvCxnSpPr>
        <p:spPr>
          <a:xfrm flipH="1" flipV="1">
            <a:off x="8189639" y="1318197"/>
            <a:ext cx="945711" cy="25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29" idx="2"/>
            <a:endCxn id="43" idx="6"/>
          </p:cNvCxnSpPr>
          <p:nvPr/>
        </p:nvCxnSpPr>
        <p:spPr>
          <a:xfrm flipV="1">
            <a:off x="9186262" y="1392760"/>
            <a:ext cx="21088" cy="9555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3" name="Oval 42">
            <a:extLst>
              <a:ext uri="{FF2B5EF4-FFF2-40B4-BE49-F238E27FC236}">
                <a16:creationId xmlns:a16="http://schemas.microsoft.com/office/drawing/2014/main" id="{BDD11F87-DA81-9510-C1CB-0AF4093562CB}"/>
              </a:ext>
            </a:extLst>
          </p:cNvPr>
          <p:cNvSpPr/>
          <p:nvPr/>
        </p:nvSpPr>
        <p:spPr>
          <a:xfrm rot="5400000">
            <a:off x="9135350" y="12487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4" name="Straight Connector 43">
            <a:extLst>
              <a:ext uri="{FF2B5EF4-FFF2-40B4-BE49-F238E27FC236}">
                <a16:creationId xmlns:a16="http://schemas.microsoft.com/office/drawing/2014/main" id="{6205DD86-315C-53B6-CEEF-A9919650168E}"/>
              </a:ext>
            </a:extLst>
          </p:cNvPr>
          <p:cNvCxnSpPr>
            <a:cxnSpLocks/>
            <a:stCxn id="30" idx="4"/>
            <a:endCxn id="43" idx="7"/>
          </p:cNvCxnSpPr>
          <p:nvPr/>
        </p:nvCxnSpPr>
        <p:spPr>
          <a:xfrm flipH="1" flipV="1">
            <a:off x="9258262" y="1371672"/>
            <a:ext cx="2016232" cy="10557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9" name="Oval 48"/>
          <p:cNvSpPr/>
          <p:nvPr/>
        </p:nvSpPr>
        <p:spPr>
          <a:xfrm>
            <a:off x="10560639" y="946749"/>
            <a:ext cx="357188" cy="381068"/>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1" name="Rectangle 50"/>
              <p:cNvSpPr/>
              <p:nvPr/>
            </p:nvSpPr>
            <p:spPr>
              <a:xfrm>
                <a:off x="10826936" y="863445"/>
                <a:ext cx="44755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a:latin typeface="Cambria Math" panose="02040503050406030204" pitchFamily="18" charset="0"/>
                        </a:rPr>
                        <m:t>v</m:t>
                      </m:r>
                    </m:oMath>
                  </m:oMathPara>
                </a14:m>
                <a:endParaRPr lang="en-US" sz="2800" dirty="0"/>
              </a:p>
            </p:txBody>
          </p:sp>
        </mc:Choice>
        <mc:Fallback xmlns="">
          <p:sp>
            <p:nvSpPr>
              <p:cNvPr id="51" name="Rectangle 50"/>
              <p:cNvSpPr>
                <a:spLocks noRot="1" noChangeAspect="1" noMove="1" noResize="1" noEditPoints="1" noAdjustHandles="1" noChangeArrowheads="1" noChangeShapeType="1" noTextEdit="1"/>
              </p:cNvSpPr>
              <p:nvPr/>
            </p:nvSpPr>
            <p:spPr>
              <a:xfrm>
                <a:off x="10826936" y="863445"/>
                <a:ext cx="447558" cy="523220"/>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6136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9" presetClass="emph" presetSubtype="0" fill="hold" grpId="1" nodeType="withEffect">
                                  <p:stCondLst>
                                    <p:cond delay="0"/>
                                  </p:stCondLst>
                                  <p:childTnLst>
                                    <p:animClr clrSpc="rgb" dir="cw">
                                      <p:cBhvr override="childStyle">
                                        <p:cTn id="52" dur="500" fill="hold"/>
                                        <p:tgtEl>
                                          <p:spTgt spid="36"/>
                                        </p:tgtEl>
                                        <p:attrNameLst>
                                          <p:attrName>style.color</p:attrName>
                                        </p:attrNameLst>
                                      </p:cBhvr>
                                      <p:to>
                                        <a:srgbClr val="FFFF00"/>
                                      </p:to>
                                    </p:animClr>
                                    <p:animClr clrSpc="rgb" dir="cw">
                                      <p:cBhvr>
                                        <p:cTn id="53" dur="500" fill="hold"/>
                                        <p:tgtEl>
                                          <p:spTgt spid="36"/>
                                        </p:tgtEl>
                                        <p:attrNameLst>
                                          <p:attrName>fillcolor</p:attrName>
                                        </p:attrNameLst>
                                      </p:cBhvr>
                                      <p:to>
                                        <a:srgbClr val="FFFF00"/>
                                      </p:to>
                                    </p:animClr>
                                    <p:set>
                                      <p:cBhvr>
                                        <p:cTn id="54" dur="500" fill="hold"/>
                                        <p:tgtEl>
                                          <p:spTgt spid="36"/>
                                        </p:tgtEl>
                                        <p:attrNameLst>
                                          <p:attrName>fill.type</p:attrName>
                                        </p:attrNameLst>
                                      </p:cBhvr>
                                      <p:to>
                                        <p:strVal val="solid"/>
                                      </p:to>
                                    </p:set>
                                    <p:set>
                                      <p:cBhvr>
                                        <p:cTn id="55" dur="500" fill="hold"/>
                                        <p:tgtEl>
                                          <p:spTgt spid="36"/>
                                        </p:tgtEl>
                                        <p:attrNameLst>
                                          <p:attrName>fill.on</p:attrName>
                                        </p:attrNameLst>
                                      </p:cBhvr>
                                      <p:to>
                                        <p:strVal val="true"/>
                                      </p:to>
                                    </p:set>
                                  </p:childTnLst>
                                </p:cTn>
                              </p:par>
                              <p:par>
                                <p:cTn id="56" presetID="1" presetClass="entr" presetSubtype="0" fill="hold" grpId="0" nodeType="withEffect">
                                  <p:stCondLst>
                                    <p:cond delay="0"/>
                                  </p:stCondLst>
                                  <p:childTnLst>
                                    <p:set>
                                      <p:cBhvr>
                                        <p:cTn id="57" dur="1" fill="hold">
                                          <p:stCondLst>
                                            <p:cond delay="0"/>
                                          </p:stCondLst>
                                        </p:cTn>
                                        <p:tgtEl>
                                          <p:spTgt spid="5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wipe(down)">
                                      <p:cBhvr>
                                        <p:cTn id="62" dur="500"/>
                                        <p:tgtEl>
                                          <p:spTgt spid="49"/>
                                        </p:tgtEl>
                                      </p:cBhvr>
                                    </p:animEffect>
                                  </p:childTnLst>
                                </p:cTn>
                              </p:par>
                            </p:childTnLst>
                          </p:cTn>
                        </p:par>
                        <p:par>
                          <p:cTn id="63" fill="hold">
                            <p:stCondLst>
                              <p:cond delay="500"/>
                            </p:stCondLst>
                            <p:childTnLst>
                              <p:par>
                                <p:cTn id="64" presetID="19" presetClass="emph" presetSubtype="0" fill="hold" grpId="1" nodeType="afterEffect">
                                  <p:stCondLst>
                                    <p:cond delay="0"/>
                                  </p:stCondLst>
                                  <p:childTnLst>
                                    <p:animClr clrSpc="rgb" dir="cw">
                                      <p:cBhvr override="childStyle">
                                        <p:cTn id="65" dur="500" fill="hold"/>
                                        <p:tgtEl>
                                          <p:spTgt spid="29"/>
                                        </p:tgtEl>
                                        <p:attrNameLst>
                                          <p:attrName>style.color</p:attrName>
                                        </p:attrNameLst>
                                      </p:cBhvr>
                                      <p:to>
                                        <a:srgbClr val="FFFF00"/>
                                      </p:to>
                                    </p:animClr>
                                    <p:animClr clrSpc="rgb" dir="cw">
                                      <p:cBhvr>
                                        <p:cTn id="66" dur="500" fill="hold"/>
                                        <p:tgtEl>
                                          <p:spTgt spid="29"/>
                                        </p:tgtEl>
                                        <p:attrNameLst>
                                          <p:attrName>fillcolor</p:attrName>
                                        </p:attrNameLst>
                                      </p:cBhvr>
                                      <p:to>
                                        <a:srgbClr val="FFFF00"/>
                                      </p:to>
                                    </p:animClr>
                                    <p:set>
                                      <p:cBhvr>
                                        <p:cTn id="67" dur="500" fill="hold"/>
                                        <p:tgtEl>
                                          <p:spTgt spid="29"/>
                                        </p:tgtEl>
                                        <p:attrNameLst>
                                          <p:attrName>fill.type</p:attrName>
                                        </p:attrNameLst>
                                      </p:cBhvr>
                                      <p:to>
                                        <p:strVal val="solid"/>
                                      </p:to>
                                    </p:set>
                                    <p:set>
                                      <p:cBhvr>
                                        <p:cTn id="68" dur="500" fill="hold"/>
                                        <p:tgtEl>
                                          <p:spTgt spid="29"/>
                                        </p:tgtEl>
                                        <p:attrNameLst>
                                          <p:attrName>fill.on</p:attrName>
                                        </p:attrNameLst>
                                      </p:cBhvr>
                                      <p:to>
                                        <p:strVal val="true"/>
                                      </p:to>
                                    </p:set>
                                  </p:childTnLst>
                                </p:cTn>
                              </p:par>
                            </p:childTnLst>
                          </p:cTn>
                        </p:par>
                        <p:par>
                          <p:cTn id="69" fill="hold">
                            <p:stCondLst>
                              <p:cond delay="1000"/>
                            </p:stCondLst>
                            <p:childTnLst>
                              <p:par>
                                <p:cTn id="70" presetID="19" presetClass="emph" presetSubtype="0" fill="hold" grpId="1" nodeType="afterEffect">
                                  <p:stCondLst>
                                    <p:cond delay="0"/>
                                  </p:stCondLst>
                                  <p:childTnLst>
                                    <p:animClr clrSpc="rgb" dir="cw">
                                      <p:cBhvr override="childStyle">
                                        <p:cTn id="71" dur="500" fill="hold"/>
                                        <p:tgtEl>
                                          <p:spTgt spid="31"/>
                                        </p:tgtEl>
                                        <p:attrNameLst>
                                          <p:attrName>style.color</p:attrName>
                                        </p:attrNameLst>
                                      </p:cBhvr>
                                      <p:to>
                                        <a:srgbClr val="FFFF00"/>
                                      </p:to>
                                    </p:animClr>
                                    <p:animClr clrSpc="rgb" dir="cw">
                                      <p:cBhvr>
                                        <p:cTn id="72" dur="500" fill="hold"/>
                                        <p:tgtEl>
                                          <p:spTgt spid="31"/>
                                        </p:tgtEl>
                                        <p:attrNameLst>
                                          <p:attrName>fillcolor</p:attrName>
                                        </p:attrNameLst>
                                      </p:cBhvr>
                                      <p:to>
                                        <a:srgbClr val="FFFF00"/>
                                      </p:to>
                                    </p:animClr>
                                    <p:set>
                                      <p:cBhvr>
                                        <p:cTn id="73" dur="500" fill="hold"/>
                                        <p:tgtEl>
                                          <p:spTgt spid="31"/>
                                        </p:tgtEl>
                                        <p:attrNameLst>
                                          <p:attrName>fill.type</p:attrName>
                                        </p:attrNameLst>
                                      </p:cBhvr>
                                      <p:to>
                                        <p:strVal val="solid"/>
                                      </p:to>
                                    </p:set>
                                    <p:set>
                                      <p:cBhvr>
                                        <p:cTn id="74" dur="500" fill="hold"/>
                                        <p:tgtEl>
                                          <p:spTgt spid="31"/>
                                        </p:tgtEl>
                                        <p:attrNameLst>
                                          <p:attrName>fill.on</p:attrName>
                                        </p:attrNameLst>
                                      </p:cBhvr>
                                      <p:to>
                                        <p:strVal val="true"/>
                                      </p:to>
                                    </p:set>
                                  </p:childTnLst>
                                </p:cTn>
                              </p:par>
                            </p:childTnLst>
                          </p:cTn>
                        </p:par>
                        <p:par>
                          <p:cTn id="75" fill="hold">
                            <p:stCondLst>
                              <p:cond delay="1500"/>
                            </p:stCondLst>
                            <p:childTnLst>
                              <p:par>
                                <p:cTn id="76" presetID="19" presetClass="emph" presetSubtype="0" fill="hold" grpId="1" nodeType="afterEffect">
                                  <p:stCondLst>
                                    <p:cond delay="0"/>
                                  </p:stCondLst>
                                  <p:childTnLst>
                                    <p:animClr clrSpc="rgb" dir="cw">
                                      <p:cBhvr override="childStyle">
                                        <p:cTn id="77" dur="500" fill="hold"/>
                                        <p:tgtEl>
                                          <p:spTgt spid="30"/>
                                        </p:tgtEl>
                                        <p:attrNameLst>
                                          <p:attrName>style.color</p:attrName>
                                        </p:attrNameLst>
                                      </p:cBhvr>
                                      <p:to>
                                        <a:srgbClr val="FFFF00"/>
                                      </p:to>
                                    </p:animClr>
                                    <p:animClr clrSpc="rgb" dir="cw">
                                      <p:cBhvr>
                                        <p:cTn id="78" dur="500" fill="hold"/>
                                        <p:tgtEl>
                                          <p:spTgt spid="30"/>
                                        </p:tgtEl>
                                        <p:attrNameLst>
                                          <p:attrName>fillcolor</p:attrName>
                                        </p:attrNameLst>
                                      </p:cBhvr>
                                      <p:to>
                                        <a:srgbClr val="FFFF00"/>
                                      </p:to>
                                    </p:animClr>
                                    <p:set>
                                      <p:cBhvr>
                                        <p:cTn id="79" dur="500" fill="hold"/>
                                        <p:tgtEl>
                                          <p:spTgt spid="30"/>
                                        </p:tgtEl>
                                        <p:attrNameLst>
                                          <p:attrName>fill.type</p:attrName>
                                        </p:attrNameLst>
                                      </p:cBhvr>
                                      <p:to>
                                        <p:strVal val="solid"/>
                                      </p:to>
                                    </p:set>
                                    <p:set>
                                      <p:cBhvr>
                                        <p:cTn id="80" dur="500" fill="hold"/>
                                        <p:tgtEl>
                                          <p:spTgt spid="3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30" grpId="0" animBg="1"/>
      <p:bldP spid="30" grpId="1" animBg="1"/>
      <p:bldP spid="31" grpId="0" animBg="1"/>
      <p:bldP spid="31" grpId="1" animBg="1"/>
      <p:bldP spid="36" grpId="0" animBg="1"/>
      <p:bldP spid="36" grpId="1" animBg="1"/>
      <p:bldP spid="39" grpId="0" animBg="1"/>
      <p:bldP spid="43" grpId="0" animBg="1"/>
      <p:bldP spid="49" grpId="0" animBg="1"/>
      <p:bldP spid="5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cxnSp>
        <p:nvCxnSpPr>
          <p:cNvPr id="116" name="Straight Connector 115">
            <a:extLst>
              <a:ext uri="{FF2B5EF4-FFF2-40B4-BE49-F238E27FC236}">
                <a16:creationId xmlns:a16="http://schemas.microsoft.com/office/drawing/2014/main" id="{6205DD86-315C-53B6-CEEF-A9919650168E}"/>
              </a:ext>
            </a:extLst>
          </p:cNvPr>
          <p:cNvCxnSpPr>
            <a:cxnSpLocks/>
            <a:stCxn id="105" idx="5"/>
            <a:endCxn id="111" idx="0"/>
          </p:cNvCxnSpPr>
          <p:nvPr/>
        </p:nvCxnSpPr>
        <p:spPr>
          <a:xfrm flipH="1">
            <a:off x="7599820" y="1352442"/>
            <a:ext cx="1344361" cy="70337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Straight Connector 116">
            <a:extLst>
              <a:ext uri="{FF2B5EF4-FFF2-40B4-BE49-F238E27FC236}">
                <a16:creationId xmlns:a16="http://schemas.microsoft.com/office/drawing/2014/main" id="{6205DD86-315C-53B6-CEEF-A9919650168E}"/>
              </a:ext>
            </a:extLst>
          </p:cNvPr>
          <p:cNvCxnSpPr>
            <a:cxnSpLocks/>
            <a:stCxn id="106" idx="2"/>
            <a:endCxn id="111" idx="6"/>
          </p:cNvCxnSpPr>
          <p:nvPr/>
        </p:nvCxnSpPr>
        <p:spPr>
          <a:xfrm flipV="1">
            <a:off x="7527820" y="2126380"/>
            <a:ext cx="0" cy="86409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8" name="Straight Connector 117">
            <a:extLst>
              <a:ext uri="{FF2B5EF4-FFF2-40B4-BE49-F238E27FC236}">
                <a16:creationId xmlns:a16="http://schemas.microsoft.com/office/drawing/2014/main" id="{6205DD86-315C-53B6-CEEF-A9919650168E}"/>
              </a:ext>
            </a:extLst>
          </p:cNvPr>
          <p:cNvCxnSpPr>
            <a:cxnSpLocks/>
            <a:stCxn id="115" idx="2"/>
            <a:endCxn id="106" idx="6"/>
          </p:cNvCxnSpPr>
          <p:nvPr/>
        </p:nvCxnSpPr>
        <p:spPr>
          <a:xfrm flipV="1">
            <a:off x="7523782" y="3131602"/>
            <a:ext cx="4038" cy="1012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9" name="Straight Connector 118">
            <a:extLst>
              <a:ext uri="{FF2B5EF4-FFF2-40B4-BE49-F238E27FC236}">
                <a16:creationId xmlns:a16="http://schemas.microsoft.com/office/drawing/2014/main" id="{6205DD86-315C-53B6-CEEF-A9919650168E}"/>
              </a:ext>
            </a:extLst>
          </p:cNvPr>
          <p:cNvCxnSpPr>
            <a:cxnSpLocks/>
            <a:stCxn id="112" idx="2"/>
            <a:endCxn id="115" idx="6"/>
          </p:cNvCxnSpPr>
          <p:nvPr/>
        </p:nvCxnSpPr>
        <p:spPr>
          <a:xfrm flipH="1" flipV="1">
            <a:off x="7523782" y="4285175"/>
            <a:ext cx="4054" cy="129758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Straight Connector 119">
            <a:extLst>
              <a:ext uri="{FF2B5EF4-FFF2-40B4-BE49-F238E27FC236}">
                <a16:creationId xmlns:a16="http://schemas.microsoft.com/office/drawing/2014/main" id="{6205DD86-315C-53B6-CEEF-A9919650168E}"/>
              </a:ext>
            </a:extLst>
          </p:cNvPr>
          <p:cNvCxnSpPr>
            <a:cxnSpLocks/>
            <a:stCxn id="110" idx="2"/>
            <a:endCxn id="114" idx="6"/>
          </p:cNvCxnSpPr>
          <p:nvPr/>
        </p:nvCxnSpPr>
        <p:spPr>
          <a:xfrm flipH="1" flipV="1">
            <a:off x="10400860" y="2151361"/>
            <a:ext cx="7296" cy="8391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1" name="Straight Connector 120">
            <a:extLst>
              <a:ext uri="{FF2B5EF4-FFF2-40B4-BE49-F238E27FC236}">
                <a16:creationId xmlns:a16="http://schemas.microsoft.com/office/drawing/2014/main" id="{6205DD86-315C-53B6-CEEF-A9919650168E}"/>
              </a:ext>
            </a:extLst>
          </p:cNvPr>
          <p:cNvCxnSpPr>
            <a:cxnSpLocks/>
            <a:stCxn id="110" idx="6"/>
            <a:endCxn id="107" idx="2"/>
          </p:cNvCxnSpPr>
          <p:nvPr/>
        </p:nvCxnSpPr>
        <p:spPr>
          <a:xfrm flipH="1">
            <a:off x="10408140" y="3131602"/>
            <a:ext cx="16" cy="101100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2" name="Straight Connector 121">
            <a:extLst>
              <a:ext uri="{FF2B5EF4-FFF2-40B4-BE49-F238E27FC236}">
                <a16:creationId xmlns:a16="http://schemas.microsoft.com/office/drawing/2014/main" id="{6205DD86-315C-53B6-CEEF-A9919650168E}"/>
              </a:ext>
            </a:extLst>
          </p:cNvPr>
          <p:cNvCxnSpPr>
            <a:cxnSpLocks/>
            <a:stCxn id="107" idx="6"/>
            <a:endCxn id="109" idx="2"/>
          </p:cNvCxnSpPr>
          <p:nvPr/>
        </p:nvCxnSpPr>
        <p:spPr>
          <a:xfrm>
            <a:off x="10408140" y="4283730"/>
            <a:ext cx="16" cy="129903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3" name="Straight Connector 122">
            <a:extLst>
              <a:ext uri="{FF2B5EF4-FFF2-40B4-BE49-F238E27FC236}">
                <a16:creationId xmlns:a16="http://schemas.microsoft.com/office/drawing/2014/main" id="{6205DD86-315C-53B6-CEEF-A9919650168E}"/>
              </a:ext>
            </a:extLst>
          </p:cNvPr>
          <p:cNvCxnSpPr>
            <a:cxnSpLocks/>
            <a:stCxn id="114" idx="3"/>
            <a:endCxn id="105" idx="7"/>
          </p:cNvCxnSpPr>
          <p:nvPr/>
        </p:nvCxnSpPr>
        <p:spPr>
          <a:xfrm flipH="1" flipV="1">
            <a:off x="9046005" y="1352442"/>
            <a:ext cx="1303943" cy="6784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4" name="Straight Connector 123">
            <a:extLst>
              <a:ext uri="{FF2B5EF4-FFF2-40B4-BE49-F238E27FC236}">
                <a16:creationId xmlns:a16="http://schemas.microsoft.com/office/drawing/2014/main" id="{6205DD86-315C-53B6-CEEF-A9919650168E}"/>
              </a:ext>
            </a:extLst>
          </p:cNvPr>
          <p:cNvCxnSpPr>
            <a:cxnSpLocks/>
            <a:stCxn id="108" idx="5"/>
            <a:endCxn id="112" idx="1"/>
          </p:cNvCxnSpPr>
          <p:nvPr/>
        </p:nvCxnSpPr>
        <p:spPr>
          <a:xfrm flipH="1">
            <a:off x="7578748" y="4263063"/>
            <a:ext cx="1365433" cy="13403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5" name="Straight Connector 124">
            <a:extLst>
              <a:ext uri="{FF2B5EF4-FFF2-40B4-BE49-F238E27FC236}">
                <a16:creationId xmlns:a16="http://schemas.microsoft.com/office/drawing/2014/main" id="{6205DD86-315C-53B6-CEEF-A9919650168E}"/>
              </a:ext>
            </a:extLst>
          </p:cNvPr>
          <p:cNvCxnSpPr>
            <a:cxnSpLocks/>
            <a:stCxn id="108" idx="7"/>
            <a:endCxn id="109" idx="3"/>
          </p:cNvCxnSpPr>
          <p:nvPr/>
        </p:nvCxnSpPr>
        <p:spPr>
          <a:xfrm>
            <a:off x="9046005" y="4263063"/>
            <a:ext cx="1311239" cy="13403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6" name="Straight Connector 125">
            <a:extLst>
              <a:ext uri="{FF2B5EF4-FFF2-40B4-BE49-F238E27FC236}">
                <a16:creationId xmlns:a16="http://schemas.microsoft.com/office/drawing/2014/main" id="{6205DD86-315C-53B6-CEEF-A9919650168E}"/>
              </a:ext>
            </a:extLst>
          </p:cNvPr>
          <p:cNvCxnSpPr>
            <a:cxnSpLocks/>
            <a:stCxn id="113" idx="3"/>
            <a:endCxn id="111" idx="7"/>
          </p:cNvCxnSpPr>
          <p:nvPr/>
        </p:nvCxnSpPr>
        <p:spPr>
          <a:xfrm flipH="1" flipV="1">
            <a:off x="7578732" y="2105713"/>
            <a:ext cx="1338344" cy="69229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7" name="Straight Connector 126">
            <a:extLst>
              <a:ext uri="{FF2B5EF4-FFF2-40B4-BE49-F238E27FC236}">
                <a16:creationId xmlns:a16="http://schemas.microsoft.com/office/drawing/2014/main" id="{6205DD86-315C-53B6-CEEF-A9919650168E}"/>
              </a:ext>
            </a:extLst>
          </p:cNvPr>
          <p:cNvCxnSpPr>
            <a:cxnSpLocks/>
            <a:stCxn id="113" idx="1"/>
            <a:endCxn id="114" idx="5"/>
          </p:cNvCxnSpPr>
          <p:nvPr/>
        </p:nvCxnSpPr>
        <p:spPr>
          <a:xfrm flipV="1">
            <a:off x="9018900" y="2130694"/>
            <a:ext cx="1331048" cy="6673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8" name="Straight Connector 127">
            <a:extLst>
              <a:ext uri="{FF2B5EF4-FFF2-40B4-BE49-F238E27FC236}">
                <a16:creationId xmlns:a16="http://schemas.microsoft.com/office/drawing/2014/main" id="{6205DD86-315C-53B6-CEEF-A9919650168E}"/>
              </a:ext>
            </a:extLst>
          </p:cNvPr>
          <p:cNvCxnSpPr>
            <a:cxnSpLocks/>
            <a:stCxn id="113" idx="5"/>
            <a:endCxn id="115" idx="1"/>
          </p:cNvCxnSpPr>
          <p:nvPr/>
        </p:nvCxnSpPr>
        <p:spPr>
          <a:xfrm flipH="1">
            <a:off x="7574694" y="2897801"/>
            <a:ext cx="1342382" cy="12669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9" name="Straight Connector 128">
            <a:extLst>
              <a:ext uri="{FF2B5EF4-FFF2-40B4-BE49-F238E27FC236}">
                <a16:creationId xmlns:a16="http://schemas.microsoft.com/office/drawing/2014/main" id="{6205DD86-315C-53B6-CEEF-A9919650168E}"/>
              </a:ext>
            </a:extLst>
          </p:cNvPr>
          <p:cNvCxnSpPr>
            <a:cxnSpLocks/>
            <a:stCxn id="107" idx="3"/>
            <a:endCxn id="113" idx="7"/>
          </p:cNvCxnSpPr>
          <p:nvPr/>
        </p:nvCxnSpPr>
        <p:spPr>
          <a:xfrm flipH="1" flipV="1">
            <a:off x="9018900" y="2897801"/>
            <a:ext cx="1338328" cy="12654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Straight Connector 129">
            <a:extLst>
              <a:ext uri="{FF2B5EF4-FFF2-40B4-BE49-F238E27FC236}">
                <a16:creationId xmlns:a16="http://schemas.microsoft.com/office/drawing/2014/main" id="{6205DD86-315C-53B6-CEEF-A9919650168E}"/>
              </a:ext>
            </a:extLst>
          </p:cNvPr>
          <p:cNvCxnSpPr>
            <a:cxnSpLocks/>
            <a:stCxn id="110" idx="5"/>
            <a:endCxn id="108" idx="1"/>
          </p:cNvCxnSpPr>
          <p:nvPr/>
        </p:nvCxnSpPr>
        <p:spPr>
          <a:xfrm flipH="1">
            <a:off x="9046005" y="3110935"/>
            <a:ext cx="1311239" cy="1052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1" name="Straight Connector 130">
            <a:extLst>
              <a:ext uri="{FF2B5EF4-FFF2-40B4-BE49-F238E27FC236}">
                <a16:creationId xmlns:a16="http://schemas.microsoft.com/office/drawing/2014/main" id="{6205DD86-315C-53B6-CEEF-A9919650168E}"/>
              </a:ext>
            </a:extLst>
          </p:cNvPr>
          <p:cNvCxnSpPr>
            <a:cxnSpLocks/>
            <a:stCxn id="108" idx="3"/>
            <a:endCxn id="106" idx="7"/>
          </p:cNvCxnSpPr>
          <p:nvPr/>
        </p:nvCxnSpPr>
        <p:spPr>
          <a:xfrm flipH="1" flipV="1">
            <a:off x="7578732" y="3110935"/>
            <a:ext cx="1365449" cy="1052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Dominating Set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1" y="863445"/>
                <a:ext cx="6678776" cy="1269332"/>
              </a:xfrm>
            </p:spPr>
            <p:txBody>
              <a:bodyPr/>
              <a:lstStyle/>
              <a:p>
                <a:pPr lvl="0"/>
                <a:r>
                  <a:rPr lang="en-US" dirty="0"/>
                  <a:t>A set</a:t>
                </a:r>
                <a14:m>
                  <m:oMath xmlns:m="http://schemas.openxmlformats.org/officeDocument/2006/math">
                    <m:r>
                      <a:rPr lang="en-US" i="1">
                        <a:latin typeface="Cambria Math" panose="02040503050406030204" pitchFamily="18" charset="0"/>
                      </a:rPr>
                      <m:t> </m:t>
                    </m:r>
                    <m:r>
                      <m:rPr>
                        <m:sty m:val="p"/>
                      </m:rPr>
                      <a:rPr lang="en-US">
                        <a:latin typeface="Cambria Math" panose="02040503050406030204" pitchFamily="18" charset="0"/>
                      </a:rPr>
                      <m:t>S</m:t>
                    </m:r>
                  </m:oMath>
                </a14:m>
                <a:r>
                  <a:rPr lang="en-US" dirty="0"/>
                  <a:t> of vertices of</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G</m:t>
                    </m:r>
                  </m:oMath>
                </a14:m>
                <a:r>
                  <a:rPr lang="en-US" dirty="0"/>
                  <a:t> is a </a:t>
                </a:r>
                <a:r>
                  <a:rPr lang="en-US" b="1" dirty="0"/>
                  <a:t>dominating set</a:t>
                </a:r>
                <a:r>
                  <a:rPr lang="en-US" dirty="0"/>
                  <a:t> of</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G</m:t>
                    </m:r>
                  </m:oMath>
                </a14:m>
                <a:r>
                  <a:rPr lang="en-US" dirty="0"/>
                  <a:t> if every vertex of</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G</m:t>
                    </m:r>
                  </m:oMath>
                </a14:m>
                <a:r>
                  <a:rPr lang="en-US" dirty="0"/>
                  <a:t> is dominated by some vertex in</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S</m:t>
                    </m:r>
                  </m:oMath>
                </a14:m>
                <a:r>
                  <a:rPr lang="en-US" dirty="0"/>
                  <a:t>.</a:t>
                </a:r>
              </a:p>
              <a:p>
                <a:pPr marL="0" lvl="0" indent="0">
                  <a:buNone/>
                </a:pPr>
                <a:endParaRPr lang="en-US" dirty="0">
                  <a:solidFill>
                    <a:srgbClr val="D10233"/>
                  </a:solidFill>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9CB3AA53-5FE6-7420-2832-B8AB64C9E95F}"/>
                  </a:ext>
                </a:extLst>
              </p:cNvPr>
              <p:cNvSpPr>
                <a:spLocks noGrp="1" noRot="1" noChangeAspect="1" noMove="1" noResize="1" noEditPoints="1" noAdjustHandles="1" noChangeArrowheads="1" noChangeShapeType="1" noTextEdit="1"/>
              </p:cNvSpPr>
              <p:nvPr>
                <p:ph idx="1"/>
              </p:nvPr>
            </p:nvSpPr>
            <p:spPr>
              <a:xfrm>
                <a:off x="131181" y="863445"/>
                <a:ext cx="6678776" cy="1269332"/>
              </a:xfrm>
              <a:blipFill rotWithShape="0">
                <a:blip r:embed="rId2"/>
                <a:stretch>
                  <a:fillRect l="-1735" t="-8654" r="-1826" b="-11538"/>
                </a:stretch>
              </a:blipFill>
            </p:spPr>
            <p:txBody>
              <a:bodyPr/>
              <a:lstStyle/>
              <a:p>
                <a:r>
                  <a:rPr lang="en-US">
                    <a:noFill/>
                  </a:rPr>
                  <a:t> </a:t>
                </a:r>
              </a:p>
            </p:txBody>
          </p:sp>
        </mc:Fallback>
      </mc:AlternateContent>
      <p:sp>
        <p:nvSpPr>
          <p:cNvPr id="105" name="Oval 104">
            <a:extLst>
              <a:ext uri="{FF2B5EF4-FFF2-40B4-BE49-F238E27FC236}">
                <a16:creationId xmlns:a16="http://schemas.microsoft.com/office/drawing/2014/main" id="{BDD11F87-DA81-9510-C1CB-0AF4093562CB}"/>
              </a:ext>
            </a:extLst>
          </p:cNvPr>
          <p:cNvSpPr/>
          <p:nvPr/>
        </p:nvSpPr>
        <p:spPr>
          <a:xfrm rot="5400000">
            <a:off x="8924530" y="123054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6" name="Oval 105">
            <a:extLst>
              <a:ext uri="{FF2B5EF4-FFF2-40B4-BE49-F238E27FC236}">
                <a16:creationId xmlns:a16="http://schemas.microsoft.com/office/drawing/2014/main" id="{BDD11F87-DA81-9510-C1CB-0AF4093562CB}"/>
              </a:ext>
            </a:extLst>
          </p:cNvPr>
          <p:cNvSpPr/>
          <p:nvPr/>
        </p:nvSpPr>
        <p:spPr>
          <a:xfrm rot="5400000">
            <a:off x="7457257" y="298903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7" name="Oval 106">
            <a:extLst>
              <a:ext uri="{FF2B5EF4-FFF2-40B4-BE49-F238E27FC236}">
                <a16:creationId xmlns:a16="http://schemas.microsoft.com/office/drawing/2014/main" id="{BDD11F87-DA81-9510-C1CB-0AF4093562CB}"/>
              </a:ext>
            </a:extLst>
          </p:cNvPr>
          <p:cNvSpPr/>
          <p:nvPr/>
        </p:nvSpPr>
        <p:spPr>
          <a:xfrm rot="5400000">
            <a:off x="10337577" y="414116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8" name="Oval 107">
            <a:extLst>
              <a:ext uri="{FF2B5EF4-FFF2-40B4-BE49-F238E27FC236}">
                <a16:creationId xmlns:a16="http://schemas.microsoft.com/office/drawing/2014/main" id="{BDD11F87-DA81-9510-C1CB-0AF4093562CB}"/>
              </a:ext>
            </a:extLst>
          </p:cNvPr>
          <p:cNvSpPr/>
          <p:nvPr/>
        </p:nvSpPr>
        <p:spPr>
          <a:xfrm rot="5400000">
            <a:off x="8924530" y="414116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9" name="Oval 108">
            <a:extLst>
              <a:ext uri="{FF2B5EF4-FFF2-40B4-BE49-F238E27FC236}">
                <a16:creationId xmlns:a16="http://schemas.microsoft.com/office/drawing/2014/main" id="{BDD11F87-DA81-9510-C1CB-0AF4093562CB}"/>
              </a:ext>
            </a:extLst>
          </p:cNvPr>
          <p:cNvSpPr/>
          <p:nvPr/>
        </p:nvSpPr>
        <p:spPr>
          <a:xfrm rot="5400000">
            <a:off x="10337593" y="55813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0" name="Oval 109">
            <a:extLst>
              <a:ext uri="{FF2B5EF4-FFF2-40B4-BE49-F238E27FC236}">
                <a16:creationId xmlns:a16="http://schemas.microsoft.com/office/drawing/2014/main" id="{BDD11F87-DA81-9510-C1CB-0AF4093562CB}"/>
              </a:ext>
            </a:extLst>
          </p:cNvPr>
          <p:cNvSpPr/>
          <p:nvPr/>
        </p:nvSpPr>
        <p:spPr>
          <a:xfrm rot="5400000">
            <a:off x="10337593" y="298903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1" name="Oval 110">
            <a:extLst>
              <a:ext uri="{FF2B5EF4-FFF2-40B4-BE49-F238E27FC236}">
                <a16:creationId xmlns:a16="http://schemas.microsoft.com/office/drawing/2014/main" id="{BDD11F87-DA81-9510-C1CB-0AF4093562CB}"/>
              </a:ext>
            </a:extLst>
          </p:cNvPr>
          <p:cNvSpPr/>
          <p:nvPr/>
        </p:nvSpPr>
        <p:spPr>
          <a:xfrm rot="5400000">
            <a:off x="7457257" y="198381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2" name="Oval 111">
            <a:extLst>
              <a:ext uri="{FF2B5EF4-FFF2-40B4-BE49-F238E27FC236}">
                <a16:creationId xmlns:a16="http://schemas.microsoft.com/office/drawing/2014/main" id="{BDD11F87-DA81-9510-C1CB-0AF4093562CB}"/>
              </a:ext>
            </a:extLst>
          </p:cNvPr>
          <p:cNvSpPr/>
          <p:nvPr/>
        </p:nvSpPr>
        <p:spPr>
          <a:xfrm rot="5400000">
            <a:off x="7457273" y="55813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3" name="Oval 112">
            <a:extLst>
              <a:ext uri="{FF2B5EF4-FFF2-40B4-BE49-F238E27FC236}">
                <a16:creationId xmlns:a16="http://schemas.microsoft.com/office/drawing/2014/main" id="{BDD11F87-DA81-9510-C1CB-0AF4093562CB}"/>
              </a:ext>
            </a:extLst>
          </p:cNvPr>
          <p:cNvSpPr/>
          <p:nvPr/>
        </p:nvSpPr>
        <p:spPr>
          <a:xfrm rot="5400000">
            <a:off x="8897425" y="277590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4" name="Oval 113">
            <a:extLst>
              <a:ext uri="{FF2B5EF4-FFF2-40B4-BE49-F238E27FC236}">
                <a16:creationId xmlns:a16="http://schemas.microsoft.com/office/drawing/2014/main" id="{BDD11F87-DA81-9510-C1CB-0AF4093562CB}"/>
              </a:ext>
            </a:extLst>
          </p:cNvPr>
          <p:cNvSpPr/>
          <p:nvPr/>
        </p:nvSpPr>
        <p:spPr>
          <a:xfrm rot="5400000">
            <a:off x="10330297" y="200879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5" name="Oval 114">
            <a:extLst>
              <a:ext uri="{FF2B5EF4-FFF2-40B4-BE49-F238E27FC236}">
                <a16:creationId xmlns:a16="http://schemas.microsoft.com/office/drawing/2014/main" id="{BDD11F87-DA81-9510-C1CB-0AF4093562CB}"/>
              </a:ext>
            </a:extLst>
          </p:cNvPr>
          <p:cNvSpPr/>
          <p:nvPr/>
        </p:nvSpPr>
        <p:spPr>
          <a:xfrm rot="5400000">
            <a:off x="7453219" y="41426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2" name="TextBox 131"/>
          <p:cNvSpPr txBox="1"/>
          <p:nvPr/>
        </p:nvSpPr>
        <p:spPr>
          <a:xfrm>
            <a:off x="7375194" y="5603431"/>
            <a:ext cx="356188" cy="523220"/>
          </a:xfrm>
          <a:prstGeom prst="rect">
            <a:avLst/>
          </a:prstGeom>
          <a:noFill/>
        </p:spPr>
        <p:txBody>
          <a:bodyPr wrap="none" rtlCol="0">
            <a:spAutoFit/>
          </a:bodyPr>
          <a:lstStyle/>
          <a:p>
            <a:r>
              <a:rPr lang="en-US" sz="2800" dirty="0">
                <a:solidFill>
                  <a:srgbClr val="C00000"/>
                </a:solidFill>
              </a:rPr>
              <a:t>a</a:t>
            </a:r>
            <a:endParaRPr lang="en-US" dirty="0">
              <a:solidFill>
                <a:srgbClr val="C00000"/>
              </a:solidFill>
            </a:endParaRPr>
          </a:p>
        </p:txBody>
      </p:sp>
      <p:sp>
        <p:nvSpPr>
          <p:cNvPr id="133" name="TextBox 132"/>
          <p:cNvSpPr txBox="1"/>
          <p:nvPr/>
        </p:nvSpPr>
        <p:spPr>
          <a:xfrm>
            <a:off x="10157806" y="5606296"/>
            <a:ext cx="360996" cy="523220"/>
          </a:xfrm>
          <a:prstGeom prst="rect">
            <a:avLst/>
          </a:prstGeom>
          <a:noFill/>
        </p:spPr>
        <p:txBody>
          <a:bodyPr wrap="none" rtlCol="0">
            <a:spAutoFit/>
          </a:bodyPr>
          <a:lstStyle/>
          <a:p>
            <a:r>
              <a:rPr lang="en-US" sz="2800" dirty="0">
                <a:solidFill>
                  <a:srgbClr val="C00000"/>
                </a:solidFill>
              </a:rPr>
              <a:t>b</a:t>
            </a:r>
          </a:p>
        </p:txBody>
      </p:sp>
      <p:sp>
        <p:nvSpPr>
          <p:cNvPr id="134" name="TextBox 133"/>
          <p:cNvSpPr txBox="1"/>
          <p:nvPr/>
        </p:nvSpPr>
        <p:spPr>
          <a:xfrm>
            <a:off x="7178052" y="3995698"/>
            <a:ext cx="349776" cy="523220"/>
          </a:xfrm>
          <a:prstGeom prst="rect">
            <a:avLst/>
          </a:prstGeom>
          <a:noFill/>
        </p:spPr>
        <p:txBody>
          <a:bodyPr wrap="none" rtlCol="0">
            <a:spAutoFit/>
          </a:bodyPr>
          <a:lstStyle/>
          <a:p>
            <a:r>
              <a:rPr lang="en-US" sz="2800" dirty="0">
                <a:solidFill>
                  <a:srgbClr val="C00000"/>
                </a:solidFill>
              </a:rPr>
              <a:t>c</a:t>
            </a:r>
          </a:p>
        </p:txBody>
      </p:sp>
      <p:sp>
        <p:nvSpPr>
          <p:cNvPr id="135" name="TextBox 134"/>
          <p:cNvSpPr txBox="1"/>
          <p:nvPr/>
        </p:nvSpPr>
        <p:spPr>
          <a:xfrm>
            <a:off x="10430409" y="3995698"/>
            <a:ext cx="362600" cy="523220"/>
          </a:xfrm>
          <a:prstGeom prst="rect">
            <a:avLst/>
          </a:prstGeom>
          <a:noFill/>
        </p:spPr>
        <p:txBody>
          <a:bodyPr wrap="none" rtlCol="0">
            <a:spAutoFit/>
          </a:bodyPr>
          <a:lstStyle/>
          <a:p>
            <a:r>
              <a:rPr lang="en-US" sz="2800" dirty="0">
                <a:solidFill>
                  <a:srgbClr val="C00000"/>
                </a:solidFill>
              </a:rPr>
              <a:t>d</a:t>
            </a:r>
          </a:p>
        </p:txBody>
      </p:sp>
      <p:sp>
        <p:nvSpPr>
          <p:cNvPr id="136" name="TextBox 135"/>
          <p:cNvSpPr txBox="1"/>
          <p:nvPr/>
        </p:nvSpPr>
        <p:spPr>
          <a:xfrm>
            <a:off x="7174846" y="2765876"/>
            <a:ext cx="352982" cy="523220"/>
          </a:xfrm>
          <a:prstGeom prst="rect">
            <a:avLst/>
          </a:prstGeom>
          <a:noFill/>
        </p:spPr>
        <p:txBody>
          <a:bodyPr wrap="none" rtlCol="0">
            <a:spAutoFit/>
          </a:bodyPr>
          <a:lstStyle/>
          <a:p>
            <a:r>
              <a:rPr lang="en-US" sz="2800" dirty="0">
                <a:solidFill>
                  <a:srgbClr val="C00000"/>
                </a:solidFill>
              </a:rPr>
              <a:t>e</a:t>
            </a:r>
          </a:p>
        </p:txBody>
      </p:sp>
      <p:sp>
        <p:nvSpPr>
          <p:cNvPr id="137" name="TextBox 136"/>
          <p:cNvSpPr txBox="1"/>
          <p:nvPr/>
        </p:nvSpPr>
        <p:spPr>
          <a:xfrm>
            <a:off x="10434416" y="2762473"/>
            <a:ext cx="293670" cy="523220"/>
          </a:xfrm>
          <a:prstGeom prst="rect">
            <a:avLst/>
          </a:prstGeom>
          <a:noFill/>
        </p:spPr>
        <p:txBody>
          <a:bodyPr wrap="none" rtlCol="0">
            <a:spAutoFit/>
          </a:bodyPr>
          <a:lstStyle/>
          <a:p>
            <a:r>
              <a:rPr lang="en-US" sz="2800" dirty="0">
                <a:solidFill>
                  <a:srgbClr val="C00000"/>
                </a:solidFill>
              </a:rPr>
              <a:t>f</a:t>
            </a:r>
          </a:p>
        </p:txBody>
      </p:sp>
      <p:sp>
        <p:nvSpPr>
          <p:cNvPr id="138" name="TextBox 137"/>
          <p:cNvSpPr txBox="1"/>
          <p:nvPr/>
        </p:nvSpPr>
        <p:spPr>
          <a:xfrm>
            <a:off x="7145014" y="1734207"/>
            <a:ext cx="352982" cy="523220"/>
          </a:xfrm>
          <a:prstGeom prst="rect">
            <a:avLst/>
          </a:prstGeom>
          <a:noFill/>
        </p:spPr>
        <p:txBody>
          <a:bodyPr wrap="none" rtlCol="0">
            <a:spAutoFit/>
          </a:bodyPr>
          <a:lstStyle/>
          <a:p>
            <a:r>
              <a:rPr lang="en-US" sz="2800" dirty="0">
                <a:solidFill>
                  <a:srgbClr val="C00000"/>
                </a:solidFill>
              </a:rPr>
              <a:t>g</a:t>
            </a:r>
          </a:p>
        </p:txBody>
      </p:sp>
      <p:sp>
        <p:nvSpPr>
          <p:cNvPr id="139" name="TextBox 138"/>
          <p:cNvSpPr txBox="1"/>
          <p:nvPr/>
        </p:nvSpPr>
        <p:spPr>
          <a:xfrm>
            <a:off x="10457407" y="1817739"/>
            <a:ext cx="357790" cy="523220"/>
          </a:xfrm>
          <a:prstGeom prst="rect">
            <a:avLst/>
          </a:prstGeom>
          <a:noFill/>
        </p:spPr>
        <p:txBody>
          <a:bodyPr wrap="none" rtlCol="0">
            <a:spAutoFit/>
          </a:bodyPr>
          <a:lstStyle/>
          <a:p>
            <a:r>
              <a:rPr lang="en-US" sz="2800" dirty="0">
                <a:solidFill>
                  <a:srgbClr val="C00000"/>
                </a:solidFill>
              </a:rPr>
              <a:t>h</a:t>
            </a:r>
          </a:p>
        </p:txBody>
      </p:sp>
      <p:sp>
        <p:nvSpPr>
          <p:cNvPr id="140" name="TextBox 139"/>
          <p:cNvSpPr txBox="1"/>
          <p:nvPr/>
        </p:nvSpPr>
        <p:spPr>
          <a:xfrm>
            <a:off x="8843854" y="1406300"/>
            <a:ext cx="340158" cy="523220"/>
          </a:xfrm>
          <a:prstGeom prst="rect">
            <a:avLst/>
          </a:prstGeom>
          <a:noFill/>
        </p:spPr>
        <p:txBody>
          <a:bodyPr wrap="none" rtlCol="0">
            <a:spAutoFit/>
          </a:bodyPr>
          <a:lstStyle/>
          <a:p>
            <a:r>
              <a:rPr lang="en-US" sz="2800" dirty="0">
                <a:solidFill>
                  <a:srgbClr val="C00000"/>
                </a:solidFill>
              </a:rPr>
              <a:t>x</a:t>
            </a:r>
          </a:p>
        </p:txBody>
      </p:sp>
      <p:sp>
        <p:nvSpPr>
          <p:cNvPr id="141" name="TextBox 140"/>
          <p:cNvSpPr txBox="1"/>
          <p:nvPr/>
        </p:nvSpPr>
        <p:spPr>
          <a:xfrm>
            <a:off x="8805678" y="2971312"/>
            <a:ext cx="346570" cy="523220"/>
          </a:xfrm>
          <a:prstGeom prst="rect">
            <a:avLst/>
          </a:prstGeom>
          <a:noFill/>
        </p:spPr>
        <p:txBody>
          <a:bodyPr wrap="none" rtlCol="0">
            <a:spAutoFit/>
          </a:bodyPr>
          <a:lstStyle/>
          <a:p>
            <a:r>
              <a:rPr lang="en-US" sz="2800" dirty="0">
                <a:solidFill>
                  <a:srgbClr val="C00000"/>
                </a:solidFill>
              </a:rPr>
              <a:t>y</a:t>
            </a:r>
          </a:p>
        </p:txBody>
      </p:sp>
      <p:sp>
        <p:nvSpPr>
          <p:cNvPr id="142" name="TextBox 141"/>
          <p:cNvSpPr txBox="1"/>
          <p:nvPr/>
        </p:nvSpPr>
        <p:spPr>
          <a:xfrm>
            <a:off x="8832212" y="4342745"/>
            <a:ext cx="325730" cy="523220"/>
          </a:xfrm>
          <a:prstGeom prst="rect">
            <a:avLst/>
          </a:prstGeom>
          <a:noFill/>
        </p:spPr>
        <p:txBody>
          <a:bodyPr wrap="none" rtlCol="0">
            <a:spAutoFit/>
          </a:bodyPr>
          <a:lstStyle/>
          <a:p>
            <a:r>
              <a:rPr lang="en-US" sz="2800" dirty="0">
                <a:solidFill>
                  <a:srgbClr val="C00000"/>
                </a:solidFill>
              </a:rPr>
              <a:t>z</a:t>
            </a:r>
          </a:p>
        </p:txBody>
      </p:sp>
      <mc:AlternateContent xmlns:mc="http://schemas.openxmlformats.org/markup-compatibility/2006" xmlns:a14="http://schemas.microsoft.com/office/drawing/2010/main">
        <mc:Choice Requires="a14">
          <p:sp>
            <p:nvSpPr>
              <p:cNvPr id="143" name="Rectangle 142"/>
              <p:cNvSpPr/>
              <p:nvPr/>
            </p:nvSpPr>
            <p:spPr>
              <a:xfrm>
                <a:off x="411331" y="2112110"/>
                <a:ext cx="5751767" cy="523220"/>
              </a:xfrm>
              <a:prstGeom prst="rect">
                <a:avLst/>
              </a:prstGeom>
            </p:spPr>
            <p:txBody>
              <a:bodyPr wrap="none">
                <a:spAutoFit/>
              </a:bodyPr>
              <a:lstStyle/>
              <a:p>
                <a14:m>
                  <m:oMath xmlns:m="http://schemas.openxmlformats.org/officeDocument/2006/math">
                    <m:r>
                      <m:rPr>
                        <m:sty m:val="p"/>
                      </m:rPr>
                      <a:rPr lang="en-US" sz="2800" b="0" i="0" smtClean="0">
                        <a:solidFill>
                          <a:srgbClr val="002060"/>
                        </a:solidFill>
                        <a:latin typeface="Cambria Math" panose="02040503050406030204" pitchFamily="18" charset="0"/>
                      </a:rPr>
                      <m:t>S</m:t>
                    </m:r>
                    <m:r>
                      <a:rPr lang="en-US" sz="2800" b="0" i="1" smtClean="0">
                        <a:solidFill>
                          <a:srgbClr val="002060"/>
                        </a:solidFill>
                        <a:latin typeface="Cambria Math" panose="02040503050406030204" pitchFamily="18" charset="0"/>
                      </a:rPr>
                      <m:t>=</m:t>
                    </m:r>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x</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y</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z</m:t>
                        </m:r>
                      </m:e>
                    </m:d>
                  </m:oMath>
                </a14:m>
                <a:r>
                  <a:rPr lang="en-US" dirty="0">
                    <a:solidFill>
                      <a:srgbClr val="002060"/>
                    </a:solidFill>
                  </a:rPr>
                  <a:t> </a:t>
                </a:r>
                <a:r>
                  <a:rPr lang="en-US" sz="2800" dirty="0">
                    <a:solidFill>
                      <a:srgbClr val="002060"/>
                    </a:solidFill>
                  </a:rPr>
                  <a:t>is dominating set of graph </a:t>
                </a:r>
              </a:p>
            </p:txBody>
          </p:sp>
        </mc:Choice>
        <mc:Fallback xmlns="">
          <p:sp>
            <p:nvSpPr>
              <p:cNvPr id="143" name="Rectangle 142"/>
              <p:cNvSpPr>
                <a:spLocks noRot="1" noChangeAspect="1" noMove="1" noResize="1" noEditPoints="1" noAdjustHandles="1" noChangeArrowheads="1" noChangeShapeType="1" noTextEdit="1"/>
              </p:cNvSpPr>
              <p:nvPr/>
            </p:nvSpPr>
            <p:spPr>
              <a:xfrm>
                <a:off x="411331" y="2112110"/>
                <a:ext cx="5751767" cy="523220"/>
              </a:xfrm>
              <a:prstGeom prst="rect">
                <a:avLst/>
              </a:prstGeom>
              <a:blipFill rotWithShape="0">
                <a:blip r:embed="rId3"/>
                <a:stretch>
                  <a:fillRect t="-11628" r="-847" b="-31395"/>
                </a:stretch>
              </a:blipFill>
            </p:spPr>
            <p:txBody>
              <a:bodyPr/>
              <a:lstStyle/>
              <a:p>
                <a:r>
                  <a:rPr lang="en-US">
                    <a:noFill/>
                  </a:rPr>
                  <a:t> </a:t>
                </a:r>
              </a:p>
            </p:txBody>
          </p:sp>
        </mc:Fallback>
      </mc:AlternateContent>
      <p:sp>
        <p:nvSpPr>
          <p:cNvPr id="4" name="Oval 3"/>
          <p:cNvSpPr/>
          <p:nvPr/>
        </p:nvSpPr>
        <p:spPr>
          <a:xfrm>
            <a:off x="8686388" y="2599468"/>
            <a:ext cx="568106" cy="542547"/>
          </a:xfrm>
          <a:prstGeom prst="ellipse">
            <a:avLst/>
          </a:prstGeom>
          <a:noFill/>
          <a:ln w="2857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8703845" y="3935616"/>
            <a:ext cx="568106" cy="542547"/>
          </a:xfrm>
          <a:prstGeom prst="ellipse">
            <a:avLst/>
          </a:prstGeom>
          <a:noFill/>
          <a:ln w="2857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8705841" y="1007715"/>
            <a:ext cx="568106" cy="542547"/>
          </a:xfrm>
          <a:prstGeom prst="ellipse">
            <a:avLst/>
          </a:prstGeom>
          <a:noFill/>
          <a:ln w="2857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741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9" presetClass="emph" presetSubtype="0" fill="hold" grpId="0" nodeType="clickEffect">
                                  <p:stCondLst>
                                    <p:cond delay="0"/>
                                  </p:stCondLst>
                                  <p:childTnLst>
                                    <p:animClr clrSpc="rgb" dir="cw">
                                      <p:cBhvr override="childStyle">
                                        <p:cTn id="19" dur="500" fill="hold"/>
                                        <p:tgtEl>
                                          <p:spTgt spid="113"/>
                                        </p:tgtEl>
                                        <p:attrNameLst>
                                          <p:attrName>style.color</p:attrName>
                                        </p:attrNameLst>
                                      </p:cBhvr>
                                      <p:to>
                                        <a:srgbClr val="FFFF00"/>
                                      </p:to>
                                    </p:animClr>
                                    <p:animClr clrSpc="rgb" dir="cw">
                                      <p:cBhvr>
                                        <p:cTn id="20" dur="500" fill="hold"/>
                                        <p:tgtEl>
                                          <p:spTgt spid="113"/>
                                        </p:tgtEl>
                                        <p:attrNameLst>
                                          <p:attrName>fillcolor</p:attrName>
                                        </p:attrNameLst>
                                      </p:cBhvr>
                                      <p:to>
                                        <a:srgbClr val="FFFF00"/>
                                      </p:to>
                                    </p:animClr>
                                    <p:set>
                                      <p:cBhvr>
                                        <p:cTn id="21" dur="500" fill="hold"/>
                                        <p:tgtEl>
                                          <p:spTgt spid="113"/>
                                        </p:tgtEl>
                                        <p:attrNameLst>
                                          <p:attrName>fill.type</p:attrName>
                                        </p:attrNameLst>
                                      </p:cBhvr>
                                      <p:to>
                                        <p:strVal val="solid"/>
                                      </p:to>
                                    </p:set>
                                    <p:set>
                                      <p:cBhvr>
                                        <p:cTn id="22" dur="500" fill="hold"/>
                                        <p:tgtEl>
                                          <p:spTgt spid="113"/>
                                        </p:tgtEl>
                                        <p:attrNameLst>
                                          <p:attrName>fill.on</p:attrName>
                                        </p:attrNameLst>
                                      </p:cBhvr>
                                      <p:to>
                                        <p:strVal val="true"/>
                                      </p:to>
                                    </p:set>
                                  </p:childTnLst>
                                </p:cTn>
                              </p:par>
                            </p:childTnLst>
                          </p:cTn>
                        </p:par>
                        <p:par>
                          <p:cTn id="23" fill="hold">
                            <p:stCondLst>
                              <p:cond delay="500"/>
                            </p:stCondLst>
                            <p:childTnLst>
                              <p:par>
                                <p:cTn id="24" presetID="19" presetClass="emph" presetSubtype="0" fill="hold" grpId="0" nodeType="afterEffect">
                                  <p:stCondLst>
                                    <p:cond delay="0"/>
                                  </p:stCondLst>
                                  <p:childTnLst>
                                    <p:animClr clrSpc="rgb" dir="cw">
                                      <p:cBhvr override="childStyle">
                                        <p:cTn id="25" dur="500" fill="hold"/>
                                        <p:tgtEl>
                                          <p:spTgt spid="111"/>
                                        </p:tgtEl>
                                        <p:attrNameLst>
                                          <p:attrName>style.color</p:attrName>
                                        </p:attrNameLst>
                                      </p:cBhvr>
                                      <p:to>
                                        <a:schemeClr val="accent2"/>
                                      </p:to>
                                    </p:animClr>
                                    <p:animClr clrSpc="rgb" dir="cw">
                                      <p:cBhvr>
                                        <p:cTn id="26" dur="500" fill="hold"/>
                                        <p:tgtEl>
                                          <p:spTgt spid="111"/>
                                        </p:tgtEl>
                                        <p:attrNameLst>
                                          <p:attrName>fillcolor</p:attrName>
                                        </p:attrNameLst>
                                      </p:cBhvr>
                                      <p:to>
                                        <a:schemeClr val="accent2"/>
                                      </p:to>
                                    </p:animClr>
                                    <p:set>
                                      <p:cBhvr>
                                        <p:cTn id="27" dur="500" fill="hold"/>
                                        <p:tgtEl>
                                          <p:spTgt spid="111"/>
                                        </p:tgtEl>
                                        <p:attrNameLst>
                                          <p:attrName>fill.type</p:attrName>
                                        </p:attrNameLst>
                                      </p:cBhvr>
                                      <p:to>
                                        <p:strVal val="solid"/>
                                      </p:to>
                                    </p:set>
                                    <p:set>
                                      <p:cBhvr>
                                        <p:cTn id="28" dur="500" fill="hold"/>
                                        <p:tgtEl>
                                          <p:spTgt spid="111"/>
                                        </p:tgtEl>
                                        <p:attrNameLst>
                                          <p:attrName>fill.on</p:attrName>
                                        </p:attrNameLst>
                                      </p:cBhvr>
                                      <p:to>
                                        <p:strVal val="true"/>
                                      </p:to>
                                    </p:set>
                                  </p:childTnLst>
                                </p:cTn>
                              </p:par>
                            </p:childTnLst>
                          </p:cTn>
                        </p:par>
                        <p:par>
                          <p:cTn id="29" fill="hold">
                            <p:stCondLst>
                              <p:cond delay="1000"/>
                            </p:stCondLst>
                            <p:childTnLst>
                              <p:par>
                                <p:cTn id="30" presetID="19" presetClass="emph" presetSubtype="0" fill="hold" grpId="0" nodeType="afterEffect">
                                  <p:stCondLst>
                                    <p:cond delay="0"/>
                                  </p:stCondLst>
                                  <p:childTnLst>
                                    <p:animClr clrSpc="rgb" dir="cw">
                                      <p:cBhvr override="childStyle">
                                        <p:cTn id="31" dur="500" fill="hold"/>
                                        <p:tgtEl>
                                          <p:spTgt spid="114"/>
                                        </p:tgtEl>
                                        <p:attrNameLst>
                                          <p:attrName>style.color</p:attrName>
                                        </p:attrNameLst>
                                      </p:cBhvr>
                                      <p:to>
                                        <a:schemeClr val="accent2"/>
                                      </p:to>
                                    </p:animClr>
                                    <p:animClr clrSpc="rgb" dir="cw">
                                      <p:cBhvr>
                                        <p:cTn id="32" dur="500" fill="hold"/>
                                        <p:tgtEl>
                                          <p:spTgt spid="114"/>
                                        </p:tgtEl>
                                        <p:attrNameLst>
                                          <p:attrName>fillcolor</p:attrName>
                                        </p:attrNameLst>
                                      </p:cBhvr>
                                      <p:to>
                                        <a:schemeClr val="accent2"/>
                                      </p:to>
                                    </p:animClr>
                                    <p:set>
                                      <p:cBhvr>
                                        <p:cTn id="33" dur="500" fill="hold"/>
                                        <p:tgtEl>
                                          <p:spTgt spid="114"/>
                                        </p:tgtEl>
                                        <p:attrNameLst>
                                          <p:attrName>fill.type</p:attrName>
                                        </p:attrNameLst>
                                      </p:cBhvr>
                                      <p:to>
                                        <p:strVal val="solid"/>
                                      </p:to>
                                    </p:set>
                                    <p:set>
                                      <p:cBhvr>
                                        <p:cTn id="34" dur="500" fill="hold"/>
                                        <p:tgtEl>
                                          <p:spTgt spid="114"/>
                                        </p:tgtEl>
                                        <p:attrNameLst>
                                          <p:attrName>fill.on</p:attrName>
                                        </p:attrNameLst>
                                      </p:cBhvr>
                                      <p:to>
                                        <p:strVal val="true"/>
                                      </p:to>
                                    </p:set>
                                  </p:childTnLst>
                                </p:cTn>
                              </p:par>
                            </p:childTnLst>
                          </p:cTn>
                        </p:par>
                        <p:par>
                          <p:cTn id="35" fill="hold">
                            <p:stCondLst>
                              <p:cond delay="1500"/>
                            </p:stCondLst>
                            <p:childTnLst>
                              <p:par>
                                <p:cTn id="36" presetID="19" presetClass="emph" presetSubtype="0" fill="hold" grpId="0" nodeType="afterEffect">
                                  <p:stCondLst>
                                    <p:cond delay="0"/>
                                  </p:stCondLst>
                                  <p:childTnLst>
                                    <p:animClr clrSpc="rgb" dir="cw">
                                      <p:cBhvr override="childStyle">
                                        <p:cTn id="37" dur="500" fill="hold"/>
                                        <p:tgtEl>
                                          <p:spTgt spid="107"/>
                                        </p:tgtEl>
                                        <p:attrNameLst>
                                          <p:attrName>style.color</p:attrName>
                                        </p:attrNameLst>
                                      </p:cBhvr>
                                      <p:to>
                                        <a:schemeClr val="accent2"/>
                                      </p:to>
                                    </p:animClr>
                                    <p:animClr clrSpc="rgb" dir="cw">
                                      <p:cBhvr>
                                        <p:cTn id="38" dur="500" fill="hold"/>
                                        <p:tgtEl>
                                          <p:spTgt spid="107"/>
                                        </p:tgtEl>
                                        <p:attrNameLst>
                                          <p:attrName>fillcolor</p:attrName>
                                        </p:attrNameLst>
                                      </p:cBhvr>
                                      <p:to>
                                        <a:schemeClr val="accent2"/>
                                      </p:to>
                                    </p:animClr>
                                    <p:set>
                                      <p:cBhvr>
                                        <p:cTn id="39" dur="500" fill="hold"/>
                                        <p:tgtEl>
                                          <p:spTgt spid="107"/>
                                        </p:tgtEl>
                                        <p:attrNameLst>
                                          <p:attrName>fill.type</p:attrName>
                                        </p:attrNameLst>
                                      </p:cBhvr>
                                      <p:to>
                                        <p:strVal val="solid"/>
                                      </p:to>
                                    </p:set>
                                    <p:set>
                                      <p:cBhvr>
                                        <p:cTn id="40" dur="500" fill="hold"/>
                                        <p:tgtEl>
                                          <p:spTgt spid="107"/>
                                        </p:tgtEl>
                                        <p:attrNameLst>
                                          <p:attrName>fill.on</p:attrName>
                                        </p:attrNameLst>
                                      </p:cBhvr>
                                      <p:to>
                                        <p:strVal val="true"/>
                                      </p:to>
                                    </p:set>
                                  </p:childTnLst>
                                </p:cTn>
                              </p:par>
                            </p:childTnLst>
                          </p:cTn>
                        </p:par>
                        <p:par>
                          <p:cTn id="41" fill="hold">
                            <p:stCondLst>
                              <p:cond delay="2000"/>
                            </p:stCondLst>
                            <p:childTnLst>
                              <p:par>
                                <p:cTn id="42" presetID="19" presetClass="emph" presetSubtype="0" fill="hold" grpId="0" nodeType="afterEffect">
                                  <p:stCondLst>
                                    <p:cond delay="0"/>
                                  </p:stCondLst>
                                  <p:childTnLst>
                                    <p:animClr clrSpc="rgb" dir="cw">
                                      <p:cBhvr override="childStyle">
                                        <p:cTn id="43" dur="500" fill="hold"/>
                                        <p:tgtEl>
                                          <p:spTgt spid="115"/>
                                        </p:tgtEl>
                                        <p:attrNameLst>
                                          <p:attrName>style.color</p:attrName>
                                        </p:attrNameLst>
                                      </p:cBhvr>
                                      <p:to>
                                        <a:schemeClr val="accent2"/>
                                      </p:to>
                                    </p:animClr>
                                    <p:animClr clrSpc="rgb" dir="cw">
                                      <p:cBhvr>
                                        <p:cTn id="44" dur="500" fill="hold"/>
                                        <p:tgtEl>
                                          <p:spTgt spid="115"/>
                                        </p:tgtEl>
                                        <p:attrNameLst>
                                          <p:attrName>fillcolor</p:attrName>
                                        </p:attrNameLst>
                                      </p:cBhvr>
                                      <p:to>
                                        <a:schemeClr val="accent2"/>
                                      </p:to>
                                    </p:animClr>
                                    <p:set>
                                      <p:cBhvr>
                                        <p:cTn id="45" dur="500" fill="hold"/>
                                        <p:tgtEl>
                                          <p:spTgt spid="115"/>
                                        </p:tgtEl>
                                        <p:attrNameLst>
                                          <p:attrName>fill.type</p:attrName>
                                        </p:attrNameLst>
                                      </p:cBhvr>
                                      <p:to>
                                        <p:strVal val="solid"/>
                                      </p:to>
                                    </p:set>
                                    <p:set>
                                      <p:cBhvr>
                                        <p:cTn id="46" dur="500" fill="hold"/>
                                        <p:tgtEl>
                                          <p:spTgt spid="115"/>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wipe(down)">
                                      <p:cBhvr>
                                        <p:cTn id="51" dur="500"/>
                                        <p:tgtEl>
                                          <p:spTgt spid="44"/>
                                        </p:tgtEl>
                                      </p:cBhvr>
                                    </p:animEffect>
                                  </p:childTnLst>
                                </p:cTn>
                              </p:par>
                            </p:childTnLst>
                          </p:cTn>
                        </p:par>
                      </p:childTnLst>
                    </p:cTn>
                  </p:par>
                  <p:par>
                    <p:cTn id="52" fill="hold">
                      <p:stCondLst>
                        <p:cond delay="indefinite"/>
                      </p:stCondLst>
                      <p:childTnLst>
                        <p:par>
                          <p:cTn id="53" fill="hold">
                            <p:stCondLst>
                              <p:cond delay="0"/>
                            </p:stCondLst>
                            <p:childTnLst>
                              <p:par>
                                <p:cTn id="54" presetID="19" presetClass="emph" presetSubtype="0" fill="hold" grpId="0" nodeType="clickEffect">
                                  <p:stCondLst>
                                    <p:cond delay="0"/>
                                  </p:stCondLst>
                                  <p:childTnLst>
                                    <p:animClr clrSpc="rgb" dir="cw">
                                      <p:cBhvr override="childStyle">
                                        <p:cTn id="55" dur="500" fill="hold"/>
                                        <p:tgtEl>
                                          <p:spTgt spid="108"/>
                                        </p:tgtEl>
                                        <p:attrNameLst>
                                          <p:attrName>style.color</p:attrName>
                                        </p:attrNameLst>
                                      </p:cBhvr>
                                      <p:to>
                                        <a:srgbClr val="FFFF00"/>
                                      </p:to>
                                    </p:animClr>
                                    <p:animClr clrSpc="rgb" dir="cw">
                                      <p:cBhvr>
                                        <p:cTn id="56" dur="500" fill="hold"/>
                                        <p:tgtEl>
                                          <p:spTgt spid="108"/>
                                        </p:tgtEl>
                                        <p:attrNameLst>
                                          <p:attrName>fillcolor</p:attrName>
                                        </p:attrNameLst>
                                      </p:cBhvr>
                                      <p:to>
                                        <a:srgbClr val="FFFF00"/>
                                      </p:to>
                                    </p:animClr>
                                    <p:set>
                                      <p:cBhvr>
                                        <p:cTn id="57" dur="500" fill="hold"/>
                                        <p:tgtEl>
                                          <p:spTgt spid="108"/>
                                        </p:tgtEl>
                                        <p:attrNameLst>
                                          <p:attrName>fill.type</p:attrName>
                                        </p:attrNameLst>
                                      </p:cBhvr>
                                      <p:to>
                                        <p:strVal val="solid"/>
                                      </p:to>
                                    </p:set>
                                    <p:set>
                                      <p:cBhvr>
                                        <p:cTn id="58" dur="500" fill="hold"/>
                                        <p:tgtEl>
                                          <p:spTgt spid="108"/>
                                        </p:tgtEl>
                                        <p:attrNameLst>
                                          <p:attrName>fill.on</p:attrName>
                                        </p:attrNameLst>
                                      </p:cBhvr>
                                      <p:to>
                                        <p:strVal val="true"/>
                                      </p:to>
                                    </p:set>
                                  </p:childTnLst>
                                </p:cTn>
                              </p:par>
                            </p:childTnLst>
                          </p:cTn>
                        </p:par>
                        <p:par>
                          <p:cTn id="59" fill="hold">
                            <p:stCondLst>
                              <p:cond delay="500"/>
                            </p:stCondLst>
                            <p:childTnLst>
                              <p:par>
                                <p:cTn id="60" presetID="19" presetClass="emph" presetSubtype="0" fill="hold" grpId="0" nodeType="afterEffect">
                                  <p:stCondLst>
                                    <p:cond delay="0"/>
                                  </p:stCondLst>
                                  <p:childTnLst>
                                    <p:animClr clrSpc="rgb" dir="cw">
                                      <p:cBhvr override="childStyle">
                                        <p:cTn id="61" dur="500" fill="hold"/>
                                        <p:tgtEl>
                                          <p:spTgt spid="106"/>
                                        </p:tgtEl>
                                        <p:attrNameLst>
                                          <p:attrName>style.color</p:attrName>
                                        </p:attrNameLst>
                                      </p:cBhvr>
                                      <p:to>
                                        <a:srgbClr val="00BBD3"/>
                                      </p:to>
                                    </p:animClr>
                                    <p:animClr clrSpc="rgb" dir="cw">
                                      <p:cBhvr>
                                        <p:cTn id="62" dur="500" fill="hold"/>
                                        <p:tgtEl>
                                          <p:spTgt spid="106"/>
                                        </p:tgtEl>
                                        <p:attrNameLst>
                                          <p:attrName>fillcolor</p:attrName>
                                        </p:attrNameLst>
                                      </p:cBhvr>
                                      <p:to>
                                        <a:srgbClr val="00BBD3"/>
                                      </p:to>
                                    </p:animClr>
                                    <p:set>
                                      <p:cBhvr>
                                        <p:cTn id="63" dur="500" fill="hold"/>
                                        <p:tgtEl>
                                          <p:spTgt spid="106"/>
                                        </p:tgtEl>
                                        <p:attrNameLst>
                                          <p:attrName>fill.type</p:attrName>
                                        </p:attrNameLst>
                                      </p:cBhvr>
                                      <p:to>
                                        <p:strVal val="solid"/>
                                      </p:to>
                                    </p:set>
                                    <p:set>
                                      <p:cBhvr>
                                        <p:cTn id="64" dur="500" fill="hold"/>
                                        <p:tgtEl>
                                          <p:spTgt spid="106"/>
                                        </p:tgtEl>
                                        <p:attrNameLst>
                                          <p:attrName>fill.on</p:attrName>
                                        </p:attrNameLst>
                                      </p:cBhvr>
                                      <p:to>
                                        <p:strVal val="true"/>
                                      </p:to>
                                    </p:set>
                                  </p:childTnLst>
                                </p:cTn>
                              </p:par>
                            </p:childTnLst>
                          </p:cTn>
                        </p:par>
                        <p:par>
                          <p:cTn id="65" fill="hold">
                            <p:stCondLst>
                              <p:cond delay="1000"/>
                            </p:stCondLst>
                            <p:childTnLst>
                              <p:par>
                                <p:cTn id="66" presetID="19" presetClass="emph" presetSubtype="0" fill="hold" grpId="0" nodeType="afterEffect">
                                  <p:stCondLst>
                                    <p:cond delay="0"/>
                                  </p:stCondLst>
                                  <p:childTnLst>
                                    <p:animClr clrSpc="rgb" dir="cw">
                                      <p:cBhvr override="childStyle">
                                        <p:cTn id="67" dur="500" fill="hold"/>
                                        <p:tgtEl>
                                          <p:spTgt spid="110"/>
                                        </p:tgtEl>
                                        <p:attrNameLst>
                                          <p:attrName>style.color</p:attrName>
                                        </p:attrNameLst>
                                      </p:cBhvr>
                                      <p:to>
                                        <a:srgbClr val="00BBD3"/>
                                      </p:to>
                                    </p:animClr>
                                    <p:animClr clrSpc="rgb" dir="cw">
                                      <p:cBhvr>
                                        <p:cTn id="68" dur="500" fill="hold"/>
                                        <p:tgtEl>
                                          <p:spTgt spid="110"/>
                                        </p:tgtEl>
                                        <p:attrNameLst>
                                          <p:attrName>fillcolor</p:attrName>
                                        </p:attrNameLst>
                                      </p:cBhvr>
                                      <p:to>
                                        <a:srgbClr val="00BBD3"/>
                                      </p:to>
                                    </p:animClr>
                                    <p:set>
                                      <p:cBhvr>
                                        <p:cTn id="69" dur="500" fill="hold"/>
                                        <p:tgtEl>
                                          <p:spTgt spid="110"/>
                                        </p:tgtEl>
                                        <p:attrNameLst>
                                          <p:attrName>fill.type</p:attrName>
                                        </p:attrNameLst>
                                      </p:cBhvr>
                                      <p:to>
                                        <p:strVal val="solid"/>
                                      </p:to>
                                    </p:set>
                                    <p:set>
                                      <p:cBhvr>
                                        <p:cTn id="70" dur="500" fill="hold"/>
                                        <p:tgtEl>
                                          <p:spTgt spid="110"/>
                                        </p:tgtEl>
                                        <p:attrNameLst>
                                          <p:attrName>fill.on</p:attrName>
                                        </p:attrNameLst>
                                      </p:cBhvr>
                                      <p:to>
                                        <p:strVal val="true"/>
                                      </p:to>
                                    </p:set>
                                  </p:childTnLst>
                                </p:cTn>
                              </p:par>
                            </p:childTnLst>
                          </p:cTn>
                        </p:par>
                        <p:par>
                          <p:cTn id="71" fill="hold">
                            <p:stCondLst>
                              <p:cond delay="1500"/>
                            </p:stCondLst>
                            <p:childTnLst>
                              <p:par>
                                <p:cTn id="72" presetID="19" presetClass="emph" presetSubtype="0" fill="hold" grpId="0" nodeType="afterEffect">
                                  <p:stCondLst>
                                    <p:cond delay="0"/>
                                  </p:stCondLst>
                                  <p:childTnLst>
                                    <p:animClr clrSpc="rgb" dir="cw">
                                      <p:cBhvr override="childStyle">
                                        <p:cTn id="73" dur="500" fill="hold"/>
                                        <p:tgtEl>
                                          <p:spTgt spid="109"/>
                                        </p:tgtEl>
                                        <p:attrNameLst>
                                          <p:attrName>style.color</p:attrName>
                                        </p:attrNameLst>
                                      </p:cBhvr>
                                      <p:to>
                                        <a:srgbClr val="00BBD3"/>
                                      </p:to>
                                    </p:animClr>
                                    <p:animClr clrSpc="rgb" dir="cw">
                                      <p:cBhvr>
                                        <p:cTn id="74" dur="500" fill="hold"/>
                                        <p:tgtEl>
                                          <p:spTgt spid="109"/>
                                        </p:tgtEl>
                                        <p:attrNameLst>
                                          <p:attrName>fillcolor</p:attrName>
                                        </p:attrNameLst>
                                      </p:cBhvr>
                                      <p:to>
                                        <a:srgbClr val="00BBD3"/>
                                      </p:to>
                                    </p:animClr>
                                    <p:set>
                                      <p:cBhvr>
                                        <p:cTn id="75" dur="500" fill="hold"/>
                                        <p:tgtEl>
                                          <p:spTgt spid="109"/>
                                        </p:tgtEl>
                                        <p:attrNameLst>
                                          <p:attrName>fill.type</p:attrName>
                                        </p:attrNameLst>
                                      </p:cBhvr>
                                      <p:to>
                                        <p:strVal val="solid"/>
                                      </p:to>
                                    </p:set>
                                    <p:set>
                                      <p:cBhvr>
                                        <p:cTn id="76" dur="500" fill="hold"/>
                                        <p:tgtEl>
                                          <p:spTgt spid="109"/>
                                        </p:tgtEl>
                                        <p:attrNameLst>
                                          <p:attrName>fill.on</p:attrName>
                                        </p:attrNameLst>
                                      </p:cBhvr>
                                      <p:to>
                                        <p:strVal val="true"/>
                                      </p:to>
                                    </p:set>
                                  </p:childTnLst>
                                </p:cTn>
                              </p:par>
                            </p:childTnLst>
                          </p:cTn>
                        </p:par>
                        <p:par>
                          <p:cTn id="77" fill="hold">
                            <p:stCondLst>
                              <p:cond delay="2000"/>
                            </p:stCondLst>
                            <p:childTnLst>
                              <p:par>
                                <p:cTn id="78" presetID="19" presetClass="emph" presetSubtype="0" fill="hold" grpId="0" nodeType="afterEffect">
                                  <p:stCondLst>
                                    <p:cond delay="0"/>
                                  </p:stCondLst>
                                  <p:childTnLst>
                                    <p:animClr clrSpc="rgb" dir="cw">
                                      <p:cBhvr override="childStyle">
                                        <p:cTn id="79" dur="500" fill="hold"/>
                                        <p:tgtEl>
                                          <p:spTgt spid="112"/>
                                        </p:tgtEl>
                                        <p:attrNameLst>
                                          <p:attrName>style.color</p:attrName>
                                        </p:attrNameLst>
                                      </p:cBhvr>
                                      <p:to>
                                        <a:srgbClr val="00BBD3"/>
                                      </p:to>
                                    </p:animClr>
                                    <p:animClr clrSpc="rgb" dir="cw">
                                      <p:cBhvr>
                                        <p:cTn id="80" dur="500" fill="hold"/>
                                        <p:tgtEl>
                                          <p:spTgt spid="112"/>
                                        </p:tgtEl>
                                        <p:attrNameLst>
                                          <p:attrName>fillcolor</p:attrName>
                                        </p:attrNameLst>
                                      </p:cBhvr>
                                      <p:to>
                                        <a:srgbClr val="00BBD3"/>
                                      </p:to>
                                    </p:animClr>
                                    <p:set>
                                      <p:cBhvr>
                                        <p:cTn id="81" dur="500" fill="hold"/>
                                        <p:tgtEl>
                                          <p:spTgt spid="112"/>
                                        </p:tgtEl>
                                        <p:attrNameLst>
                                          <p:attrName>fill.type</p:attrName>
                                        </p:attrNameLst>
                                      </p:cBhvr>
                                      <p:to>
                                        <p:strVal val="solid"/>
                                      </p:to>
                                    </p:set>
                                    <p:set>
                                      <p:cBhvr>
                                        <p:cTn id="82" dur="500" fill="hold"/>
                                        <p:tgtEl>
                                          <p:spTgt spid="112"/>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wipe(down)">
                                      <p:cBhvr>
                                        <p:cTn id="87" dur="500"/>
                                        <p:tgtEl>
                                          <p:spTgt spid="45"/>
                                        </p:tgtEl>
                                      </p:cBhvr>
                                    </p:animEffect>
                                  </p:childTnLst>
                                </p:cTn>
                              </p:par>
                              <p:par>
                                <p:cTn id="88" presetID="19" presetClass="emph" presetSubtype="0" fill="hold" grpId="0" nodeType="withEffect">
                                  <p:stCondLst>
                                    <p:cond delay="0"/>
                                  </p:stCondLst>
                                  <p:childTnLst>
                                    <p:animClr clrSpc="rgb" dir="cw">
                                      <p:cBhvr override="childStyle">
                                        <p:cTn id="89" dur="500" fill="hold"/>
                                        <p:tgtEl>
                                          <p:spTgt spid="105"/>
                                        </p:tgtEl>
                                        <p:attrNameLst>
                                          <p:attrName>style.color</p:attrName>
                                        </p:attrNameLst>
                                      </p:cBhvr>
                                      <p:to>
                                        <a:srgbClr val="FFFF00"/>
                                      </p:to>
                                    </p:animClr>
                                    <p:animClr clrSpc="rgb" dir="cw">
                                      <p:cBhvr>
                                        <p:cTn id="90" dur="500" fill="hold"/>
                                        <p:tgtEl>
                                          <p:spTgt spid="105"/>
                                        </p:tgtEl>
                                        <p:attrNameLst>
                                          <p:attrName>fillcolor</p:attrName>
                                        </p:attrNameLst>
                                      </p:cBhvr>
                                      <p:to>
                                        <a:srgbClr val="FFFF00"/>
                                      </p:to>
                                    </p:animClr>
                                    <p:set>
                                      <p:cBhvr>
                                        <p:cTn id="91" dur="500" fill="hold"/>
                                        <p:tgtEl>
                                          <p:spTgt spid="105"/>
                                        </p:tgtEl>
                                        <p:attrNameLst>
                                          <p:attrName>fill.type</p:attrName>
                                        </p:attrNameLst>
                                      </p:cBhvr>
                                      <p:to>
                                        <p:strVal val="solid"/>
                                      </p:to>
                                    </p:set>
                                    <p:set>
                                      <p:cBhvr>
                                        <p:cTn id="92" dur="500" fill="hold"/>
                                        <p:tgtEl>
                                          <p:spTgt spid="10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43" grpId="0"/>
      <p:bldP spid="4" grpId="0" animBg="1"/>
      <p:bldP spid="44" grpId="0" animBg="1"/>
      <p:bldP spid="4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cxnSp>
        <p:nvCxnSpPr>
          <p:cNvPr id="116" name="Straight Connector 115">
            <a:extLst>
              <a:ext uri="{FF2B5EF4-FFF2-40B4-BE49-F238E27FC236}">
                <a16:creationId xmlns:a16="http://schemas.microsoft.com/office/drawing/2014/main" id="{6205DD86-315C-53B6-CEEF-A9919650168E}"/>
              </a:ext>
            </a:extLst>
          </p:cNvPr>
          <p:cNvCxnSpPr>
            <a:cxnSpLocks/>
            <a:stCxn id="105" idx="5"/>
            <a:endCxn id="111" idx="0"/>
          </p:cNvCxnSpPr>
          <p:nvPr/>
        </p:nvCxnSpPr>
        <p:spPr>
          <a:xfrm flipH="1">
            <a:off x="7599820" y="1352442"/>
            <a:ext cx="1344361" cy="70337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Straight Connector 116">
            <a:extLst>
              <a:ext uri="{FF2B5EF4-FFF2-40B4-BE49-F238E27FC236}">
                <a16:creationId xmlns:a16="http://schemas.microsoft.com/office/drawing/2014/main" id="{6205DD86-315C-53B6-CEEF-A9919650168E}"/>
              </a:ext>
            </a:extLst>
          </p:cNvPr>
          <p:cNvCxnSpPr>
            <a:cxnSpLocks/>
            <a:stCxn id="106" idx="2"/>
            <a:endCxn id="111" idx="6"/>
          </p:cNvCxnSpPr>
          <p:nvPr/>
        </p:nvCxnSpPr>
        <p:spPr>
          <a:xfrm flipV="1">
            <a:off x="7527820" y="2126380"/>
            <a:ext cx="0" cy="86409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8" name="Straight Connector 117">
            <a:extLst>
              <a:ext uri="{FF2B5EF4-FFF2-40B4-BE49-F238E27FC236}">
                <a16:creationId xmlns:a16="http://schemas.microsoft.com/office/drawing/2014/main" id="{6205DD86-315C-53B6-CEEF-A9919650168E}"/>
              </a:ext>
            </a:extLst>
          </p:cNvPr>
          <p:cNvCxnSpPr>
            <a:cxnSpLocks/>
            <a:stCxn id="115" idx="2"/>
          </p:cNvCxnSpPr>
          <p:nvPr/>
        </p:nvCxnSpPr>
        <p:spPr>
          <a:xfrm flipV="1">
            <a:off x="7523782" y="3131602"/>
            <a:ext cx="4046" cy="1012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9" name="Straight Connector 118">
            <a:extLst>
              <a:ext uri="{FF2B5EF4-FFF2-40B4-BE49-F238E27FC236}">
                <a16:creationId xmlns:a16="http://schemas.microsoft.com/office/drawing/2014/main" id="{6205DD86-315C-53B6-CEEF-A9919650168E}"/>
              </a:ext>
            </a:extLst>
          </p:cNvPr>
          <p:cNvCxnSpPr>
            <a:cxnSpLocks/>
            <a:stCxn id="112" idx="2"/>
            <a:endCxn id="115" idx="6"/>
          </p:cNvCxnSpPr>
          <p:nvPr/>
        </p:nvCxnSpPr>
        <p:spPr>
          <a:xfrm flipH="1" flipV="1">
            <a:off x="7523782" y="4285175"/>
            <a:ext cx="4054" cy="129758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Straight Connector 119">
            <a:extLst>
              <a:ext uri="{FF2B5EF4-FFF2-40B4-BE49-F238E27FC236}">
                <a16:creationId xmlns:a16="http://schemas.microsoft.com/office/drawing/2014/main" id="{6205DD86-315C-53B6-CEEF-A9919650168E}"/>
              </a:ext>
            </a:extLst>
          </p:cNvPr>
          <p:cNvCxnSpPr>
            <a:cxnSpLocks/>
            <a:stCxn id="110" idx="2"/>
            <a:endCxn id="114" idx="6"/>
          </p:cNvCxnSpPr>
          <p:nvPr/>
        </p:nvCxnSpPr>
        <p:spPr>
          <a:xfrm flipH="1" flipV="1">
            <a:off x="10408140" y="2132777"/>
            <a:ext cx="16" cy="85769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1" name="Straight Connector 120">
            <a:extLst>
              <a:ext uri="{FF2B5EF4-FFF2-40B4-BE49-F238E27FC236}">
                <a16:creationId xmlns:a16="http://schemas.microsoft.com/office/drawing/2014/main" id="{6205DD86-315C-53B6-CEEF-A9919650168E}"/>
              </a:ext>
            </a:extLst>
          </p:cNvPr>
          <p:cNvCxnSpPr>
            <a:cxnSpLocks/>
            <a:stCxn id="110" idx="6"/>
            <a:endCxn id="107" idx="2"/>
          </p:cNvCxnSpPr>
          <p:nvPr/>
        </p:nvCxnSpPr>
        <p:spPr>
          <a:xfrm flipH="1">
            <a:off x="10408140" y="3131602"/>
            <a:ext cx="16" cy="101100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2" name="Straight Connector 121">
            <a:extLst>
              <a:ext uri="{FF2B5EF4-FFF2-40B4-BE49-F238E27FC236}">
                <a16:creationId xmlns:a16="http://schemas.microsoft.com/office/drawing/2014/main" id="{6205DD86-315C-53B6-CEEF-A9919650168E}"/>
              </a:ext>
            </a:extLst>
          </p:cNvPr>
          <p:cNvCxnSpPr>
            <a:cxnSpLocks/>
            <a:stCxn id="107" idx="6"/>
            <a:endCxn id="109" idx="2"/>
          </p:cNvCxnSpPr>
          <p:nvPr/>
        </p:nvCxnSpPr>
        <p:spPr>
          <a:xfrm>
            <a:off x="10408140" y="4283730"/>
            <a:ext cx="16" cy="129903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3" name="Straight Connector 122">
            <a:extLst>
              <a:ext uri="{FF2B5EF4-FFF2-40B4-BE49-F238E27FC236}">
                <a16:creationId xmlns:a16="http://schemas.microsoft.com/office/drawing/2014/main" id="{6205DD86-315C-53B6-CEEF-A9919650168E}"/>
              </a:ext>
            </a:extLst>
          </p:cNvPr>
          <p:cNvCxnSpPr>
            <a:cxnSpLocks/>
            <a:endCxn id="105" idx="7"/>
          </p:cNvCxnSpPr>
          <p:nvPr/>
        </p:nvCxnSpPr>
        <p:spPr>
          <a:xfrm flipH="1" flipV="1">
            <a:off x="9046005" y="1352442"/>
            <a:ext cx="1298308" cy="69779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4" name="Straight Connector 123">
            <a:extLst>
              <a:ext uri="{FF2B5EF4-FFF2-40B4-BE49-F238E27FC236}">
                <a16:creationId xmlns:a16="http://schemas.microsoft.com/office/drawing/2014/main" id="{6205DD86-315C-53B6-CEEF-A9919650168E}"/>
              </a:ext>
            </a:extLst>
          </p:cNvPr>
          <p:cNvCxnSpPr>
            <a:cxnSpLocks/>
            <a:stCxn id="108" idx="5"/>
            <a:endCxn id="112" idx="1"/>
          </p:cNvCxnSpPr>
          <p:nvPr/>
        </p:nvCxnSpPr>
        <p:spPr>
          <a:xfrm flipH="1">
            <a:off x="7578748" y="4263063"/>
            <a:ext cx="1365433" cy="13403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5" name="Straight Connector 124">
            <a:extLst>
              <a:ext uri="{FF2B5EF4-FFF2-40B4-BE49-F238E27FC236}">
                <a16:creationId xmlns:a16="http://schemas.microsoft.com/office/drawing/2014/main" id="{6205DD86-315C-53B6-CEEF-A9919650168E}"/>
              </a:ext>
            </a:extLst>
          </p:cNvPr>
          <p:cNvCxnSpPr>
            <a:cxnSpLocks/>
            <a:stCxn id="108" idx="7"/>
            <a:endCxn id="109" idx="3"/>
          </p:cNvCxnSpPr>
          <p:nvPr/>
        </p:nvCxnSpPr>
        <p:spPr>
          <a:xfrm>
            <a:off x="9046005" y="4263063"/>
            <a:ext cx="1311239" cy="13403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6" name="Straight Connector 125">
            <a:extLst>
              <a:ext uri="{FF2B5EF4-FFF2-40B4-BE49-F238E27FC236}">
                <a16:creationId xmlns:a16="http://schemas.microsoft.com/office/drawing/2014/main" id="{6205DD86-315C-53B6-CEEF-A9919650168E}"/>
              </a:ext>
            </a:extLst>
          </p:cNvPr>
          <p:cNvCxnSpPr>
            <a:cxnSpLocks/>
            <a:stCxn id="113" idx="3"/>
            <a:endCxn id="111" idx="7"/>
          </p:cNvCxnSpPr>
          <p:nvPr/>
        </p:nvCxnSpPr>
        <p:spPr>
          <a:xfrm flipH="1" flipV="1">
            <a:off x="7578732" y="2105713"/>
            <a:ext cx="1338344" cy="69229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7" name="Straight Connector 126">
            <a:extLst>
              <a:ext uri="{FF2B5EF4-FFF2-40B4-BE49-F238E27FC236}">
                <a16:creationId xmlns:a16="http://schemas.microsoft.com/office/drawing/2014/main" id="{6205DD86-315C-53B6-CEEF-A9919650168E}"/>
              </a:ext>
            </a:extLst>
          </p:cNvPr>
          <p:cNvCxnSpPr>
            <a:cxnSpLocks/>
            <a:stCxn id="113" idx="1"/>
            <a:endCxn id="114" idx="5"/>
          </p:cNvCxnSpPr>
          <p:nvPr/>
        </p:nvCxnSpPr>
        <p:spPr>
          <a:xfrm flipV="1">
            <a:off x="9018900" y="2112110"/>
            <a:ext cx="1338328" cy="68589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8" name="Straight Connector 127">
            <a:extLst>
              <a:ext uri="{FF2B5EF4-FFF2-40B4-BE49-F238E27FC236}">
                <a16:creationId xmlns:a16="http://schemas.microsoft.com/office/drawing/2014/main" id="{6205DD86-315C-53B6-CEEF-A9919650168E}"/>
              </a:ext>
            </a:extLst>
          </p:cNvPr>
          <p:cNvCxnSpPr>
            <a:cxnSpLocks/>
            <a:stCxn id="113" idx="5"/>
            <a:endCxn id="115" idx="1"/>
          </p:cNvCxnSpPr>
          <p:nvPr/>
        </p:nvCxnSpPr>
        <p:spPr>
          <a:xfrm flipH="1">
            <a:off x="7574694" y="2897801"/>
            <a:ext cx="1342382" cy="12669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9" name="Straight Connector 128">
            <a:extLst>
              <a:ext uri="{FF2B5EF4-FFF2-40B4-BE49-F238E27FC236}">
                <a16:creationId xmlns:a16="http://schemas.microsoft.com/office/drawing/2014/main" id="{6205DD86-315C-53B6-CEEF-A9919650168E}"/>
              </a:ext>
            </a:extLst>
          </p:cNvPr>
          <p:cNvCxnSpPr>
            <a:cxnSpLocks/>
            <a:stCxn id="107" idx="3"/>
            <a:endCxn id="113" idx="7"/>
          </p:cNvCxnSpPr>
          <p:nvPr/>
        </p:nvCxnSpPr>
        <p:spPr>
          <a:xfrm flipH="1" flipV="1">
            <a:off x="9018900" y="2897801"/>
            <a:ext cx="1338328" cy="12654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Straight Connector 129">
            <a:extLst>
              <a:ext uri="{FF2B5EF4-FFF2-40B4-BE49-F238E27FC236}">
                <a16:creationId xmlns:a16="http://schemas.microsoft.com/office/drawing/2014/main" id="{6205DD86-315C-53B6-CEEF-A9919650168E}"/>
              </a:ext>
            </a:extLst>
          </p:cNvPr>
          <p:cNvCxnSpPr>
            <a:cxnSpLocks/>
            <a:stCxn id="110" idx="5"/>
            <a:endCxn id="108" idx="1"/>
          </p:cNvCxnSpPr>
          <p:nvPr/>
        </p:nvCxnSpPr>
        <p:spPr>
          <a:xfrm flipH="1">
            <a:off x="9046005" y="3110935"/>
            <a:ext cx="1311239" cy="1052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1" name="Straight Connector 130">
            <a:extLst>
              <a:ext uri="{FF2B5EF4-FFF2-40B4-BE49-F238E27FC236}">
                <a16:creationId xmlns:a16="http://schemas.microsoft.com/office/drawing/2014/main" id="{6205DD86-315C-53B6-CEEF-A9919650168E}"/>
              </a:ext>
            </a:extLst>
          </p:cNvPr>
          <p:cNvCxnSpPr>
            <a:cxnSpLocks/>
            <a:stCxn id="108" idx="3"/>
            <a:endCxn id="106" idx="7"/>
          </p:cNvCxnSpPr>
          <p:nvPr/>
        </p:nvCxnSpPr>
        <p:spPr>
          <a:xfrm flipH="1" flipV="1">
            <a:off x="7578732" y="3110935"/>
            <a:ext cx="1365449" cy="1052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Dominating Set </a:t>
            </a:r>
          </a:p>
        </p:txBody>
      </p:sp>
      <p:sp>
        <p:nvSpPr>
          <p:cNvPr id="105" name="Oval 104">
            <a:extLst>
              <a:ext uri="{FF2B5EF4-FFF2-40B4-BE49-F238E27FC236}">
                <a16:creationId xmlns:a16="http://schemas.microsoft.com/office/drawing/2014/main" id="{BDD11F87-DA81-9510-C1CB-0AF4093562CB}"/>
              </a:ext>
            </a:extLst>
          </p:cNvPr>
          <p:cNvSpPr/>
          <p:nvPr/>
        </p:nvSpPr>
        <p:spPr>
          <a:xfrm rot="5400000">
            <a:off x="8924530" y="123054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6" name="Oval 105">
            <a:extLst>
              <a:ext uri="{FF2B5EF4-FFF2-40B4-BE49-F238E27FC236}">
                <a16:creationId xmlns:a16="http://schemas.microsoft.com/office/drawing/2014/main" id="{BDD11F87-DA81-9510-C1CB-0AF4093562CB}"/>
              </a:ext>
            </a:extLst>
          </p:cNvPr>
          <p:cNvSpPr/>
          <p:nvPr/>
        </p:nvSpPr>
        <p:spPr>
          <a:xfrm rot="5400000">
            <a:off x="7457257" y="298903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7" name="Oval 106">
            <a:extLst>
              <a:ext uri="{FF2B5EF4-FFF2-40B4-BE49-F238E27FC236}">
                <a16:creationId xmlns:a16="http://schemas.microsoft.com/office/drawing/2014/main" id="{BDD11F87-DA81-9510-C1CB-0AF4093562CB}"/>
              </a:ext>
            </a:extLst>
          </p:cNvPr>
          <p:cNvSpPr/>
          <p:nvPr/>
        </p:nvSpPr>
        <p:spPr>
          <a:xfrm rot="5400000">
            <a:off x="10337577" y="414116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8" name="Oval 107">
            <a:extLst>
              <a:ext uri="{FF2B5EF4-FFF2-40B4-BE49-F238E27FC236}">
                <a16:creationId xmlns:a16="http://schemas.microsoft.com/office/drawing/2014/main" id="{BDD11F87-DA81-9510-C1CB-0AF4093562CB}"/>
              </a:ext>
            </a:extLst>
          </p:cNvPr>
          <p:cNvSpPr/>
          <p:nvPr/>
        </p:nvSpPr>
        <p:spPr>
          <a:xfrm rot="5400000">
            <a:off x="8924530" y="414116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9" name="Oval 108">
            <a:extLst>
              <a:ext uri="{FF2B5EF4-FFF2-40B4-BE49-F238E27FC236}">
                <a16:creationId xmlns:a16="http://schemas.microsoft.com/office/drawing/2014/main" id="{BDD11F87-DA81-9510-C1CB-0AF4093562CB}"/>
              </a:ext>
            </a:extLst>
          </p:cNvPr>
          <p:cNvSpPr/>
          <p:nvPr/>
        </p:nvSpPr>
        <p:spPr>
          <a:xfrm rot="5400000">
            <a:off x="10337593" y="55813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0" name="Oval 109">
            <a:extLst>
              <a:ext uri="{FF2B5EF4-FFF2-40B4-BE49-F238E27FC236}">
                <a16:creationId xmlns:a16="http://schemas.microsoft.com/office/drawing/2014/main" id="{BDD11F87-DA81-9510-C1CB-0AF4093562CB}"/>
              </a:ext>
            </a:extLst>
          </p:cNvPr>
          <p:cNvSpPr/>
          <p:nvPr/>
        </p:nvSpPr>
        <p:spPr>
          <a:xfrm rot="5400000">
            <a:off x="10337593" y="298903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1" name="Oval 110">
            <a:extLst>
              <a:ext uri="{FF2B5EF4-FFF2-40B4-BE49-F238E27FC236}">
                <a16:creationId xmlns:a16="http://schemas.microsoft.com/office/drawing/2014/main" id="{BDD11F87-DA81-9510-C1CB-0AF4093562CB}"/>
              </a:ext>
            </a:extLst>
          </p:cNvPr>
          <p:cNvSpPr/>
          <p:nvPr/>
        </p:nvSpPr>
        <p:spPr>
          <a:xfrm rot="5400000">
            <a:off x="7457257" y="198381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2" name="Oval 111">
            <a:extLst>
              <a:ext uri="{FF2B5EF4-FFF2-40B4-BE49-F238E27FC236}">
                <a16:creationId xmlns:a16="http://schemas.microsoft.com/office/drawing/2014/main" id="{BDD11F87-DA81-9510-C1CB-0AF4093562CB}"/>
              </a:ext>
            </a:extLst>
          </p:cNvPr>
          <p:cNvSpPr/>
          <p:nvPr/>
        </p:nvSpPr>
        <p:spPr>
          <a:xfrm rot="5400000">
            <a:off x="7457273" y="55813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3" name="Oval 112">
            <a:extLst>
              <a:ext uri="{FF2B5EF4-FFF2-40B4-BE49-F238E27FC236}">
                <a16:creationId xmlns:a16="http://schemas.microsoft.com/office/drawing/2014/main" id="{BDD11F87-DA81-9510-C1CB-0AF4093562CB}"/>
              </a:ext>
            </a:extLst>
          </p:cNvPr>
          <p:cNvSpPr/>
          <p:nvPr/>
        </p:nvSpPr>
        <p:spPr>
          <a:xfrm rot="5400000">
            <a:off x="8897425" y="277590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4" name="Oval 113">
            <a:extLst>
              <a:ext uri="{FF2B5EF4-FFF2-40B4-BE49-F238E27FC236}">
                <a16:creationId xmlns:a16="http://schemas.microsoft.com/office/drawing/2014/main" id="{BDD11F87-DA81-9510-C1CB-0AF4093562CB}"/>
              </a:ext>
            </a:extLst>
          </p:cNvPr>
          <p:cNvSpPr/>
          <p:nvPr/>
        </p:nvSpPr>
        <p:spPr>
          <a:xfrm rot="5400000">
            <a:off x="10337577" y="199021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5" name="Oval 114">
            <a:extLst>
              <a:ext uri="{FF2B5EF4-FFF2-40B4-BE49-F238E27FC236}">
                <a16:creationId xmlns:a16="http://schemas.microsoft.com/office/drawing/2014/main" id="{BDD11F87-DA81-9510-C1CB-0AF4093562CB}"/>
              </a:ext>
            </a:extLst>
          </p:cNvPr>
          <p:cNvSpPr/>
          <p:nvPr/>
        </p:nvSpPr>
        <p:spPr>
          <a:xfrm rot="5400000">
            <a:off x="7453219" y="41426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2" name="TextBox 131"/>
          <p:cNvSpPr txBox="1"/>
          <p:nvPr/>
        </p:nvSpPr>
        <p:spPr>
          <a:xfrm>
            <a:off x="7362197" y="5589381"/>
            <a:ext cx="356188" cy="523220"/>
          </a:xfrm>
          <a:prstGeom prst="rect">
            <a:avLst/>
          </a:prstGeom>
          <a:noFill/>
        </p:spPr>
        <p:txBody>
          <a:bodyPr wrap="none" rtlCol="0">
            <a:spAutoFit/>
          </a:bodyPr>
          <a:lstStyle/>
          <a:p>
            <a:r>
              <a:rPr lang="en-US" sz="2800" dirty="0">
                <a:solidFill>
                  <a:srgbClr val="C00000"/>
                </a:solidFill>
              </a:rPr>
              <a:t>a</a:t>
            </a:r>
            <a:endParaRPr lang="en-US" dirty="0">
              <a:solidFill>
                <a:srgbClr val="C00000"/>
              </a:solidFill>
            </a:endParaRPr>
          </a:p>
        </p:txBody>
      </p:sp>
      <p:sp>
        <p:nvSpPr>
          <p:cNvPr id="133" name="TextBox 132"/>
          <p:cNvSpPr txBox="1"/>
          <p:nvPr/>
        </p:nvSpPr>
        <p:spPr>
          <a:xfrm>
            <a:off x="10224506" y="5644733"/>
            <a:ext cx="360996" cy="523220"/>
          </a:xfrm>
          <a:prstGeom prst="rect">
            <a:avLst/>
          </a:prstGeom>
          <a:noFill/>
        </p:spPr>
        <p:txBody>
          <a:bodyPr wrap="none" rtlCol="0">
            <a:spAutoFit/>
          </a:bodyPr>
          <a:lstStyle/>
          <a:p>
            <a:r>
              <a:rPr lang="en-US" sz="2800" dirty="0">
                <a:solidFill>
                  <a:srgbClr val="C00000"/>
                </a:solidFill>
              </a:rPr>
              <a:t>b</a:t>
            </a:r>
          </a:p>
        </p:txBody>
      </p:sp>
      <p:sp>
        <p:nvSpPr>
          <p:cNvPr id="134" name="TextBox 133"/>
          <p:cNvSpPr txBox="1"/>
          <p:nvPr/>
        </p:nvSpPr>
        <p:spPr>
          <a:xfrm>
            <a:off x="7178052" y="3995698"/>
            <a:ext cx="349776" cy="523220"/>
          </a:xfrm>
          <a:prstGeom prst="rect">
            <a:avLst/>
          </a:prstGeom>
          <a:noFill/>
        </p:spPr>
        <p:txBody>
          <a:bodyPr wrap="none" rtlCol="0">
            <a:spAutoFit/>
          </a:bodyPr>
          <a:lstStyle/>
          <a:p>
            <a:r>
              <a:rPr lang="en-US" sz="2800" dirty="0">
                <a:solidFill>
                  <a:srgbClr val="C00000"/>
                </a:solidFill>
              </a:rPr>
              <a:t>c</a:t>
            </a:r>
          </a:p>
        </p:txBody>
      </p:sp>
      <p:sp>
        <p:nvSpPr>
          <p:cNvPr id="135" name="TextBox 134"/>
          <p:cNvSpPr txBox="1"/>
          <p:nvPr/>
        </p:nvSpPr>
        <p:spPr>
          <a:xfrm>
            <a:off x="10430409" y="3995698"/>
            <a:ext cx="362600" cy="523220"/>
          </a:xfrm>
          <a:prstGeom prst="rect">
            <a:avLst/>
          </a:prstGeom>
          <a:noFill/>
        </p:spPr>
        <p:txBody>
          <a:bodyPr wrap="none" rtlCol="0">
            <a:spAutoFit/>
          </a:bodyPr>
          <a:lstStyle/>
          <a:p>
            <a:r>
              <a:rPr lang="en-US" sz="2800" dirty="0">
                <a:solidFill>
                  <a:srgbClr val="C00000"/>
                </a:solidFill>
              </a:rPr>
              <a:t>d</a:t>
            </a:r>
          </a:p>
        </p:txBody>
      </p:sp>
      <p:sp>
        <p:nvSpPr>
          <p:cNvPr id="136" name="TextBox 135"/>
          <p:cNvSpPr txBox="1"/>
          <p:nvPr/>
        </p:nvSpPr>
        <p:spPr>
          <a:xfrm>
            <a:off x="7174846" y="2765876"/>
            <a:ext cx="352982" cy="523220"/>
          </a:xfrm>
          <a:prstGeom prst="rect">
            <a:avLst/>
          </a:prstGeom>
          <a:noFill/>
        </p:spPr>
        <p:txBody>
          <a:bodyPr wrap="none" rtlCol="0">
            <a:spAutoFit/>
          </a:bodyPr>
          <a:lstStyle/>
          <a:p>
            <a:r>
              <a:rPr lang="en-US" sz="2800" dirty="0">
                <a:solidFill>
                  <a:srgbClr val="C00000"/>
                </a:solidFill>
              </a:rPr>
              <a:t>e</a:t>
            </a:r>
          </a:p>
        </p:txBody>
      </p:sp>
      <p:sp>
        <p:nvSpPr>
          <p:cNvPr id="137" name="TextBox 136"/>
          <p:cNvSpPr txBox="1"/>
          <p:nvPr/>
        </p:nvSpPr>
        <p:spPr>
          <a:xfrm>
            <a:off x="10434416" y="2762473"/>
            <a:ext cx="293670" cy="523220"/>
          </a:xfrm>
          <a:prstGeom prst="rect">
            <a:avLst/>
          </a:prstGeom>
          <a:noFill/>
        </p:spPr>
        <p:txBody>
          <a:bodyPr wrap="none" rtlCol="0">
            <a:spAutoFit/>
          </a:bodyPr>
          <a:lstStyle/>
          <a:p>
            <a:r>
              <a:rPr lang="en-US" sz="2800" dirty="0">
                <a:solidFill>
                  <a:srgbClr val="C00000"/>
                </a:solidFill>
              </a:rPr>
              <a:t>f</a:t>
            </a:r>
          </a:p>
        </p:txBody>
      </p:sp>
      <p:sp>
        <p:nvSpPr>
          <p:cNvPr id="138" name="TextBox 137"/>
          <p:cNvSpPr txBox="1"/>
          <p:nvPr/>
        </p:nvSpPr>
        <p:spPr>
          <a:xfrm>
            <a:off x="10408148" y="1747176"/>
            <a:ext cx="352982" cy="523220"/>
          </a:xfrm>
          <a:prstGeom prst="rect">
            <a:avLst/>
          </a:prstGeom>
          <a:noFill/>
        </p:spPr>
        <p:txBody>
          <a:bodyPr wrap="none" rtlCol="0">
            <a:spAutoFit/>
          </a:bodyPr>
          <a:lstStyle/>
          <a:p>
            <a:r>
              <a:rPr lang="en-US" sz="2800" dirty="0">
                <a:solidFill>
                  <a:srgbClr val="C00000"/>
                </a:solidFill>
              </a:rPr>
              <a:t>g</a:t>
            </a:r>
          </a:p>
        </p:txBody>
      </p:sp>
      <p:sp>
        <p:nvSpPr>
          <p:cNvPr id="139" name="TextBox 138"/>
          <p:cNvSpPr txBox="1"/>
          <p:nvPr/>
        </p:nvSpPr>
        <p:spPr>
          <a:xfrm>
            <a:off x="7183358" y="1788621"/>
            <a:ext cx="357790" cy="523220"/>
          </a:xfrm>
          <a:prstGeom prst="rect">
            <a:avLst/>
          </a:prstGeom>
          <a:noFill/>
        </p:spPr>
        <p:txBody>
          <a:bodyPr wrap="none" rtlCol="0">
            <a:spAutoFit/>
          </a:bodyPr>
          <a:lstStyle/>
          <a:p>
            <a:r>
              <a:rPr lang="en-US" sz="2800" dirty="0">
                <a:solidFill>
                  <a:srgbClr val="C00000"/>
                </a:solidFill>
              </a:rPr>
              <a:t>h</a:t>
            </a:r>
          </a:p>
        </p:txBody>
      </p:sp>
      <p:sp>
        <p:nvSpPr>
          <p:cNvPr id="140" name="TextBox 139"/>
          <p:cNvSpPr txBox="1"/>
          <p:nvPr/>
        </p:nvSpPr>
        <p:spPr>
          <a:xfrm>
            <a:off x="8843854" y="1406300"/>
            <a:ext cx="340158" cy="523220"/>
          </a:xfrm>
          <a:prstGeom prst="rect">
            <a:avLst/>
          </a:prstGeom>
          <a:noFill/>
        </p:spPr>
        <p:txBody>
          <a:bodyPr wrap="none" rtlCol="0">
            <a:spAutoFit/>
          </a:bodyPr>
          <a:lstStyle/>
          <a:p>
            <a:r>
              <a:rPr lang="en-US" sz="2800" dirty="0">
                <a:solidFill>
                  <a:srgbClr val="C00000"/>
                </a:solidFill>
              </a:rPr>
              <a:t>x</a:t>
            </a:r>
          </a:p>
        </p:txBody>
      </p:sp>
      <p:sp>
        <p:nvSpPr>
          <p:cNvPr id="141" name="TextBox 140"/>
          <p:cNvSpPr txBox="1"/>
          <p:nvPr/>
        </p:nvSpPr>
        <p:spPr>
          <a:xfrm>
            <a:off x="8805678" y="2971312"/>
            <a:ext cx="346570" cy="523220"/>
          </a:xfrm>
          <a:prstGeom prst="rect">
            <a:avLst/>
          </a:prstGeom>
          <a:noFill/>
        </p:spPr>
        <p:txBody>
          <a:bodyPr wrap="none" rtlCol="0">
            <a:spAutoFit/>
          </a:bodyPr>
          <a:lstStyle/>
          <a:p>
            <a:r>
              <a:rPr lang="en-US" sz="2800" dirty="0">
                <a:solidFill>
                  <a:srgbClr val="C00000"/>
                </a:solidFill>
              </a:rPr>
              <a:t>y</a:t>
            </a:r>
          </a:p>
        </p:txBody>
      </p:sp>
      <p:sp>
        <p:nvSpPr>
          <p:cNvPr id="142" name="TextBox 141"/>
          <p:cNvSpPr txBox="1"/>
          <p:nvPr/>
        </p:nvSpPr>
        <p:spPr>
          <a:xfrm>
            <a:off x="8858282" y="4286620"/>
            <a:ext cx="325730" cy="523220"/>
          </a:xfrm>
          <a:prstGeom prst="rect">
            <a:avLst/>
          </a:prstGeom>
          <a:noFill/>
        </p:spPr>
        <p:txBody>
          <a:bodyPr wrap="none" rtlCol="0">
            <a:spAutoFit/>
          </a:bodyPr>
          <a:lstStyle/>
          <a:p>
            <a:r>
              <a:rPr lang="en-US" sz="2800" dirty="0">
                <a:solidFill>
                  <a:srgbClr val="C00000"/>
                </a:solidFill>
              </a:rPr>
              <a:t>z</a:t>
            </a:r>
          </a:p>
        </p:txBody>
      </p:sp>
      <p:sp>
        <p:nvSpPr>
          <p:cNvPr id="144" name="Oval 143"/>
          <p:cNvSpPr/>
          <p:nvPr/>
        </p:nvSpPr>
        <p:spPr>
          <a:xfrm>
            <a:off x="7225758" y="1788102"/>
            <a:ext cx="568106" cy="542547"/>
          </a:xfrm>
          <a:prstGeom prst="ellipse">
            <a:avLst/>
          </a:prstGeom>
          <a:noFill/>
          <a:ln w="2857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p:cNvSpPr/>
          <p:nvPr/>
        </p:nvSpPr>
        <p:spPr>
          <a:xfrm>
            <a:off x="10150363" y="1807003"/>
            <a:ext cx="568106" cy="542547"/>
          </a:xfrm>
          <a:prstGeom prst="ellipse">
            <a:avLst/>
          </a:prstGeom>
          <a:noFill/>
          <a:ln w="2857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p:cNvSpPr/>
          <p:nvPr/>
        </p:nvSpPr>
        <p:spPr>
          <a:xfrm>
            <a:off x="7238804" y="5384112"/>
            <a:ext cx="568106" cy="542547"/>
          </a:xfrm>
          <a:prstGeom prst="ellipse">
            <a:avLst/>
          </a:prstGeom>
          <a:noFill/>
          <a:ln w="2857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p:cNvSpPr/>
          <p:nvPr/>
        </p:nvSpPr>
        <p:spPr>
          <a:xfrm>
            <a:off x="10120951" y="5404082"/>
            <a:ext cx="568106" cy="542547"/>
          </a:xfrm>
          <a:prstGeom prst="ellipse">
            <a:avLst/>
          </a:prstGeom>
          <a:noFill/>
          <a:ln w="2857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1" y="863445"/>
                <a:ext cx="6678776" cy="1269332"/>
              </a:xfrm>
            </p:spPr>
            <p:txBody>
              <a:bodyPr/>
              <a:lstStyle/>
              <a:p>
                <a:pPr lvl="0"/>
                <a:r>
                  <a:rPr lang="en-US" dirty="0"/>
                  <a:t>A set</a:t>
                </a:r>
                <a14:m>
                  <m:oMath xmlns:m="http://schemas.openxmlformats.org/officeDocument/2006/math">
                    <m:r>
                      <a:rPr lang="en-US" i="1">
                        <a:latin typeface="Cambria Math" panose="02040503050406030204" pitchFamily="18" charset="0"/>
                      </a:rPr>
                      <m:t> </m:t>
                    </m:r>
                    <m:r>
                      <m:rPr>
                        <m:sty m:val="p"/>
                      </m:rPr>
                      <a:rPr lang="en-US">
                        <a:latin typeface="Cambria Math" panose="02040503050406030204" pitchFamily="18" charset="0"/>
                      </a:rPr>
                      <m:t>S</m:t>
                    </m:r>
                  </m:oMath>
                </a14:m>
                <a:r>
                  <a:rPr lang="en-US" dirty="0"/>
                  <a:t> of vertices of</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G</m:t>
                    </m:r>
                  </m:oMath>
                </a14:m>
                <a:r>
                  <a:rPr lang="en-US" dirty="0"/>
                  <a:t> is a </a:t>
                </a:r>
                <a:r>
                  <a:rPr lang="en-US" b="1" dirty="0"/>
                  <a:t>dominating set</a:t>
                </a:r>
                <a:r>
                  <a:rPr lang="en-US" dirty="0"/>
                  <a:t> of</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G</m:t>
                    </m:r>
                  </m:oMath>
                </a14:m>
                <a:r>
                  <a:rPr lang="en-US" dirty="0"/>
                  <a:t> if every vertex of</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G</m:t>
                    </m:r>
                  </m:oMath>
                </a14:m>
                <a:r>
                  <a:rPr lang="en-US" dirty="0"/>
                  <a:t> is dominated by some vertex in</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S</m:t>
                    </m:r>
                  </m:oMath>
                </a14:m>
                <a:r>
                  <a:rPr lang="en-US" dirty="0"/>
                  <a:t>.</a:t>
                </a:r>
              </a:p>
              <a:p>
                <a:pPr marL="0" lvl="0" indent="0">
                  <a:buNone/>
                </a:pPr>
                <a:endParaRPr lang="en-US" dirty="0">
                  <a:solidFill>
                    <a:srgbClr val="D10233"/>
                  </a:solidFill>
                </a:endParaRPr>
              </a:p>
            </p:txBody>
          </p:sp>
        </mc:Choice>
        <mc:Fallback xmlns="">
          <p:sp>
            <p:nvSpPr>
              <p:cNvPr id="48" name="Content Placeholder 2">
                <a:extLst>
                  <a:ext uri="{FF2B5EF4-FFF2-40B4-BE49-F238E27FC236}">
                    <a16:creationId xmlns="" xmlns:a16="http://schemas.microsoft.com/office/drawing/2014/main" xmlns:a14="http://schemas.microsoft.com/office/drawing/2010/main" id="{9CB3AA53-5FE6-7420-2832-B8AB64C9E95F}"/>
                  </a:ext>
                </a:extLst>
              </p:cNvPr>
              <p:cNvSpPr>
                <a:spLocks noGrp="1" noRot="1" noChangeAspect="1" noMove="1" noResize="1" noEditPoints="1" noAdjustHandles="1" noChangeArrowheads="1" noChangeShapeType="1" noTextEdit="1"/>
              </p:cNvSpPr>
              <p:nvPr>
                <p:ph idx="1"/>
              </p:nvPr>
            </p:nvSpPr>
            <p:spPr>
              <a:xfrm>
                <a:off x="131181" y="863445"/>
                <a:ext cx="6678776" cy="1269332"/>
              </a:xfrm>
              <a:blipFill rotWithShape="0">
                <a:blip r:embed="rId2"/>
                <a:stretch>
                  <a:fillRect l="-1735" t="-8654" r="-1826"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p:cNvSpPr/>
              <p:nvPr/>
            </p:nvSpPr>
            <p:spPr>
              <a:xfrm>
                <a:off x="411331" y="2112110"/>
                <a:ext cx="6189451" cy="523220"/>
              </a:xfrm>
              <a:prstGeom prst="rect">
                <a:avLst/>
              </a:prstGeom>
            </p:spPr>
            <p:txBody>
              <a:bodyPr wrap="none">
                <a:spAutoFit/>
              </a:bodyPr>
              <a:lstStyle/>
              <a:p>
                <a14:m>
                  <m:oMath xmlns:m="http://schemas.openxmlformats.org/officeDocument/2006/math">
                    <m:r>
                      <m:rPr>
                        <m:sty m:val="p"/>
                      </m:rPr>
                      <a:rPr lang="en-US" sz="2800" b="0" i="0" smtClean="0">
                        <a:solidFill>
                          <a:srgbClr val="002060"/>
                        </a:solidFill>
                        <a:latin typeface="Cambria Math" panose="02040503050406030204" pitchFamily="18" charset="0"/>
                      </a:rPr>
                      <m:t>S</m:t>
                    </m:r>
                    <m:r>
                      <a:rPr lang="en-US" sz="2800" b="0" i="0" smtClean="0">
                        <a:solidFill>
                          <a:srgbClr val="002060"/>
                        </a:solidFill>
                        <a:latin typeface="Cambria Math" panose="02040503050406030204" pitchFamily="18" charset="0"/>
                      </a:rPr>
                      <m:t>=</m:t>
                    </m:r>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h</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g</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m:t>
                        </m:r>
                      </m:e>
                    </m:d>
                  </m:oMath>
                </a14:m>
                <a:r>
                  <a:rPr lang="en-US" dirty="0">
                    <a:solidFill>
                      <a:srgbClr val="002060"/>
                    </a:solidFill>
                  </a:rPr>
                  <a:t> </a:t>
                </a:r>
                <a:r>
                  <a:rPr lang="en-US" sz="2800" dirty="0">
                    <a:solidFill>
                      <a:srgbClr val="002060"/>
                    </a:solidFill>
                  </a:rPr>
                  <a:t>is dominating set of graph </a:t>
                </a:r>
              </a:p>
            </p:txBody>
          </p:sp>
        </mc:Choice>
        <mc:Fallback xmlns="">
          <p:sp>
            <p:nvSpPr>
              <p:cNvPr id="49" name="Rectangle 48"/>
              <p:cNvSpPr>
                <a:spLocks noRot="1" noChangeAspect="1" noMove="1" noResize="1" noEditPoints="1" noAdjustHandles="1" noChangeArrowheads="1" noChangeShapeType="1" noTextEdit="1"/>
              </p:cNvSpPr>
              <p:nvPr/>
            </p:nvSpPr>
            <p:spPr>
              <a:xfrm>
                <a:off x="411331" y="2112110"/>
                <a:ext cx="6189451" cy="523220"/>
              </a:xfrm>
              <a:prstGeom prst="rect">
                <a:avLst/>
              </a:prstGeom>
              <a:blipFill rotWithShape="0">
                <a:blip r:embed="rId3"/>
                <a:stretch>
                  <a:fillRect t="-11628" b="-31395"/>
                </a:stretch>
              </a:blipFill>
            </p:spPr>
            <p:txBody>
              <a:bodyPr/>
              <a:lstStyle/>
              <a:p>
                <a:r>
                  <a:rPr lang="en-US">
                    <a:noFill/>
                  </a:rPr>
                  <a:t> </a:t>
                </a:r>
              </a:p>
            </p:txBody>
          </p:sp>
        </mc:Fallback>
      </mc:AlternateContent>
    </p:spTree>
    <p:extLst>
      <p:ext uri="{BB962C8B-B14F-4D97-AF65-F5344CB8AC3E}">
        <p14:creationId xmlns:p14="http://schemas.microsoft.com/office/powerpoint/2010/main" val="67233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44"/>
                                        </p:tgtEl>
                                        <p:attrNameLst>
                                          <p:attrName>style.visibility</p:attrName>
                                        </p:attrNameLst>
                                      </p:cBhvr>
                                      <p:to>
                                        <p:strVal val="visible"/>
                                      </p:to>
                                    </p:set>
                                    <p:animEffect transition="in" filter="wipe(down)">
                                      <p:cBhvr>
                                        <p:cTn id="15" dur="500"/>
                                        <p:tgtEl>
                                          <p:spTgt spid="144"/>
                                        </p:tgtEl>
                                      </p:cBhvr>
                                    </p:animEffect>
                                  </p:childTnLst>
                                </p:cTn>
                              </p:par>
                              <p:par>
                                <p:cTn id="16" presetID="19" presetClass="emph" presetSubtype="0" fill="hold" grpId="0" nodeType="withEffect">
                                  <p:stCondLst>
                                    <p:cond delay="0"/>
                                  </p:stCondLst>
                                  <p:childTnLst>
                                    <p:animClr clrSpc="rgb" dir="cw">
                                      <p:cBhvr override="childStyle">
                                        <p:cTn id="17" dur="500" fill="hold"/>
                                        <p:tgtEl>
                                          <p:spTgt spid="111"/>
                                        </p:tgtEl>
                                        <p:attrNameLst>
                                          <p:attrName>style.color</p:attrName>
                                        </p:attrNameLst>
                                      </p:cBhvr>
                                      <p:to>
                                        <a:srgbClr val="FFFF00"/>
                                      </p:to>
                                    </p:animClr>
                                    <p:animClr clrSpc="rgb" dir="cw">
                                      <p:cBhvr>
                                        <p:cTn id="18" dur="500" fill="hold"/>
                                        <p:tgtEl>
                                          <p:spTgt spid="111"/>
                                        </p:tgtEl>
                                        <p:attrNameLst>
                                          <p:attrName>fillcolor</p:attrName>
                                        </p:attrNameLst>
                                      </p:cBhvr>
                                      <p:to>
                                        <a:srgbClr val="FFFF00"/>
                                      </p:to>
                                    </p:animClr>
                                    <p:set>
                                      <p:cBhvr>
                                        <p:cTn id="19" dur="500" fill="hold"/>
                                        <p:tgtEl>
                                          <p:spTgt spid="111"/>
                                        </p:tgtEl>
                                        <p:attrNameLst>
                                          <p:attrName>fill.type</p:attrName>
                                        </p:attrNameLst>
                                      </p:cBhvr>
                                      <p:to>
                                        <p:strVal val="solid"/>
                                      </p:to>
                                    </p:set>
                                    <p:set>
                                      <p:cBhvr>
                                        <p:cTn id="20" dur="500" fill="hold"/>
                                        <p:tgtEl>
                                          <p:spTgt spid="111"/>
                                        </p:tgtEl>
                                        <p:attrNameLst>
                                          <p:attrName>fill.on</p:attrName>
                                        </p:attrNameLst>
                                      </p:cBhvr>
                                      <p:to>
                                        <p:strVal val="true"/>
                                      </p:to>
                                    </p:set>
                                  </p:childTnLst>
                                </p:cTn>
                              </p:par>
                            </p:childTnLst>
                          </p:cTn>
                        </p:par>
                        <p:par>
                          <p:cTn id="21" fill="hold">
                            <p:stCondLst>
                              <p:cond delay="500"/>
                            </p:stCondLst>
                            <p:childTnLst>
                              <p:par>
                                <p:cTn id="22" presetID="19" presetClass="emph" presetSubtype="0" fill="hold" grpId="0" nodeType="afterEffect">
                                  <p:stCondLst>
                                    <p:cond delay="0"/>
                                  </p:stCondLst>
                                  <p:childTnLst>
                                    <p:animClr clrSpc="rgb" dir="cw">
                                      <p:cBhvr override="childStyle">
                                        <p:cTn id="23" dur="500" fill="hold"/>
                                        <p:tgtEl>
                                          <p:spTgt spid="113"/>
                                        </p:tgtEl>
                                        <p:attrNameLst>
                                          <p:attrName>style.color</p:attrName>
                                        </p:attrNameLst>
                                      </p:cBhvr>
                                      <p:to>
                                        <a:schemeClr val="accent2"/>
                                      </p:to>
                                    </p:animClr>
                                    <p:animClr clrSpc="rgb" dir="cw">
                                      <p:cBhvr>
                                        <p:cTn id="24" dur="500" fill="hold"/>
                                        <p:tgtEl>
                                          <p:spTgt spid="113"/>
                                        </p:tgtEl>
                                        <p:attrNameLst>
                                          <p:attrName>fillcolor</p:attrName>
                                        </p:attrNameLst>
                                      </p:cBhvr>
                                      <p:to>
                                        <a:schemeClr val="accent2"/>
                                      </p:to>
                                    </p:animClr>
                                    <p:set>
                                      <p:cBhvr>
                                        <p:cTn id="25" dur="500" fill="hold"/>
                                        <p:tgtEl>
                                          <p:spTgt spid="113"/>
                                        </p:tgtEl>
                                        <p:attrNameLst>
                                          <p:attrName>fill.type</p:attrName>
                                        </p:attrNameLst>
                                      </p:cBhvr>
                                      <p:to>
                                        <p:strVal val="solid"/>
                                      </p:to>
                                    </p:set>
                                    <p:set>
                                      <p:cBhvr>
                                        <p:cTn id="26" dur="500" fill="hold"/>
                                        <p:tgtEl>
                                          <p:spTgt spid="113"/>
                                        </p:tgtEl>
                                        <p:attrNameLst>
                                          <p:attrName>fill.on</p:attrName>
                                        </p:attrNameLst>
                                      </p:cBhvr>
                                      <p:to>
                                        <p:strVal val="true"/>
                                      </p:to>
                                    </p:set>
                                  </p:childTnLst>
                                </p:cTn>
                              </p:par>
                            </p:childTnLst>
                          </p:cTn>
                        </p:par>
                        <p:par>
                          <p:cTn id="27" fill="hold">
                            <p:stCondLst>
                              <p:cond delay="1000"/>
                            </p:stCondLst>
                            <p:childTnLst>
                              <p:par>
                                <p:cTn id="28" presetID="19" presetClass="emph" presetSubtype="0" fill="hold" grpId="0" nodeType="afterEffect">
                                  <p:stCondLst>
                                    <p:cond delay="0"/>
                                  </p:stCondLst>
                                  <p:childTnLst>
                                    <p:animClr clrSpc="rgb" dir="cw">
                                      <p:cBhvr override="childStyle">
                                        <p:cTn id="29" dur="500" fill="hold"/>
                                        <p:tgtEl>
                                          <p:spTgt spid="106"/>
                                        </p:tgtEl>
                                        <p:attrNameLst>
                                          <p:attrName>style.color</p:attrName>
                                        </p:attrNameLst>
                                      </p:cBhvr>
                                      <p:to>
                                        <a:schemeClr val="accent2"/>
                                      </p:to>
                                    </p:animClr>
                                    <p:animClr clrSpc="rgb" dir="cw">
                                      <p:cBhvr>
                                        <p:cTn id="30" dur="500" fill="hold"/>
                                        <p:tgtEl>
                                          <p:spTgt spid="106"/>
                                        </p:tgtEl>
                                        <p:attrNameLst>
                                          <p:attrName>fillcolor</p:attrName>
                                        </p:attrNameLst>
                                      </p:cBhvr>
                                      <p:to>
                                        <a:schemeClr val="accent2"/>
                                      </p:to>
                                    </p:animClr>
                                    <p:set>
                                      <p:cBhvr>
                                        <p:cTn id="31" dur="500" fill="hold"/>
                                        <p:tgtEl>
                                          <p:spTgt spid="106"/>
                                        </p:tgtEl>
                                        <p:attrNameLst>
                                          <p:attrName>fill.type</p:attrName>
                                        </p:attrNameLst>
                                      </p:cBhvr>
                                      <p:to>
                                        <p:strVal val="solid"/>
                                      </p:to>
                                    </p:set>
                                    <p:set>
                                      <p:cBhvr>
                                        <p:cTn id="32" dur="500" fill="hold"/>
                                        <p:tgtEl>
                                          <p:spTgt spid="106"/>
                                        </p:tgtEl>
                                        <p:attrNameLst>
                                          <p:attrName>fill.on</p:attrName>
                                        </p:attrNameLst>
                                      </p:cBhvr>
                                      <p:to>
                                        <p:strVal val="true"/>
                                      </p:to>
                                    </p:set>
                                  </p:childTnLst>
                                </p:cTn>
                              </p:par>
                            </p:childTnLst>
                          </p:cTn>
                        </p:par>
                        <p:par>
                          <p:cTn id="33" fill="hold">
                            <p:stCondLst>
                              <p:cond delay="1500"/>
                            </p:stCondLst>
                            <p:childTnLst>
                              <p:par>
                                <p:cTn id="34" presetID="19" presetClass="emph" presetSubtype="0" fill="hold" grpId="0" nodeType="afterEffect">
                                  <p:stCondLst>
                                    <p:cond delay="0"/>
                                  </p:stCondLst>
                                  <p:childTnLst>
                                    <p:animClr clrSpc="rgb" dir="cw">
                                      <p:cBhvr override="childStyle">
                                        <p:cTn id="35" dur="500" fill="hold"/>
                                        <p:tgtEl>
                                          <p:spTgt spid="105"/>
                                        </p:tgtEl>
                                        <p:attrNameLst>
                                          <p:attrName>style.color</p:attrName>
                                        </p:attrNameLst>
                                      </p:cBhvr>
                                      <p:to>
                                        <a:schemeClr val="accent2"/>
                                      </p:to>
                                    </p:animClr>
                                    <p:animClr clrSpc="rgb" dir="cw">
                                      <p:cBhvr>
                                        <p:cTn id="36" dur="500" fill="hold"/>
                                        <p:tgtEl>
                                          <p:spTgt spid="105"/>
                                        </p:tgtEl>
                                        <p:attrNameLst>
                                          <p:attrName>fillcolor</p:attrName>
                                        </p:attrNameLst>
                                      </p:cBhvr>
                                      <p:to>
                                        <a:schemeClr val="accent2"/>
                                      </p:to>
                                    </p:animClr>
                                    <p:set>
                                      <p:cBhvr>
                                        <p:cTn id="37" dur="500" fill="hold"/>
                                        <p:tgtEl>
                                          <p:spTgt spid="105"/>
                                        </p:tgtEl>
                                        <p:attrNameLst>
                                          <p:attrName>fill.type</p:attrName>
                                        </p:attrNameLst>
                                      </p:cBhvr>
                                      <p:to>
                                        <p:strVal val="solid"/>
                                      </p:to>
                                    </p:set>
                                    <p:set>
                                      <p:cBhvr>
                                        <p:cTn id="38" dur="500" fill="hold"/>
                                        <p:tgtEl>
                                          <p:spTgt spid="105"/>
                                        </p:tgtEl>
                                        <p:attrNameLst>
                                          <p:attrName>fill.on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45"/>
                                        </p:tgtEl>
                                        <p:attrNameLst>
                                          <p:attrName>style.visibility</p:attrName>
                                        </p:attrNameLst>
                                      </p:cBhvr>
                                      <p:to>
                                        <p:strVal val="visible"/>
                                      </p:to>
                                    </p:set>
                                    <p:animEffect transition="in" filter="wipe(down)">
                                      <p:cBhvr>
                                        <p:cTn id="43" dur="500"/>
                                        <p:tgtEl>
                                          <p:spTgt spid="145"/>
                                        </p:tgtEl>
                                      </p:cBhvr>
                                    </p:animEffect>
                                  </p:childTnLst>
                                </p:cTn>
                              </p:par>
                              <p:par>
                                <p:cTn id="44" presetID="19" presetClass="emph" presetSubtype="0" fill="hold" grpId="0" nodeType="withEffect">
                                  <p:stCondLst>
                                    <p:cond delay="0"/>
                                  </p:stCondLst>
                                  <p:childTnLst>
                                    <p:animClr clrSpc="rgb" dir="cw">
                                      <p:cBhvr override="childStyle">
                                        <p:cTn id="45" dur="500" fill="hold"/>
                                        <p:tgtEl>
                                          <p:spTgt spid="114"/>
                                        </p:tgtEl>
                                        <p:attrNameLst>
                                          <p:attrName>style.color</p:attrName>
                                        </p:attrNameLst>
                                      </p:cBhvr>
                                      <p:to>
                                        <a:srgbClr val="FFFF00"/>
                                      </p:to>
                                    </p:animClr>
                                    <p:animClr clrSpc="rgb" dir="cw">
                                      <p:cBhvr>
                                        <p:cTn id="46" dur="500" fill="hold"/>
                                        <p:tgtEl>
                                          <p:spTgt spid="114"/>
                                        </p:tgtEl>
                                        <p:attrNameLst>
                                          <p:attrName>fillcolor</p:attrName>
                                        </p:attrNameLst>
                                      </p:cBhvr>
                                      <p:to>
                                        <a:srgbClr val="FFFF00"/>
                                      </p:to>
                                    </p:animClr>
                                    <p:set>
                                      <p:cBhvr>
                                        <p:cTn id="47" dur="500" fill="hold"/>
                                        <p:tgtEl>
                                          <p:spTgt spid="114"/>
                                        </p:tgtEl>
                                        <p:attrNameLst>
                                          <p:attrName>fill.type</p:attrName>
                                        </p:attrNameLst>
                                      </p:cBhvr>
                                      <p:to>
                                        <p:strVal val="solid"/>
                                      </p:to>
                                    </p:set>
                                    <p:set>
                                      <p:cBhvr>
                                        <p:cTn id="48" dur="500" fill="hold"/>
                                        <p:tgtEl>
                                          <p:spTgt spid="114"/>
                                        </p:tgtEl>
                                        <p:attrNameLst>
                                          <p:attrName>fill.on</p:attrName>
                                        </p:attrNameLst>
                                      </p:cBhvr>
                                      <p:to>
                                        <p:strVal val="true"/>
                                      </p:to>
                                    </p:set>
                                  </p:childTnLst>
                                </p:cTn>
                              </p:par>
                              <p:par>
                                <p:cTn id="49" presetID="19" presetClass="emph" presetSubtype="0" fill="hold" grpId="0" nodeType="withEffect">
                                  <p:stCondLst>
                                    <p:cond delay="0"/>
                                  </p:stCondLst>
                                  <p:childTnLst>
                                    <p:animClr clrSpc="rgb" dir="cw">
                                      <p:cBhvr override="childStyle">
                                        <p:cTn id="50" dur="500" fill="hold"/>
                                        <p:tgtEl>
                                          <p:spTgt spid="110"/>
                                        </p:tgtEl>
                                        <p:attrNameLst>
                                          <p:attrName>style.color</p:attrName>
                                        </p:attrNameLst>
                                      </p:cBhvr>
                                      <p:to>
                                        <a:srgbClr val="00BBD3"/>
                                      </p:to>
                                    </p:animClr>
                                    <p:animClr clrSpc="rgb" dir="cw">
                                      <p:cBhvr>
                                        <p:cTn id="51" dur="500" fill="hold"/>
                                        <p:tgtEl>
                                          <p:spTgt spid="110"/>
                                        </p:tgtEl>
                                        <p:attrNameLst>
                                          <p:attrName>fillcolor</p:attrName>
                                        </p:attrNameLst>
                                      </p:cBhvr>
                                      <p:to>
                                        <a:srgbClr val="00BBD3"/>
                                      </p:to>
                                    </p:animClr>
                                    <p:set>
                                      <p:cBhvr>
                                        <p:cTn id="52" dur="500" fill="hold"/>
                                        <p:tgtEl>
                                          <p:spTgt spid="110"/>
                                        </p:tgtEl>
                                        <p:attrNameLst>
                                          <p:attrName>fill.type</p:attrName>
                                        </p:attrNameLst>
                                      </p:cBhvr>
                                      <p:to>
                                        <p:strVal val="solid"/>
                                      </p:to>
                                    </p:set>
                                    <p:set>
                                      <p:cBhvr>
                                        <p:cTn id="53" dur="500" fill="hold"/>
                                        <p:tgtEl>
                                          <p:spTgt spid="110"/>
                                        </p:tgtEl>
                                        <p:attrNameLst>
                                          <p:attrName>fill.on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146"/>
                                        </p:tgtEl>
                                        <p:attrNameLst>
                                          <p:attrName>style.visibility</p:attrName>
                                        </p:attrNameLst>
                                      </p:cBhvr>
                                      <p:to>
                                        <p:strVal val="visible"/>
                                      </p:to>
                                    </p:set>
                                    <p:animEffect transition="in" filter="wipe(down)">
                                      <p:cBhvr>
                                        <p:cTn id="58" dur="500"/>
                                        <p:tgtEl>
                                          <p:spTgt spid="146"/>
                                        </p:tgtEl>
                                      </p:cBhvr>
                                    </p:animEffect>
                                  </p:childTnLst>
                                </p:cTn>
                              </p:par>
                              <p:par>
                                <p:cTn id="59" presetID="19" presetClass="emph" presetSubtype="0" fill="hold" grpId="0" nodeType="withEffect">
                                  <p:stCondLst>
                                    <p:cond delay="0"/>
                                  </p:stCondLst>
                                  <p:childTnLst>
                                    <p:animClr clrSpc="rgb" dir="cw">
                                      <p:cBhvr override="childStyle">
                                        <p:cTn id="60" dur="500" fill="hold"/>
                                        <p:tgtEl>
                                          <p:spTgt spid="112"/>
                                        </p:tgtEl>
                                        <p:attrNameLst>
                                          <p:attrName>style.color</p:attrName>
                                        </p:attrNameLst>
                                      </p:cBhvr>
                                      <p:to>
                                        <a:srgbClr val="FFFF00"/>
                                      </p:to>
                                    </p:animClr>
                                    <p:animClr clrSpc="rgb" dir="cw">
                                      <p:cBhvr>
                                        <p:cTn id="61" dur="500" fill="hold"/>
                                        <p:tgtEl>
                                          <p:spTgt spid="112"/>
                                        </p:tgtEl>
                                        <p:attrNameLst>
                                          <p:attrName>fillcolor</p:attrName>
                                        </p:attrNameLst>
                                      </p:cBhvr>
                                      <p:to>
                                        <a:srgbClr val="FFFF00"/>
                                      </p:to>
                                    </p:animClr>
                                    <p:set>
                                      <p:cBhvr>
                                        <p:cTn id="62" dur="500" fill="hold"/>
                                        <p:tgtEl>
                                          <p:spTgt spid="112"/>
                                        </p:tgtEl>
                                        <p:attrNameLst>
                                          <p:attrName>fill.type</p:attrName>
                                        </p:attrNameLst>
                                      </p:cBhvr>
                                      <p:to>
                                        <p:strVal val="solid"/>
                                      </p:to>
                                    </p:set>
                                    <p:set>
                                      <p:cBhvr>
                                        <p:cTn id="63" dur="500" fill="hold"/>
                                        <p:tgtEl>
                                          <p:spTgt spid="112"/>
                                        </p:tgtEl>
                                        <p:attrNameLst>
                                          <p:attrName>fill.on</p:attrName>
                                        </p:attrNameLst>
                                      </p:cBhvr>
                                      <p:to>
                                        <p:strVal val="true"/>
                                      </p:to>
                                    </p:set>
                                  </p:childTnLst>
                                </p:cTn>
                              </p:par>
                            </p:childTnLst>
                          </p:cTn>
                        </p:par>
                        <p:par>
                          <p:cTn id="64" fill="hold">
                            <p:stCondLst>
                              <p:cond delay="500"/>
                            </p:stCondLst>
                            <p:childTnLst>
                              <p:par>
                                <p:cTn id="65" presetID="19" presetClass="emph" presetSubtype="0" fill="hold" grpId="0" nodeType="afterEffect">
                                  <p:stCondLst>
                                    <p:cond delay="0"/>
                                  </p:stCondLst>
                                  <p:childTnLst>
                                    <p:animClr clrSpc="rgb" dir="cw">
                                      <p:cBhvr override="childStyle">
                                        <p:cTn id="66" dur="500" fill="hold"/>
                                        <p:tgtEl>
                                          <p:spTgt spid="108"/>
                                        </p:tgtEl>
                                        <p:attrNameLst>
                                          <p:attrName>style.color</p:attrName>
                                        </p:attrNameLst>
                                      </p:cBhvr>
                                      <p:to>
                                        <a:srgbClr val="00BBD3"/>
                                      </p:to>
                                    </p:animClr>
                                    <p:animClr clrSpc="rgb" dir="cw">
                                      <p:cBhvr>
                                        <p:cTn id="67" dur="500" fill="hold"/>
                                        <p:tgtEl>
                                          <p:spTgt spid="108"/>
                                        </p:tgtEl>
                                        <p:attrNameLst>
                                          <p:attrName>fillcolor</p:attrName>
                                        </p:attrNameLst>
                                      </p:cBhvr>
                                      <p:to>
                                        <a:srgbClr val="00BBD3"/>
                                      </p:to>
                                    </p:animClr>
                                    <p:set>
                                      <p:cBhvr>
                                        <p:cTn id="68" dur="500" fill="hold"/>
                                        <p:tgtEl>
                                          <p:spTgt spid="108"/>
                                        </p:tgtEl>
                                        <p:attrNameLst>
                                          <p:attrName>fill.type</p:attrName>
                                        </p:attrNameLst>
                                      </p:cBhvr>
                                      <p:to>
                                        <p:strVal val="solid"/>
                                      </p:to>
                                    </p:set>
                                    <p:set>
                                      <p:cBhvr>
                                        <p:cTn id="69" dur="500" fill="hold"/>
                                        <p:tgtEl>
                                          <p:spTgt spid="108"/>
                                        </p:tgtEl>
                                        <p:attrNameLst>
                                          <p:attrName>fill.on</p:attrName>
                                        </p:attrNameLst>
                                      </p:cBhvr>
                                      <p:to>
                                        <p:strVal val="true"/>
                                      </p:to>
                                    </p:set>
                                  </p:childTnLst>
                                </p:cTn>
                              </p:par>
                            </p:childTnLst>
                          </p:cTn>
                        </p:par>
                        <p:par>
                          <p:cTn id="70" fill="hold">
                            <p:stCondLst>
                              <p:cond delay="1000"/>
                            </p:stCondLst>
                            <p:childTnLst>
                              <p:par>
                                <p:cTn id="71" presetID="19" presetClass="emph" presetSubtype="0" fill="hold" grpId="0" nodeType="afterEffect">
                                  <p:stCondLst>
                                    <p:cond delay="0"/>
                                  </p:stCondLst>
                                  <p:childTnLst>
                                    <p:animClr clrSpc="rgb" dir="cw">
                                      <p:cBhvr override="childStyle">
                                        <p:cTn id="72" dur="500" fill="hold"/>
                                        <p:tgtEl>
                                          <p:spTgt spid="115"/>
                                        </p:tgtEl>
                                        <p:attrNameLst>
                                          <p:attrName>style.color</p:attrName>
                                        </p:attrNameLst>
                                      </p:cBhvr>
                                      <p:to>
                                        <a:srgbClr val="00BBD3"/>
                                      </p:to>
                                    </p:animClr>
                                    <p:animClr clrSpc="rgb" dir="cw">
                                      <p:cBhvr>
                                        <p:cTn id="73" dur="500" fill="hold"/>
                                        <p:tgtEl>
                                          <p:spTgt spid="115"/>
                                        </p:tgtEl>
                                        <p:attrNameLst>
                                          <p:attrName>fillcolor</p:attrName>
                                        </p:attrNameLst>
                                      </p:cBhvr>
                                      <p:to>
                                        <a:srgbClr val="00BBD3"/>
                                      </p:to>
                                    </p:animClr>
                                    <p:set>
                                      <p:cBhvr>
                                        <p:cTn id="74" dur="500" fill="hold"/>
                                        <p:tgtEl>
                                          <p:spTgt spid="115"/>
                                        </p:tgtEl>
                                        <p:attrNameLst>
                                          <p:attrName>fill.type</p:attrName>
                                        </p:attrNameLst>
                                      </p:cBhvr>
                                      <p:to>
                                        <p:strVal val="solid"/>
                                      </p:to>
                                    </p:set>
                                    <p:set>
                                      <p:cBhvr>
                                        <p:cTn id="75" dur="500" fill="hold"/>
                                        <p:tgtEl>
                                          <p:spTgt spid="115"/>
                                        </p:tgtEl>
                                        <p:attrNameLst>
                                          <p:attrName>fill.on</p:attrName>
                                        </p:attrNameLst>
                                      </p:cBhvr>
                                      <p:to>
                                        <p:strVal val="tru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147"/>
                                        </p:tgtEl>
                                        <p:attrNameLst>
                                          <p:attrName>style.visibility</p:attrName>
                                        </p:attrNameLst>
                                      </p:cBhvr>
                                      <p:to>
                                        <p:strVal val="visible"/>
                                      </p:to>
                                    </p:set>
                                    <p:animEffect transition="in" filter="wipe(down)">
                                      <p:cBhvr>
                                        <p:cTn id="80" dur="500"/>
                                        <p:tgtEl>
                                          <p:spTgt spid="147"/>
                                        </p:tgtEl>
                                      </p:cBhvr>
                                    </p:animEffect>
                                  </p:childTnLst>
                                </p:cTn>
                              </p:par>
                              <p:par>
                                <p:cTn id="81" presetID="19" presetClass="emph" presetSubtype="0" fill="hold" grpId="0" nodeType="withEffect">
                                  <p:stCondLst>
                                    <p:cond delay="0"/>
                                  </p:stCondLst>
                                  <p:childTnLst>
                                    <p:animClr clrSpc="rgb" dir="cw">
                                      <p:cBhvr override="childStyle">
                                        <p:cTn id="82" dur="500" fill="hold"/>
                                        <p:tgtEl>
                                          <p:spTgt spid="109"/>
                                        </p:tgtEl>
                                        <p:attrNameLst>
                                          <p:attrName>style.color</p:attrName>
                                        </p:attrNameLst>
                                      </p:cBhvr>
                                      <p:to>
                                        <a:srgbClr val="FFFF00"/>
                                      </p:to>
                                    </p:animClr>
                                    <p:animClr clrSpc="rgb" dir="cw">
                                      <p:cBhvr>
                                        <p:cTn id="83" dur="500" fill="hold"/>
                                        <p:tgtEl>
                                          <p:spTgt spid="109"/>
                                        </p:tgtEl>
                                        <p:attrNameLst>
                                          <p:attrName>fillcolor</p:attrName>
                                        </p:attrNameLst>
                                      </p:cBhvr>
                                      <p:to>
                                        <a:srgbClr val="FFFF00"/>
                                      </p:to>
                                    </p:animClr>
                                    <p:set>
                                      <p:cBhvr>
                                        <p:cTn id="84" dur="500" fill="hold"/>
                                        <p:tgtEl>
                                          <p:spTgt spid="109"/>
                                        </p:tgtEl>
                                        <p:attrNameLst>
                                          <p:attrName>fill.type</p:attrName>
                                        </p:attrNameLst>
                                      </p:cBhvr>
                                      <p:to>
                                        <p:strVal val="solid"/>
                                      </p:to>
                                    </p:set>
                                    <p:set>
                                      <p:cBhvr>
                                        <p:cTn id="85" dur="500" fill="hold"/>
                                        <p:tgtEl>
                                          <p:spTgt spid="109"/>
                                        </p:tgtEl>
                                        <p:attrNameLst>
                                          <p:attrName>fill.on</p:attrName>
                                        </p:attrNameLst>
                                      </p:cBhvr>
                                      <p:to>
                                        <p:strVal val="true"/>
                                      </p:to>
                                    </p:set>
                                  </p:childTnLst>
                                </p:cTn>
                              </p:par>
                              <p:par>
                                <p:cTn id="86" presetID="19" presetClass="emph" presetSubtype="0" fill="hold" grpId="0" nodeType="withEffect">
                                  <p:stCondLst>
                                    <p:cond delay="0"/>
                                  </p:stCondLst>
                                  <p:childTnLst>
                                    <p:animClr clrSpc="rgb" dir="cw">
                                      <p:cBhvr override="childStyle">
                                        <p:cTn id="87" dur="500" fill="hold"/>
                                        <p:tgtEl>
                                          <p:spTgt spid="107"/>
                                        </p:tgtEl>
                                        <p:attrNameLst>
                                          <p:attrName>style.color</p:attrName>
                                        </p:attrNameLst>
                                      </p:cBhvr>
                                      <p:to>
                                        <a:srgbClr val="00BBD3"/>
                                      </p:to>
                                    </p:animClr>
                                    <p:animClr clrSpc="rgb" dir="cw">
                                      <p:cBhvr>
                                        <p:cTn id="88" dur="500" fill="hold"/>
                                        <p:tgtEl>
                                          <p:spTgt spid="107"/>
                                        </p:tgtEl>
                                        <p:attrNameLst>
                                          <p:attrName>fillcolor</p:attrName>
                                        </p:attrNameLst>
                                      </p:cBhvr>
                                      <p:to>
                                        <a:srgbClr val="00BBD3"/>
                                      </p:to>
                                    </p:animClr>
                                    <p:set>
                                      <p:cBhvr>
                                        <p:cTn id="89" dur="500" fill="hold"/>
                                        <p:tgtEl>
                                          <p:spTgt spid="107"/>
                                        </p:tgtEl>
                                        <p:attrNameLst>
                                          <p:attrName>fill.type</p:attrName>
                                        </p:attrNameLst>
                                      </p:cBhvr>
                                      <p:to>
                                        <p:strVal val="solid"/>
                                      </p:to>
                                    </p:set>
                                    <p:set>
                                      <p:cBhvr>
                                        <p:cTn id="90" dur="500" fill="hold"/>
                                        <p:tgtEl>
                                          <p:spTgt spid="10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44" grpId="0" animBg="1"/>
      <p:bldP spid="145" grpId="0" animBg="1"/>
      <p:bldP spid="146" grpId="0" animBg="1"/>
      <p:bldP spid="147" grpId="0" animBg="1"/>
      <p:bldP spid="4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Method-1</a:t>
            </a:r>
          </a:p>
        </p:txBody>
      </p:sp>
    </p:spTree>
    <p:extLst>
      <p:ext uri="{BB962C8B-B14F-4D97-AF65-F5344CB8AC3E}">
        <p14:creationId xmlns:p14="http://schemas.microsoft.com/office/powerpoint/2010/main" val="3743723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1</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989523142"/>
              </p:ext>
            </p:extLst>
          </p:nvPr>
        </p:nvGraphicFramePr>
        <p:xfrm>
          <a:off x="6600934" y="2494387"/>
          <a:ext cx="5071302" cy="3454230"/>
        </p:xfrm>
        <a:graphic>
          <a:graphicData uri="http://schemas.openxmlformats.org/drawingml/2006/table">
            <a:tbl>
              <a:tblPr firstRow="1" bandRow="1">
                <a:tableStyleId>{5940675A-B579-460E-94D1-54222C63F5DA}</a:tableStyleId>
              </a:tblPr>
              <a:tblGrid>
                <a:gridCol w="845217">
                  <a:extLst>
                    <a:ext uri="{9D8B030D-6E8A-4147-A177-3AD203B41FA5}">
                      <a16:colId xmlns:a16="http://schemas.microsoft.com/office/drawing/2014/main" val="20000"/>
                    </a:ext>
                  </a:extLst>
                </a:gridCol>
                <a:gridCol w="845217">
                  <a:extLst>
                    <a:ext uri="{9D8B030D-6E8A-4147-A177-3AD203B41FA5}">
                      <a16:colId xmlns:a16="http://schemas.microsoft.com/office/drawing/2014/main" val="20001"/>
                    </a:ext>
                  </a:extLst>
                </a:gridCol>
                <a:gridCol w="845217">
                  <a:extLst>
                    <a:ext uri="{9D8B030D-6E8A-4147-A177-3AD203B41FA5}">
                      <a16:colId xmlns:a16="http://schemas.microsoft.com/office/drawing/2014/main" val="20002"/>
                    </a:ext>
                  </a:extLst>
                </a:gridCol>
                <a:gridCol w="845217">
                  <a:extLst>
                    <a:ext uri="{9D8B030D-6E8A-4147-A177-3AD203B41FA5}">
                      <a16:colId xmlns:a16="http://schemas.microsoft.com/office/drawing/2014/main" val="20003"/>
                    </a:ext>
                  </a:extLst>
                </a:gridCol>
                <a:gridCol w="845217">
                  <a:extLst>
                    <a:ext uri="{9D8B030D-6E8A-4147-A177-3AD203B41FA5}">
                      <a16:colId xmlns:a16="http://schemas.microsoft.com/office/drawing/2014/main" val="20004"/>
                    </a:ext>
                  </a:extLst>
                </a:gridCol>
                <a:gridCol w="845217">
                  <a:extLst>
                    <a:ext uri="{9D8B030D-6E8A-4147-A177-3AD203B41FA5}">
                      <a16:colId xmlns:a16="http://schemas.microsoft.com/office/drawing/2014/main" val="20005"/>
                    </a:ext>
                  </a:extLst>
                </a:gridCol>
              </a:tblGrid>
              <a:tr h="575705">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extLst>
                  <a:ext uri="{0D108BD9-81ED-4DB2-BD59-A6C34878D82A}">
                    <a16:rowId xmlns:a16="http://schemas.microsoft.com/office/drawing/2014/main" val="10000"/>
                  </a:ext>
                </a:extLst>
              </a:tr>
              <a:tr h="575705">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a:p>
                  </a:txBody>
                  <a:tcPr/>
                </a:tc>
                <a:extLst>
                  <a:ext uri="{0D108BD9-81ED-4DB2-BD59-A6C34878D82A}">
                    <a16:rowId xmlns:a16="http://schemas.microsoft.com/office/drawing/2014/main" val="10001"/>
                  </a:ext>
                </a:extLst>
              </a:tr>
              <a:tr h="575705">
                <a:tc>
                  <a:txBody>
                    <a:bodyPr/>
                    <a:lstStyle/>
                    <a:p>
                      <a:endParaRPr lang="en-US"/>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a:p>
                  </a:txBody>
                  <a:tcPr/>
                </a:tc>
                <a:tc>
                  <a:txBody>
                    <a:bodyPr/>
                    <a:lstStyle/>
                    <a:p>
                      <a:endParaRPr lang="en-US" dirty="0"/>
                    </a:p>
                  </a:txBody>
                  <a:tcPr>
                    <a:solidFill>
                      <a:schemeClr val="bg1">
                        <a:lumMod val="65000"/>
                      </a:schemeClr>
                    </a:solidFill>
                  </a:tcPr>
                </a:tc>
                <a:extLst>
                  <a:ext uri="{0D108BD9-81ED-4DB2-BD59-A6C34878D82A}">
                    <a16:rowId xmlns:a16="http://schemas.microsoft.com/office/drawing/2014/main" val="10002"/>
                  </a:ext>
                </a:extLst>
              </a:tr>
              <a:tr h="575705">
                <a:tc>
                  <a:txBody>
                    <a:bodyPr/>
                    <a:lstStyle/>
                    <a:p>
                      <a:endParaRPr lang="en-US" dirty="0"/>
                    </a:p>
                  </a:txBody>
                  <a:tcPr>
                    <a:solidFill>
                      <a:schemeClr val="bg1">
                        <a:lumMod val="65000"/>
                      </a:schemeClr>
                    </a:solidFill>
                  </a:tcPr>
                </a:tc>
                <a:tc>
                  <a:txBody>
                    <a:bodyPr/>
                    <a:lstStyle/>
                    <a:p>
                      <a:endParaRPr lang="en-US"/>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a:p>
                  </a:txBody>
                  <a:tcPr/>
                </a:tc>
                <a:extLst>
                  <a:ext uri="{0D108BD9-81ED-4DB2-BD59-A6C34878D82A}">
                    <a16:rowId xmlns:a16="http://schemas.microsoft.com/office/drawing/2014/main" val="10003"/>
                  </a:ext>
                </a:extLst>
              </a:tr>
              <a:tr h="575705">
                <a:tc>
                  <a:txBody>
                    <a:bodyPr/>
                    <a:lstStyle/>
                    <a:p>
                      <a:endParaRPr lang="en-US"/>
                    </a:p>
                  </a:txBody>
                  <a:tcPr/>
                </a:tc>
                <a:tc>
                  <a:txBody>
                    <a:bodyPr/>
                    <a:lstStyle/>
                    <a:p>
                      <a:endParaRPr lang="en-US" dirty="0"/>
                    </a:p>
                  </a:txBody>
                  <a:tcPr>
                    <a:solidFill>
                      <a:schemeClr val="bg1">
                        <a:lumMod val="65000"/>
                      </a:schemeClr>
                    </a:solidFill>
                  </a:tcPr>
                </a:tc>
                <a:tc>
                  <a:txBody>
                    <a:bodyPr/>
                    <a:lstStyle/>
                    <a:p>
                      <a:endParaRPr lang="en-US"/>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extLst>
                  <a:ext uri="{0D108BD9-81ED-4DB2-BD59-A6C34878D82A}">
                    <a16:rowId xmlns:a16="http://schemas.microsoft.com/office/drawing/2014/main" val="10004"/>
                  </a:ext>
                </a:extLst>
              </a:tr>
              <a:tr h="575705">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a:p>
                  </a:txBody>
                  <a:tcPr/>
                </a:tc>
                <a:tc>
                  <a:txBody>
                    <a:bodyPr/>
                    <a:lstStyle/>
                    <a:p>
                      <a:endParaRPr lang="en-US" dirty="0"/>
                    </a:p>
                  </a:txBody>
                  <a:tcPr>
                    <a:solidFill>
                      <a:schemeClr val="bg1">
                        <a:lumMod val="65000"/>
                      </a:schemeClr>
                    </a:solidFill>
                  </a:tcPr>
                </a:tc>
                <a:tc>
                  <a:txBody>
                    <a:bodyPr/>
                    <a:lstStyle/>
                    <a:p>
                      <a:endParaRPr lang="en-US" dirty="0"/>
                    </a:p>
                  </a:txBody>
                  <a:tcPr/>
                </a:tc>
                <a:extLst>
                  <a:ext uri="{0D108BD9-81ED-4DB2-BD59-A6C34878D82A}">
                    <a16:rowId xmlns:a16="http://schemas.microsoft.com/office/drawing/2014/main" val="10005"/>
                  </a:ext>
                </a:extLst>
              </a:tr>
            </a:tbl>
          </a:graphicData>
        </a:graphic>
      </p:graphicFrame>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8414272" y="3671206"/>
            <a:ext cx="543034" cy="514072"/>
          </a:xfrm>
          <a:prstGeom prst="rect">
            <a:avLst/>
          </a:prstGeom>
        </p:spPr>
      </p:pic>
      <p:sp>
        <p:nvSpPr>
          <p:cNvPr id="6" name="Oval 5"/>
          <p:cNvSpPr/>
          <p:nvPr/>
        </p:nvSpPr>
        <p:spPr>
          <a:xfrm>
            <a:off x="9423922" y="3207378"/>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0249422" y="2601662"/>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7709422" y="4353553"/>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820422" y="4949744"/>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8558789" y="5016419"/>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8558789" y="4369428"/>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558789" y="5536410"/>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8558789" y="2671867"/>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8558789" y="3191858"/>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9423922" y="4369428"/>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11124189" y="5536410"/>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10297156" y="4993485"/>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9432023" y="3813448"/>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10297156" y="3813448"/>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11124189" y="3813448"/>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6963188" y="3797573"/>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7812555" y="3813448"/>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6836188" y="2567801"/>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7709422" y="3191858"/>
            <a:ext cx="254000" cy="25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2"/>
          <p:cNvSpPr txBox="1">
            <a:spLocks/>
          </p:cNvSpPr>
          <p:nvPr/>
        </p:nvSpPr>
        <p:spPr>
          <a:xfrm>
            <a:off x="131176" y="867840"/>
            <a:ext cx="12024000"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Can a 6×6 chessboard be dominated using 3 queens?</a:t>
            </a:r>
          </a:p>
          <a:p>
            <a:endParaRPr lang="en-US" sz="2800" dirty="0">
              <a:solidFill>
                <a:schemeClr val="bg1"/>
              </a:solidFill>
            </a:endParaRPr>
          </a:p>
        </p:txBody>
      </p:sp>
      <p:sp>
        <p:nvSpPr>
          <p:cNvPr id="3" name="Content Placeholder 2"/>
          <p:cNvSpPr>
            <a:spLocks noGrp="1"/>
          </p:cNvSpPr>
          <p:nvPr>
            <p:ph idx="1"/>
          </p:nvPr>
        </p:nvSpPr>
        <p:spPr>
          <a:xfrm>
            <a:off x="131181" y="2240280"/>
            <a:ext cx="6131974" cy="4213729"/>
          </a:xfrm>
        </p:spPr>
        <p:txBody>
          <a:bodyPr/>
          <a:lstStyle/>
          <a:p>
            <a:r>
              <a:rPr lang="en-US" dirty="0"/>
              <a:t>Idea:</a:t>
            </a:r>
          </a:p>
          <a:p>
            <a:pPr lvl="1"/>
            <a:r>
              <a:rPr lang="en-US" dirty="0"/>
              <a:t>Each queen attacks: its row, its column, diagonals. </a:t>
            </a:r>
          </a:p>
          <a:p>
            <a:r>
              <a:rPr lang="en-US" dirty="0"/>
              <a:t>A square is considered dominated if: </a:t>
            </a:r>
          </a:p>
          <a:p>
            <a:pPr lvl="1"/>
            <a:r>
              <a:rPr lang="en-US" dirty="0"/>
              <a:t>it contains a queen or is attacked by a queen.</a:t>
            </a:r>
          </a:p>
          <a:p>
            <a:endParaRPr lang="en-US" dirty="0"/>
          </a:p>
        </p:txBody>
      </p:sp>
    </p:spTree>
    <p:extLst>
      <p:ext uri="{BB962C8B-B14F-4D97-AF65-F5344CB8AC3E}">
        <p14:creationId xmlns:p14="http://schemas.microsoft.com/office/powerpoint/2010/main" val="2283902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00"/>
                                        <p:tgtEl>
                                          <p:spTgt spid="6"/>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500"/>
                                        <p:tgtEl>
                                          <p:spTgt spid="11"/>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down)">
                                      <p:cBhvr>
                                        <p:cTn id="29" dur="500"/>
                                        <p:tgtEl>
                                          <p:spTgt spid="12"/>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500"/>
                                        <p:tgtEl>
                                          <p:spTgt spid="13"/>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down)">
                                      <p:cBhvr>
                                        <p:cTn id="35" dur="500"/>
                                        <p:tgtEl>
                                          <p:spTgt spid="29"/>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ipe(down)">
                                      <p:cBhvr>
                                        <p:cTn id="38" dur="500"/>
                                        <p:tgtEl>
                                          <p:spTgt spid="28"/>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down)">
                                      <p:cBhvr>
                                        <p:cTn id="41" dur="500"/>
                                        <p:tgtEl>
                                          <p:spTgt spid="20"/>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down)">
                                      <p:cBhvr>
                                        <p:cTn id="44" dur="500"/>
                                        <p:tgtEl>
                                          <p:spTgt spid="22"/>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down)">
                                      <p:cBhvr>
                                        <p:cTn id="47" dur="500"/>
                                        <p:tgtEl>
                                          <p:spTgt spid="2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wipe(down)">
                                      <p:cBhvr>
                                        <p:cTn id="50" dur="500"/>
                                        <p:tgtEl>
                                          <p:spTgt spid="26"/>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down)">
                                      <p:cBhvr>
                                        <p:cTn id="53" dur="500"/>
                                        <p:tgtEl>
                                          <p:spTgt spid="27"/>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down)">
                                      <p:cBhvr>
                                        <p:cTn id="56" dur="500"/>
                                        <p:tgtEl>
                                          <p:spTgt spid="23"/>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down)">
                                      <p:cBhvr>
                                        <p:cTn id="59" dur="500"/>
                                        <p:tgtEl>
                                          <p:spTgt spid="24"/>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down)">
                                      <p:cBhvr>
                                        <p:cTn id="62" dur="500"/>
                                        <p:tgtEl>
                                          <p:spTgt spid="25"/>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down)">
                                      <p:cBhvr>
                                        <p:cTn id="65" dur="500"/>
                                        <p:tgtEl>
                                          <p:spTgt spid="18"/>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wipe(down)">
                                      <p:cBhvr>
                                        <p:cTn id="68" dur="500"/>
                                        <p:tgtEl>
                                          <p:spTgt spid="17"/>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wipe(down)">
                                      <p:cBhvr>
                                        <p:cTn id="71" dur="500"/>
                                        <p:tgtEl>
                                          <p:spTgt spid="15"/>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wipe(down)">
                                      <p:cBhvr>
                                        <p:cTn id="74" dur="500"/>
                                        <p:tgtEl>
                                          <p:spTgt spid="14"/>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wipe(down)">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3">
                                            <p:txEl>
                                              <p:pRg st="2" end="2"/>
                                            </p:txEl>
                                          </p:spTgt>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1</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919026"/>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47" name="Rectangle 46"/>
          <p:cNvSpPr/>
          <p:nvPr/>
        </p:nvSpPr>
        <p:spPr>
          <a:xfrm>
            <a:off x="16409" y="2363519"/>
            <a:ext cx="12175591" cy="666849"/>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endParaRPr lang="en-US" sz="2800" dirty="0">
              <a:solidFill>
                <a:srgbClr val="002060"/>
              </a:solidFill>
            </a:endParaRPr>
          </a:p>
        </p:txBody>
      </p:sp>
      <p:sp>
        <p:nvSpPr>
          <p:cNvPr id="82" name="Rectangle 81"/>
          <p:cNvSpPr/>
          <p:nvPr/>
        </p:nvSpPr>
        <p:spPr>
          <a:xfrm>
            <a:off x="131176" y="1650072"/>
            <a:ext cx="5605868" cy="954107"/>
          </a:xfrm>
          <a:prstGeom prst="rect">
            <a:avLst/>
          </a:prstGeom>
        </p:spPr>
        <p:txBody>
          <a:bodyPr wrap="square">
            <a:spAutoFit/>
          </a:bodyPr>
          <a:lstStyle/>
          <a:p>
            <a:r>
              <a:rPr lang="en-US" sz="2800" dirty="0">
                <a:solidFill>
                  <a:srgbClr val="002060"/>
                </a:solidFill>
              </a:rPr>
              <a:t>Yes, the following placement of three queens dominates the entire board.</a:t>
            </a:r>
          </a:p>
        </p:txBody>
      </p:sp>
      <p:graphicFrame>
        <p:nvGraphicFramePr>
          <p:cNvPr id="157" name="Table 156"/>
          <p:cNvGraphicFramePr>
            <a:graphicFrameLocks noGrp="1"/>
          </p:cNvGraphicFramePr>
          <p:nvPr>
            <p:extLst>
              <p:ext uri="{D42A27DB-BD31-4B8C-83A1-F6EECF244321}">
                <p14:modId xmlns:p14="http://schemas.microsoft.com/office/powerpoint/2010/main" val="4048710463"/>
              </p:ext>
            </p:extLst>
          </p:nvPr>
        </p:nvGraphicFramePr>
        <p:xfrm>
          <a:off x="6096001" y="1269000"/>
          <a:ext cx="4319999" cy="4365000"/>
        </p:xfrm>
        <a:graphic>
          <a:graphicData uri="http://schemas.openxmlformats.org/drawingml/2006/table">
            <a:tbl>
              <a:tblPr firstRow="1" bandRow="1">
                <a:tableStyleId>{5940675A-B579-460E-94D1-54222C63F5DA}</a:tableStyleId>
              </a:tblPr>
              <a:tblGrid>
                <a:gridCol w="719999">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17436">
                  <a:extLst>
                    <a:ext uri="{9D8B030D-6E8A-4147-A177-3AD203B41FA5}">
                      <a16:colId xmlns:a16="http://schemas.microsoft.com/office/drawing/2014/main" val="20003"/>
                    </a:ext>
                  </a:extLst>
                </a:gridCol>
                <a:gridCol w="722564">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tblGrid>
              <a:tr h="720000">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extLst>
                  <a:ext uri="{0D108BD9-81ED-4DB2-BD59-A6C34878D82A}">
                    <a16:rowId xmlns:a16="http://schemas.microsoft.com/office/drawing/2014/main" val="10000"/>
                  </a:ext>
                </a:extLst>
              </a:tr>
              <a:tr h="720000">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a:p>
                  </a:txBody>
                  <a:tcPr/>
                </a:tc>
                <a:extLst>
                  <a:ext uri="{0D108BD9-81ED-4DB2-BD59-A6C34878D82A}">
                    <a16:rowId xmlns:a16="http://schemas.microsoft.com/office/drawing/2014/main" val="10001"/>
                  </a:ext>
                </a:extLst>
              </a:tr>
              <a:tr h="720000">
                <a:tc>
                  <a:txBody>
                    <a:bodyPr/>
                    <a:lstStyle/>
                    <a:p>
                      <a:endParaRPr lang="en-US"/>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a:p>
                  </a:txBody>
                  <a:tcPr/>
                </a:tc>
                <a:tc>
                  <a:txBody>
                    <a:bodyPr/>
                    <a:lstStyle/>
                    <a:p>
                      <a:endParaRPr lang="en-US" dirty="0"/>
                    </a:p>
                  </a:txBody>
                  <a:tcPr>
                    <a:solidFill>
                      <a:schemeClr val="bg1">
                        <a:lumMod val="65000"/>
                      </a:schemeClr>
                    </a:solidFill>
                  </a:tcPr>
                </a:tc>
                <a:extLst>
                  <a:ext uri="{0D108BD9-81ED-4DB2-BD59-A6C34878D82A}">
                    <a16:rowId xmlns:a16="http://schemas.microsoft.com/office/drawing/2014/main" val="10002"/>
                  </a:ext>
                </a:extLst>
              </a:tr>
              <a:tr h="720000">
                <a:tc>
                  <a:txBody>
                    <a:bodyPr/>
                    <a:lstStyle/>
                    <a:p>
                      <a:endParaRPr lang="en-US" dirty="0"/>
                    </a:p>
                  </a:txBody>
                  <a:tcPr>
                    <a:solidFill>
                      <a:schemeClr val="bg1">
                        <a:lumMod val="65000"/>
                      </a:schemeClr>
                    </a:solidFill>
                  </a:tcPr>
                </a:tc>
                <a:tc>
                  <a:txBody>
                    <a:bodyPr/>
                    <a:lstStyle/>
                    <a:p>
                      <a:endParaRPr lang="en-US"/>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a:p>
                  </a:txBody>
                  <a:tcPr/>
                </a:tc>
                <a:extLst>
                  <a:ext uri="{0D108BD9-81ED-4DB2-BD59-A6C34878D82A}">
                    <a16:rowId xmlns:a16="http://schemas.microsoft.com/office/drawing/2014/main" val="10003"/>
                  </a:ext>
                </a:extLst>
              </a:tr>
              <a:tr h="720000">
                <a:tc>
                  <a:txBody>
                    <a:bodyPr/>
                    <a:lstStyle/>
                    <a:p>
                      <a:endParaRPr lang="en-US"/>
                    </a:p>
                  </a:txBody>
                  <a:tcPr/>
                </a:tc>
                <a:tc>
                  <a:txBody>
                    <a:bodyPr/>
                    <a:lstStyle/>
                    <a:p>
                      <a:endParaRPr lang="en-US" dirty="0"/>
                    </a:p>
                  </a:txBody>
                  <a:tcPr>
                    <a:solidFill>
                      <a:schemeClr val="bg1">
                        <a:lumMod val="65000"/>
                      </a:schemeClr>
                    </a:solidFill>
                  </a:tcPr>
                </a:tc>
                <a:tc>
                  <a:txBody>
                    <a:bodyPr/>
                    <a:lstStyle/>
                    <a:p>
                      <a:endParaRPr lang="en-US"/>
                    </a:p>
                  </a:txBody>
                  <a:tcPr/>
                </a:tc>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extLst>
                  <a:ext uri="{0D108BD9-81ED-4DB2-BD59-A6C34878D82A}">
                    <a16:rowId xmlns:a16="http://schemas.microsoft.com/office/drawing/2014/main" val="10004"/>
                  </a:ext>
                </a:extLst>
              </a:tr>
              <a:tr h="765000">
                <a:tc>
                  <a:txBody>
                    <a:bodyPr/>
                    <a:lstStyle/>
                    <a:p>
                      <a:endParaRPr lang="en-US" dirty="0"/>
                    </a:p>
                  </a:txBody>
                  <a:tcPr>
                    <a:solidFill>
                      <a:schemeClr val="bg1">
                        <a:lumMod val="65000"/>
                      </a:schemeClr>
                    </a:solidFill>
                  </a:tcPr>
                </a:tc>
                <a:tc>
                  <a:txBody>
                    <a:bodyPr/>
                    <a:lstStyle/>
                    <a:p>
                      <a:endParaRPr lang="en-US" dirty="0"/>
                    </a:p>
                  </a:txBody>
                  <a:tcPr/>
                </a:tc>
                <a:tc>
                  <a:txBody>
                    <a:bodyPr/>
                    <a:lstStyle/>
                    <a:p>
                      <a:endParaRPr lang="en-US" dirty="0"/>
                    </a:p>
                  </a:txBody>
                  <a:tcPr>
                    <a:solidFill>
                      <a:schemeClr val="bg1">
                        <a:lumMod val="65000"/>
                      </a:schemeClr>
                    </a:solidFill>
                  </a:tcPr>
                </a:tc>
                <a:tc>
                  <a:txBody>
                    <a:bodyPr/>
                    <a:lstStyle/>
                    <a:p>
                      <a:endParaRPr lang="en-US"/>
                    </a:p>
                  </a:txBody>
                  <a:tcPr/>
                </a:tc>
                <a:tc>
                  <a:txBody>
                    <a:bodyPr/>
                    <a:lstStyle/>
                    <a:p>
                      <a:endParaRPr lang="en-US" dirty="0"/>
                    </a:p>
                  </a:txBody>
                  <a:tcPr>
                    <a:solidFill>
                      <a:schemeClr val="bg1">
                        <a:lumMod val="65000"/>
                      </a:schemeClr>
                    </a:solidFill>
                  </a:tcPr>
                </a:tc>
                <a:tc>
                  <a:txBody>
                    <a:bodyPr/>
                    <a:lstStyle/>
                    <a:p>
                      <a:endParaRPr lang="en-US" dirty="0"/>
                    </a:p>
                  </a:txBody>
                  <a:tcPr/>
                </a:tc>
                <a:extLst>
                  <a:ext uri="{0D108BD9-81ED-4DB2-BD59-A6C34878D82A}">
                    <a16:rowId xmlns:a16="http://schemas.microsoft.com/office/drawing/2014/main" val="10005"/>
                  </a:ext>
                </a:extLst>
              </a:tr>
            </a:tbl>
          </a:graphicData>
        </a:graphic>
      </p:graphicFrame>
      <p:pic>
        <p:nvPicPr>
          <p:cNvPr id="158" name="Picture 157"/>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6186000" y="1462579"/>
            <a:ext cx="477257" cy="451803"/>
          </a:xfrm>
          <a:prstGeom prst="rect">
            <a:avLst/>
          </a:prstGeom>
        </p:spPr>
      </p:pic>
      <p:sp>
        <p:nvSpPr>
          <p:cNvPr id="159" name="Multiply 158"/>
          <p:cNvSpPr>
            <a:spLocks noChangeAspect="1"/>
          </p:cNvSpPr>
          <p:nvPr/>
        </p:nvSpPr>
        <p:spPr>
          <a:xfrm>
            <a:off x="6972360" y="2188265"/>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0" name="Multiply 159"/>
          <p:cNvSpPr>
            <a:spLocks noChangeAspect="1"/>
          </p:cNvSpPr>
          <p:nvPr/>
        </p:nvSpPr>
        <p:spPr>
          <a:xfrm>
            <a:off x="7716000" y="2857779"/>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1" name="Multiply 160"/>
          <p:cNvSpPr>
            <a:spLocks noChangeAspect="1"/>
          </p:cNvSpPr>
          <p:nvPr/>
        </p:nvSpPr>
        <p:spPr>
          <a:xfrm>
            <a:off x="8436000" y="3659119"/>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2" name="Multiply 161"/>
          <p:cNvSpPr>
            <a:spLocks noChangeAspect="1"/>
          </p:cNvSpPr>
          <p:nvPr/>
        </p:nvSpPr>
        <p:spPr>
          <a:xfrm>
            <a:off x="9111000" y="4337508"/>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3" name="Multiply 162"/>
          <p:cNvSpPr>
            <a:spLocks noChangeAspect="1"/>
          </p:cNvSpPr>
          <p:nvPr/>
        </p:nvSpPr>
        <p:spPr>
          <a:xfrm>
            <a:off x="9876000" y="5139000"/>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4" name="Multiply 163"/>
          <p:cNvSpPr>
            <a:spLocks noChangeAspect="1"/>
          </p:cNvSpPr>
          <p:nvPr/>
        </p:nvSpPr>
        <p:spPr>
          <a:xfrm>
            <a:off x="6996000" y="1462579"/>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5" name="Multiply 164"/>
          <p:cNvSpPr>
            <a:spLocks noChangeAspect="1"/>
          </p:cNvSpPr>
          <p:nvPr/>
        </p:nvSpPr>
        <p:spPr>
          <a:xfrm>
            <a:off x="7720903" y="1462579"/>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6" name="Multiply 165"/>
          <p:cNvSpPr>
            <a:spLocks noChangeAspect="1"/>
          </p:cNvSpPr>
          <p:nvPr/>
        </p:nvSpPr>
        <p:spPr>
          <a:xfrm>
            <a:off x="8430532" y="1459111"/>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7" name="Multiply 166"/>
          <p:cNvSpPr>
            <a:spLocks noChangeAspect="1"/>
          </p:cNvSpPr>
          <p:nvPr/>
        </p:nvSpPr>
        <p:spPr>
          <a:xfrm>
            <a:off x="9111969" y="1459110"/>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8" name="Multiply 167"/>
          <p:cNvSpPr>
            <a:spLocks noChangeAspect="1"/>
          </p:cNvSpPr>
          <p:nvPr/>
        </p:nvSpPr>
        <p:spPr>
          <a:xfrm>
            <a:off x="9877972" y="1467750"/>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9" name="Multiply 168"/>
          <p:cNvSpPr>
            <a:spLocks noChangeAspect="1"/>
          </p:cNvSpPr>
          <p:nvPr/>
        </p:nvSpPr>
        <p:spPr>
          <a:xfrm>
            <a:off x="6244628" y="2186380"/>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0" name="Multiply 169"/>
          <p:cNvSpPr>
            <a:spLocks noChangeAspect="1"/>
          </p:cNvSpPr>
          <p:nvPr/>
        </p:nvSpPr>
        <p:spPr>
          <a:xfrm>
            <a:off x="6244628" y="2851715"/>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1" name="Multiply 170"/>
          <p:cNvSpPr>
            <a:spLocks noChangeAspect="1"/>
          </p:cNvSpPr>
          <p:nvPr/>
        </p:nvSpPr>
        <p:spPr>
          <a:xfrm>
            <a:off x="6244628" y="3659119"/>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2" name="Multiply 171"/>
          <p:cNvSpPr>
            <a:spLocks noChangeAspect="1"/>
          </p:cNvSpPr>
          <p:nvPr/>
        </p:nvSpPr>
        <p:spPr>
          <a:xfrm>
            <a:off x="6244628" y="4337508"/>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3" name="Multiply 172"/>
          <p:cNvSpPr>
            <a:spLocks noChangeAspect="1"/>
          </p:cNvSpPr>
          <p:nvPr/>
        </p:nvSpPr>
        <p:spPr>
          <a:xfrm>
            <a:off x="6244628" y="5133317"/>
            <a:ext cx="360000" cy="345179"/>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4" name="Picture 173"/>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9052371" y="2798402"/>
            <a:ext cx="477257" cy="451803"/>
          </a:xfrm>
          <a:prstGeom prst="rect">
            <a:avLst/>
          </a:prstGeom>
        </p:spPr>
      </p:pic>
      <p:sp>
        <p:nvSpPr>
          <p:cNvPr id="175" name="Multiply 174"/>
          <p:cNvSpPr>
            <a:spLocks noChangeAspect="1"/>
          </p:cNvSpPr>
          <p:nvPr/>
        </p:nvSpPr>
        <p:spPr>
          <a:xfrm>
            <a:off x="9110999" y="2159374"/>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6" name="Multiply 175"/>
          <p:cNvSpPr>
            <a:spLocks noChangeAspect="1"/>
          </p:cNvSpPr>
          <p:nvPr/>
        </p:nvSpPr>
        <p:spPr>
          <a:xfrm>
            <a:off x="9110999" y="3659661"/>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7" name="Multiply 176"/>
          <p:cNvSpPr>
            <a:spLocks noChangeAspect="1"/>
          </p:cNvSpPr>
          <p:nvPr/>
        </p:nvSpPr>
        <p:spPr>
          <a:xfrm>
            <a:off x="9110999" y="5133316"/>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8" name="Multiply 177"/>
          <p:cNvSpPr>
            <a:spLocks noChangeAspect="1"/>
          </p:cNvSpPr>
          <p:nvPr/>
        </p:nvSpPr>
        <p:spPr>
          <a:xfrm>
            <a:off x="9876000" y="2850397"/>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9" name="Multiply 178"/>
          <p:cNvSpPr>
            <a:spLocks noChangeAspect="1"/>
          </p:cNvSpPr>
          <p:nvPr/>
        </p:nvSpPr>
        <p:spPr>
          <a:xfrm>
            <a:off x="9876000" y="2196993"/>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0" name="Multiply 179"/>
          <p:cNvSpPr>
            <a:spLocks noChangeAspect="1"/>
          </p:cNvSpPr>
          <p:nvPr/>
        </p:nvSpPr>
        <p:spPr>
          <a:xfrm>
            <a:off x="8430532" y="2849613"/>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1" name="Multiply 180"/>
          <p:cNvSpPr>
            <a:spLocks noChangeAspect="1"/>
          </p:cNvSpPr>
          <p:nvPr/>
        </p:nvSpPr>
        <p:spPr>
          <a:xfrm>
            <a:off x="6971580" y="2857779"/>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3" name="Multiply 182"/>
          <p:cNvSpPr>
            <a:spLocks noChangeAspect="1"/>
          </p:cNvSpPr>
          <p:nvPr/>
        </p:nvSpPr>
        <p:spPr>
          <a:xfrm>
            <a:off x="6994940" y="5133316"/>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4" name="Multiply 183"/>
          <p:cNvSpPr>
            <a:spLocks noChangeAspect="1"/>
          </p:cNvSpPr>
          <p:nvPr/>
        </p:nvSpPr>
        <p:spPr>
          <a:xfrm>
            <a:off x="7716000" y="4339893"/>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5" name="Multiply 184"/>
          <p:cNvSpPr>
            <a:spLocks noChangeAspect="1"/>
          </p:cNvSpPr>
          <p:nvPr/>
        </p:nvSpPr>
        <p:spPr>
          <a:xfrm>
            <a:off x="9876000" y="3659119"/>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6" name="Multiply 185"/>
          <p:cNvSpPr>
            <a:spLocks noChangeAspect="1"/>
          </p:cNvSpPr>
          <p:nvPr/>
        </p:nvSpPr>
        <p:spPr>
          <a:xfrm>
            <a:off x="8431132" y="2196992"/>
            <a:ext cx="360000" cy="345179"/>
          </a:xfrm>
          <a:prstGeom prst="mathMultiply">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87" name="Picture 186"/>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639628" y="4284195"/>
            <a:ext cx="477257" cy="451803"/>
          </a:xfrm>
          <a:prstGeom prst="rect">
            <a:avLst/>
          </a:prstGeom>
        </p:spPr>
      </p:pic>
      <p:sp>
        <p:nvSpPr>
          <p:cNvPr id="188" name="Multiply 187"/>
          <p:cNvSpPr>
            <a:spLocks noChangeAspect="1"/>
          </p:cNvSpPr>
          <p:nvPr/>
        </p:nvSpPr>
        <p:spPr>
          <a:xfrm>
            <a:off x="8430532" y="4337508"/>
            <a:ext cx="360000" cy="345179"/>
          </a:xfrm>
          <a:prstGeom prst="mathMultiply">
            <a:avLst/>
          </a:prstGeom>
          <a:solidFill>
            <a:schemeClr val="accent3"/>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9" name="Multiply 188"/>
          <p:cNvSpPr>
            <a:spLocks noChangeAspect="1"/>
          </p:cNvSpPr>
          <p:nvPr/>
        </p:nvSpPr>
        <p:spPr>
          <a:xfrm>
            <a:off x="8430532" y="5133316"/>
            <a:ext cx="360000" cy="345179"/>
          </a:xfrm>
          <a:prstGeom prst="mathMultiply">
            <a:avLst/>
          </a:prstGeom>
          <a:solidFill>
            <a:schemeClr val="accent3"/>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0" name="Multiply 189"/>
          <p:cNvSpPr>
            <a:spLocks noChangeAspect="1"/>
          </p:cNvSpPr>
          <p:nvPr/>
        </p:nvSpPr>
        <p:spPr>
          <a:xfrm>
            <a:off x="7688032" y="5133315"/>
            <a:ext cx="360000" cy="345179"/>
          </a:xfrm>
          <a:prstGeom prst="mathMultiply">
            <a:avLst/>
          </a:prstGeom>
          <a:solidFill>
            <a:schemeClr val="accent3"/>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1" name="Multiply 190"/>
          <p:cNvSpPr>
            <a:spLocks noChangeAspect="1"/>
          </p:cNvSpPr>
          <p:nvPr/>
        </p:nvSpPr>
        <p:spPr>
          <a:xfrm>
            <a:off x="6978420" y="4337506"/>
            <a:ext cx="360000" cy="345179"/>
          </a:xfrm>
          <a:prstGeom prst="mathMultiply">
            <a:avLst/>
          </a:prstGeom>
          <a:solidFill>
            <a:schemeClr val="accent3"/>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2" name="Multiply 191"/>
          <p:cNvSpPr>
            <a:spLocks noChangeAspect="1"/>
          </p:cNvSpPr>
          <p:nvPr/>
        </p:nvSpPr>
        <p:spPr>
          <a:xfrm>
            <a:off x="6994940" y="3653589"/>
            <a:ext cx="360000" cy="345179"/>
          </a:xfrm>
          <a:prstGeom prst="mathMultiply">
            <a:avLst/>
          </a:prstGeom>
          <a:solidFill>
            <a:schemeClr val="accent3"/>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3" name="Multiply 192"/>
          <p:cNvSpPr>
            <a:spLocks noChangeAspect="1"/>
          </p:cNvSpPr>
          <p:nvPr/>
        </p:nvSpPr>
        <p:spPr>
          <a:xfrm>
            <a:off x="7714940" y="3653589"/>
            <a:ext cx="360000" cy="345179"/>
          </a:xfrm>
          <a:prstGeom prst="mathMultiply">
            <a:avLst/>
          </a:prstGeom>
          <a:solidFill>
            <a:schemeClr val="accent3"/>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4" name="Multiply 193"/>
          <p:cNvSpPr>
            <a:spLocks noChangeAspect="1"/>
          </p:cNvSpPr>
          <p:nvPr/>
        </p:nvSpPr>
        <p:spPr>
          <a:xfrm>
            <a:off x="7693044" y="2200989"/>
            <a:ext cx="360000" cy="345179"/>
          </a:xfrm>
          <a:prstGeom prst="mathMultiply">
            <a:avLst/>
          </a:prstGeom>
          <a:solidFill>
            <a:schemeClr val="accent3"/>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5" name="Multiply 194"/>
          <p:cNvSpPr>
            <a:spLocks noChangeAspect="1"/>
          </p:cNvSpPr>
          <p:nvPr/>
        </p:nvSpPr>
        <p:spPr>
          <a:xfrm>
            <a:off x="9876000" y="4389365"/>
            <a:ext cx="360000" cy="345179"/>
          </a:xfrm>
          <a:prstGeom prst="mathMultiply">
            <a:avLst/>
          </a:prstGeom>
          <a:solidFill>
            <a:schemeClr val="accent3"/>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394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57"/>
                                        </p:tgtEl>
                                        <p:attrNameLst>
                                          <p:attrName>style.visibility</p:attrName>
                                        </p:attrNameLst>
                                      </p:cBhvr>
                                      <p:to>
                                        <p:strVal val="visible"/>
                                      </p:to>
                                    </p:set>
                                    <p:animEffect transition="in" filter="wipe(left)">
                                      <p:cBhvr>
                                        <p:cTn id="11" dur="500"/>
                                        <p:tgtEl>
                                          <p:spTgt spid="157"/>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158"/>
                                        </p:tgtEl>
                                        <p:attrNameLst>
                                          <p:attrName>style.visibility</p:attrName>
                                        </p:attrNameLst>
                                      </p:cBhvr>
                                      <p:to>
                                        <p:strVal val="visible"/>
                                      </p:to>
                                    </p:set>
                                    <p:animEffect transition="in" filter="barn(inVertical)">
                                      <p:cBhvr>
                                        <p:cTn id="16" dur="500"/>
                                        <p:tgtEl>
                                          <p:spTgt spid="15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nodeType="clickEffect">
                                  <p:stCondLst>
                                    <p:cond delay="0"/>
                                  </p:stCondLst>
                                  <p:childTnLst>
                                    <p:set>
                                      <p:cBhvr>
                                        <p:cTn id="52" dur="1" fill="hold">
                                          <p:stCondLst>
                                            <p:cond delay="0"/>
                                          </p:stCondLst>
                                        </p:cTn>
                                        <p:tgtEl>
                                          <p:spTgt spid="174"/>
                                        </p:tgtEl>
                                        <p:attrNameLst>
                                          <p:attrName>style.visibility</p:attrName>
                                        </p:attrNameLst>
                                      </p:cBhvr>
                                      <p:to>
                                        <p:strVal val="visible"/>
                                      </p:to>
                                    </p:set>
                                    <p:animEffect transition="in" filter="barn(inVertical)">
                                      <p:cBhvr>
                                        <p:cTn id="53" dur="500"/>
                                        <p:tgtEl>
                                          <p:spTgt spid="174"/>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75"/>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76"/>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77"/>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78"/>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79"/>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80"/>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8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8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84"/>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185"/>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86"/>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nodeType="clickEffect">
                                  <p:stCondLst>
                                    <p:cond delay="0"/>
                                  </p:stCondLst>
                                  <p:childTnLst>
                                    <p:set>
                                      <p:cBhvr>
                                        <p:cTn id="81" dur="1" fill="hold">
                                          <p:stCondLst>
                                            <p:cond delay="0"/>
                                          </p:stCondLst>
                                        </p:cTn>
                                        <p:tgtEl>
                                          <p:spTgt spid="187"/>
                                        </p:tgtEl>
                                        <p:attrNameLst>
                                          <p:attrName>style.visibility</p:attrName>
                                        </p:attrNameLst>
                                      </p:cBhvr>
                                      <p:to>
                                        <p:strVal val="visible"/>
                                      </p:to>
                                    </p:set>
                                    <p:animEffect transition="in" filter="barn(inVertical)">
                                      <p:cBhvr>
                                        <p:cTn id="82" dur="500"/>
                                        <p:tgtEl>
                                          <p:spTgt spid="187"/>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8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8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9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9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9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9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94"/>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5" grpId="0" animBg="1"/>
      <p:bldP spid="176" grpId="0" animBg="1"/>
      <p:bldP spid="177" grpId="0" animBg="1"/>
      <p:bldP spid="178" grpId="0" animBg="1"/>
      <p:bldP spid="179" grpId="0" animBg="1"/>
      <p:bldP spid="180" grpId="0" animBg="1"/>
      <p:bldP spid="181" grpId="0" animBg="1"/>
      <p:bldP spid="183" grpId="0" animBg="1"/>
      <p:bldP spid="184" grpId="0" animBg="1"/>
      <p:bldP spid="185" grpId="0" animBg="1"/>
      <p:bldP spid="186" grpId="0" animBg="1"/>
      <p:bldP spid="188" grpId="0" animBg="1"/>
      <p:bldP spid="189" grpId="0" animBg="1"/>
      <p:bldP spid="190" grpId="0" animBg="1"/>
      <p:bldP spid="191" grpId="0" animBg="1"/>
      <p:bldP spid="192" grpId="0" animBg="1"/>
      <p:bldP spid="193" grpId="0" animBg="1"/>
      <p:bldP spid="194" grpId="0" animBg="1"/>
      <p:bldP spid="19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1929645" cy="5359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What is dominating set of complete graph</a:t>
                </a:r>
                <a14:m>
                  <m:oMath xmlns:m="http://schemas.openxmlformats.org/officeDocument/2006/math">
                    <m:r>
                      <a:rPr lang="en-US" sz="2800" i="0" dirty="0" smtClean="0">
                        <a:solidFill>
                          <a:schemeClr val="bg1"/>
                        </a:solidFill>
                        <a:latin typeface="Cambria Math" panose="02040503050406030204" pitchFamily="18" charset="0"/>
                      </a:rPr>
                      <m:t> </m:t>
                    </m:r>
                    <m:sSub>
                      <m:sSubPr>
                        <m:ctrlPr>
                          <a:rPr lang="en-US" sz="2800" i="1" dirty="0" err="1">
                            <a:solidFill>
                              <a:schemeClr val="bg1"/>
                            </a:solidFill>
                            <a:latin typeface="Cambria Math" panose="02040503050406030204" pitchFamily="18" charset="0"/>
                          </a:rPr>
                        </m:ctrlPr>
                      </m:sSubPr>
                      <m:e>
                        <m:r>
                          <m:rPr>
                            <m:sty m:val="p"/>
                          </m:rPr>
                          <a:rPr lang="en-US" sz="2800" i="0" dirty="0" err="1">
                            <a:solidFill>
                              <a:schemeClr val="bg1"/>
                            </a:solidFill>
                            <a:latin typeface="Cambria Math" panose="02040503050406030204" pitchFamily="18" charset="0"/>
                          </a:rPr>
                          <m:t>K</m:t>
                        </m:r>
                      </m:e>
                      <m:sub>
                        <m:r>
                          <m:rPr>
                            <m:sty m:val="p"/>
                          </m:rPr>
                          <a:rPr lang="en-US" sz="2800" i="0" dirty="0" err="1">
                            <a:solidFill>
                              <a:schemeClr val="bg1"/>
                            </a:solidFill>
                            <a:latin typeface="Cambria Math" panose="02040503050406030204" pitchFamily="18" charset="0"/>
                          </a:rPr>
                          <m:t>n</m:t>
                        </m:r>
                      </m:sub>
                    </m:sSub>
                  </m:oMath>
                </a14:m>
                <a:r>
                  <a:rPr lang="en-US" sz="2800" dirty="0">
                    <a:solidFill>
                      <a:schemeClr val="bg1"/>
                    </a:solidFill>
                  </a:rPr>
                  <a:t>? justify</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1929645" cy="535957"/>
              </a:xfrm>
              <a:prstGeom prst="rect">
                <a:avLst/>
              </a:prstGeom>
              <a:blipFill rotWithShape="0">
                <a:blip r:embed="rId2"/>
                <a:stretch>
                  <a:fillRect l="-1074" t="-11364" b="-28409"/>
                </a:stretch>
              </a:blipFill>
              <a:ln>
                <a:noFill/>
              </a:ln>
            </p:spPr>
            <p:txBody>
              <a:bodyPr/>
              <a:lstStyle/>
              <a:p>
                <a:r>
                  <a:rPr lang="en-US">
                    <a:noFill/>
                  </a:rPr>
                  <a:t> </a:t>
                </a:r>
              </a:p>
            </p:txBody>
          </p:sp>
        </mc:Fallback>
      </mc:AlternateContent>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2</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295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2163651"/>
                <a:ext cx="11929641" cy="2327752"/>
              </a:xfrm>
            </p:spPr>
            <p:txBody>
              <a:bodyPr/>
              <a:lstStyle/>
              <a:p>
                <a:r>
                  <a:rPr lang="en-US" dirty="0"/>
                  <a:t>In a complete graph</a:t>
                </a:r>
                <a14:m>
                  <m:oMath xmlns:m="http://schemas.openxmlformats.org/officeDocument/2006/math">
                    <m:r>
                      <a:rPr lang="en-US" b="0" i="0"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b="0" i="0" dirty="0" smtClean="0">
                            <a:latin typeface="Cambria Math" panose="02040503050406030204" pitchFamily="18" charset="0"/>
                          </a:rPr>
                          <m:t>K</m:t>
                        </m:r>
                      </m:e>
                      <m:sub>
                        <m:r>
                          <m:rPr>
                            <m:sty m:val="p"/>
                          </m:rPr>
                          <a:rPr lang="en-US" b="0" i="0" dirty="0" smtClean="0">
                            <a:latin typeface="Cambria Math" panose="02040503050406030204" pitchFamily="18" charset="0"/>
                          </a:rPr>
                          <m:t>n</m:t>
                        </m:r>
                      </m:sub>
                    </m:sSub>
                  </m:oMath>
                </a14:m>
                <a:r>
                  <a:rPr lang="en-US" dirty="0"/>
                  <a:t>, </a:t>
                </a:r>
              </a:p>
              <a:p>
                <a:r>
                  <a:rPr lang="en-US" dirty="0"/>
                  <a:t>Every vertex is adjacent to all other</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i="0" dirty="0" smtClean="0">
                        <a:latin typeface="Cambria Math" panose="02040503050406030204" pitchFamily="18" charset="0"/>
                      </a:rPr>
                      <m:t>−1</m:t>
                    </m:r>
                  </m:oMath>
                </a14:m>
                <a:r>
                  <a:rPr lang="en-US" dirty="0"/>
                  <a:t> vertices.</a:t>
                </a:r>
              </a:p>
              <a:p>
                <a:r>
                  <a:rPr lang="en-US" dirty="0"/>
                  <a:t>So, any single vertex dominates all vertices of the graph.</a:t>
                </a:r>
              </a:p>
              <a:p>
                <a:r>
                  <a:rPr lang="en-US" dirty="0"/>
                  <a:t>Hence, any one vertex forms a dominating set.</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2163651"/>
                <a:ext cx="11929641" cy="2327752"/>
              </a:xfrm>
              <a:blipFill rotWithShape="0">
                <a:blip r:embed="rId3"/>
                <a:stretch>
                  <a:fillRect l="-971" t="-47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131176" y="4312630"/>
                <a:ext cx="9990000" cy="954107"/>
              </a:xfrm>
              <a:prstGeom prst="rect">
                <a:avLst/>
              </a:prstGeom>
            </p:spPr>
            <p:txBody>
              <a:bodyPr wrap="square">
                <a:spAutoFit/>
              </a:bodyPr>
              <a:lstStyle/>
              <a:p>
                <a:r>
                  <a:rPr lang="en-US" sz="2800" b="1" dirty="0">
                    <a:solidFill>
                      <a:srgbClr val="FF0000"/>
                    </a:solidFill>
                    <a:latin typeface="+mj-lt"/>
                  </a:rPr>
                  <a:t>Think About It:</a:t>
                </a:r>
              </a:p>
              <a:p>
                <a:r>
                  <a:rPr lang="en-US" sz="2800" dirty="0">
                    <a:solidFill>
                      <a:srgbClr val="FF0000"/>
                    </a:solidFill>
                    <a:latin typeface="+mj-lt"/>
                  </a:rPr>
                  <a:t>How many minimum dominating sets exist in</a:t>
                </a:r>
                <a14:m>
                  <m:oMath xmlns:m="http://schemas.openxmlformats.org/officeDocument/2006/math">
                    <m:r>
                      <a:rPr lang="en-US" sz="2800" i="0" dirty="0" smtClean="0">
                        <a:solidFill>
                          <a:srgbClr val="FF0000"/>
                        </a:solidFill>
                        <a:latin typeface="Cambria Math" panose="02040503050406030204" pitchFamily="18" charset="0"/>
                      </a:rPr>
                      <m:t> </m:t>
                    </m:r>
                    <m:sSub>
                      <m:sSubPr>
                        <m:ctrlPr>
                          <a:rPr lang="en-US" sz="2800" b="0" i="1" dirty="0" smtClean="0">
                            <a:solidFill>
                              <a:srgbClr val="FF0000"/>
                            </a:solidFill>
                            <a:latin typeface="Cambria Math" panose="02040503050406030204" pitchFamily="18" charset="0"/>
                          </a:rPr>
                        </m:ctrlPr>
                      </m:sSubPr>
                      <m:e>
                        <m:r>
                          <m:rPr>
                            <m:sty m:val="p"/>
                          </m:rPr>
                          <a:rPr lang="en-US" sz="2800" i="0" dirty="0" err="1" smtClean="0">
                            <a:solidFill>
                              <a:srgbClr val="FF0000"/>
                            </a:solidFill>
                            <a:latin typeface="Cambria Math" panose="02040503050406030204" pitchFamily="18" charset="0"/>
                          </a:rPr>
                          <m:t>K</m:t>
                        </m:r>
                      </m:e>
                      <m:sub>
                        <m:r>
                          <m:rPr>
                            <m:sty m:val="p"/>
                          </m:rPr>
                          <a:rPr lang="en-US" sz="2800" i="0" dirty="0" err="1" smtClean="0">
                            <a:solidFill>
                              <a:srgbClr val="FF0000"/>
                            </a:solidFill>
                            <a:latin typeface="Cambria Math" panose="02040503050406030204" pitchFamily="18" charset="0"/>
                          </a:rPr>
                          <m:t>n</m:t>
                        </m:r>
                      </m:sub>
                    </m:sSub>
                  </m:oMath>
                </a14:m>
                <a:r>
                  <a:rPr lang="en-US" sz="2800" dirty="0">
                    <a:solidFill>
                      <a:srgbClr val="FF0000"/>
                    </a:solidFill>
                    <a:latin typeface="+mj-lt"/>
                  </a:rPr>
                  <a:t>​?</a:t>
                </a:r>
              </a:p>
            </p:txBody>
          </p:sp>
        </mc:Choice>
        <mc:Fallback xmlns="">
          <p:sp>
            <p:nvSpPr>
              <p:cNvPr id="2" name="Rectangle 1"/>
              <p:cNvSpPr>
                <a:spLocks noRot="1" noChangeAspect="1" noMove="1" noResize="1" noEditPoints="1" noAdjustHandles="1" noChangeArrowheads="1" noChangeShapeType="1" noTextEdit="1"/>
              </p:cNvSpPr>
              <p:nvPr/>
            </p:nvSpPr>
            <p:spPr>
              <a:xfrm>
                <a:off x="131176" y="4312630"/>
                <a:ext cx="9990000" cy="954107"/>
              </a:xfrm>
              <a:prstGeom prst="rect">
                <a:avLst/>
              </a:prstGeom>
              <a:blipFill rotWithShape="0">
                <a:blip r:embed="rId4"/>
                <a:stretch>
                  <a:fillRect l="-1282" t="-6369" b="-16561"/>
                </a:stretch>
              </a:blipFill>
            </p:spPr>
            <p:txBody>
              <a:bodyPr/>
              <a:lstStyle/>
              <a:p>
                <a:r>
                  <a:rPr lang="en-US">
                    <a:noFill/>
                  </a:rPr>
                  <a:t> </a:t>
                </a:r>
              </a:p>
            </p:txBody>
          </p:sp>
        </mc:Fallback>
      </mc:AlternateContent>
    </p:spTree>
    <p:extLst>
      <p:ext uri="{BB962C8B-B14F-4D97-AF65-F5344CB8AC3E}">
        <p14:creationId xmlns:p14="http://schemas.microsoft.com/office/powerpoint/2010/main" val="2008956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5359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any dominating set for the following graphs.</a:t>
            </a: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3</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295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47" name="Rectangle 46"/>
          <p:cNvSpPr/>
          <p:nvPr/>
        </p:nvSpPr>
        <p:spPr>
          <a:xfrm>
            <a:off x="16409" y="2363519"/>
            <a:ext cx="12175591" cy="666849"/>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endParaRPr lang="en-US" sz="2800" dirty="0">
              <a:solidFill>
                <a:srgbClr val="002060"/>
              </a:solidFill>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02571" y="1560437"/>
            <a:ext cx="8767197" cy="4698695"/>
          </a:xfrm>
          <a:prstGeom prst="rect">
            <a:avLst/>
          </a:prstGeom>
          <a:noFill/>
        </p:spPr>
      </p:pic>
    </p:spTree>
    <p:extLst>
      <p:ext uri="{BB962C8B-B14F-4D97-AF65-F5344CB8AC3E}">
        <p14:creationId xmlns:p14="http://schemas.microsoft.com/office/powerpoint/2010/main" val="256713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5359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any dominating set for the following graphs.</a:t>
            </a: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3</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295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2680414" y="21939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1968041" y="291403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3400494" y="291403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 name="Straight Connector 10">
            <a:extLst>
              <a:ext uri="{FF2B5EF4-FFF2-40B4-BE49-F238E27FC236}">
                <a16:creationId xmlns:a16="http://schemas.microsoft.com/office/drawing/2014/main" id="{6205DD86-315C-53B6-CEEF-A9919650168E}"/>
              </a:ext>
            </a:extLst>
          </p:cNvPr>
          <p:cNvCxnSpPr>
            <a:cxnSpLocks/>
            <a:stCxn id="7" idx="5"/>
            <a:endCxn id="8" idx="1"/>
          </p:cNvCxnSpPr>
          <p:nvPr/>
        </p:nvCxnSpPr>
        <p:spPr>
          <a:xfrm flipH="1">
            <a:off x="2090953" y="2316864"/>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7" idx="7"/>
            <a:endCxn id="10" idx="3"/>
          </p:cNvCxnSpPr>
          <p:nvPr/>
        </p:nvCxnSpPr>
        <p:spPr>
          <a:xfrm>
            <a:off x="2803326" y="2316864"/>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205DD86-315C-53B6-CEEF-A9919650168E}"/>
              </a:ext>
            </a:extLst>
          </p:cNvPr>
          <p:cNvCxnSpPr>
            <a:cxnSpLocks/>
            <a:stCxn id="10" idx="4"/>
            <a:endCxn id="8" idx="0"/>
          </p:cNvCxnSpPr>
          <p:nvPr/>
        </p:nvCxnSpPr>
        <p:spPr>
          <a:xfrm flipH="1">
            <a:off x="2112041" y="2986032"/>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a:extLst>
              <a:ext uri="{FF2B5EF4-FFF2-40B4-BE49-F238E27FC236}">
                <a16:creationId xmlns:a16="http://schemas.microsoft.com/office/drawing/2014/main" id="{BDD11F87-DA81-9510-C1CB-0AF4093562CB}"/>
              </a:ext>
            </a:extLst>
          </p:cNvPr>
          <p:cNvSpPr/>
          <p:nvPr/>
        </p:nvSpPr>
        <p:spPr>
          <a:xfrm rot="5400000">
            <a:off x="1960334" y="435419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3400494" y="435419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 name="Straight Connector 15">
            <a:extLst>
              <a:ext uri="{FF2B5EF4-FFF2-40B4-BE49-F238E27FC236}">
                <a16:creationId xmlns:a16="http://schemas.microsoft.com/office/drawing/2014/main" id="{6205DD86-315C-53B6-CEEF-A9919650168E}"/>
              </a:ext>
            </a:extLst>
          </p:cNvPr>
          <p:cNvCxnSpPr>
            <a:cxnSpLocks/>
            <a:stCxn id="8" idx="6"/>
            <a:endCxn id="14" idx="2"/>
          </p:cNvCxnSpPr>
          <p:nvPr/>
        </p:nvCxnSpPr>
        <p:spPr>
          <a:xfrm flipH="1">
            <a:off x="2032334" y="3058032"/>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0" idx="6"/>
            <a:endCxn id="15" idx="2"/>
          </p:cNvCxnSpPr>
          <p:nvPr/>
        </p:nvCxnSpPr>
        <p:spPr>
          <a:xfrm>
            <a:off x="3472494" y="3058032"/>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15" idx="4"/>
            <a:endCxn id="14" idx="0"/>
          </p:cNvCxnSpPr>
          <p:nvPr/>
        </p:nvCxnSpPr>
        <p:spPr>
          <a:xfrm flipH="1">
            <a:off x="2104334" y="4426192"/>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Connector 19">
            <a:extLst>
              <a:ext uri="{FF2B5EF4-FFF2-40B4-BE49-F238E27FC236}">
                <a16:creationId xmlns:a16="http://schemas.microsoft.com/office/drawing/2014/main" id="{6205DD86-315C-53B6-CEEF-A9919650168E}"/>
              </a:ext>
            </a:extLst>
          </p:cNvPr>
          <p:cNvCxnSpPr>
            <a:cxnSpLocks/>
            <a:stCxn id="15" idx="3"/>
            <a:endCxn id="8" idx="7"/>
          </p:cNvCxnSpPr>
          <p:nvPr/>
        </p:nvCxnSpPr>
        <p:spPr>
          <a:xfrm flipH="1" flipV="1">
            <a:off x="2090953" y="3036944"/>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1" name="TextBox 20"/>
          <p:cNvSpPr txBox="1"/>
          <p:nvPr/>
        </p:nvSpPr>
        <p:spPr>
          <a:xfrm>
            <a:off x="2603567" y="5144716"/>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2" name="TextBox 21"/>
          <p:cNvSpPr txBox="1"/>
          <p:nvPr/>
        </p:nvSpPr>
        <p:spPr>
          <a:xfrm>
            <a:off x="2601741" y="1644269"/>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3" name="TextBox 22"/>
          <p:cNvSpPr txBox="1"/>
          <p:nvPr/>
        </p:nvSpPr>
        <p:spPr>
          <a:xfrm>
            <a:off x="1531554" y="2723882"/>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4" name="TextBox 23"/>
          <p:cNvSpPr txBox="1"/>
          <p:nvPr/>
        </p:nvSpPr>
        <p:spPr>
          <a:xfrm>
            <a:off x="3597830" y="4178868"/>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5" name="TextBox 24"/>
          <p:cNvSpPr txBox="1"/>
          <p:nvPr/>
        </p:nvSpPr>
        <p:spPr>
          <a:xfrm>
            <a:off x="3629890" y="2715857"/>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26" name="TextBox 25"/>
          <p:cNvSpPr txBox="1"/>
          <p:nvPr/>
        </p:nvSpPr>
        <p:spPr>
          <a:xfrm>
            <a:off x="1547687" y="4164582"/>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27" name="Straight Connector 26">
            <a:extLst>
              <a:ext uri="{FF2B5EF4-FFF2-40B4-BE49-F238E27FC236}">
                <a16:creationId xmlns:a16="http://schemas.microsoft.com/office/drawing/2014/main" id="{6205DD86-315C-53B6-CEEF-A9919650168E}"/>
              </a:ext>
            </a:extLst>
          </p:cNvPr>
          <p:cNvCxnSpPr>
            <a:cxnSpLocks/>
            <a:stCxn id="28" idx="3"/>
            <a:endCxn id="14" idx="7"/>
          </p:cNvCxnSpPr>
          <p:nvPr/>
        </p:nvCxnSpPr>
        <p:spPr>
          <a:xfrm flipH="1" flipV="1">
            <a:off x="2083246" y="4477104"/>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8" name="Oval 27">
            <a:extLst>
              <a:ext uri="{FF2B5EF4-FFF2-40B4-BE49-F238E27FC236}">
                <a16:creationId xmlns:a16="http://schemas.microsoft.com/office/drawing/2014/main" id="{BDD11F87-DA81-9510-C1CB-0AF4093562CB}"/>
              </a:ext>
            </a:extLst>
          </p:cNvPr>
          <p:cNvSpPr/>
          <p:nvPr/>
        </p:nvSpPr>
        <p:spPr>
          <a:xfrm rot="5400000">
            <a:off x="2676395" y="50832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9" name="Straight Connector 28">
            <a:extLst>
              <a:ext uri="{FF2B5EF4-FFF2-40B4-BE49-F238E27FC236}">
                <a16:creationId xmlns:a16="http://schemas.microsoft.com/office/drawing/2014/main" id="{6205DD86-315C-53B6-CEEF-A9919650168E}"/>
              </a:ext>
            </a:extLst>
          </p:cNvPr>
          <p:cNvCxnSpPr>
            <a:cxnSpLocks/>
            <a:stCxn id="28" idx="1"/>
            <a:endCxn id="15" idx="5"/>
          </p:cNvCxnSpPr>
          <p:nvPr/>
        </p:nvCxnSpPr>
        <p:spPr>
          <a:xfrm flipV="1">
            <a:off x="2799307" y="4477104"/>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9683" y="5652743"/>
                <a:ext cx="5570079" cy="859131"/>
              </a:xfrm>
            </p:spPr>
            <p:txBody>
              <a:bodyPr/>
              <a:lstStyle/>
              <a:p>
                <a:pPr marL="0" indent="0" algn="ctr">
                  <a:buNone/>
                </a:pPr>
                <a:r>
                  <a:rPr lang="en-US" dirty="0"/>
                  <a:t>Dominating set </a:t>
                </a:r>
                <a14:m>
                  <m:oMath xmlns:m="http://schemas.openxmlformats.org/officeDocument/2006/math">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e</m:t>
                        </m:r>
                        <m:r>
                          <a:rPr lang="en-US" b="0" i="0" smtClean="0">
                            <a:latin typeface="Cambria Math" panose="02040503050406030204" pitchFamily="18" charset="0"/>
                          </a:rPr>
                          <m:t>,</m:t>
                        </m:r>
                        <m:r>
                          <m:rPr>
                            <m:sty m:val="p"/>
                          </m:rPr>
                          <a:rPr lang="en-US" b="0" i="0" smtClean="0">
                            <a:latin typeface="Cambria Math" panose="02040503050406030204" pitchFamily="18" charset="0"/>
                          </a:rPr>
                          <m:t>a</m:t>
                        </m:r>
                      </m:e>
                    </m:d>
                  </m:oMath>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9683" y="5652743"/>
                <a:ext cx="5570079" cy="859131"/>
              </a:xfrm>
              <a:blipFill rotWithShape="0">
                <a:blip r:embed="rId2"/>
                <a:stretch>
                  <a:fillRect t="-12057"/>
                </a:stretch>
              </a:blipFill>
            </p:spPr>
            <p:txBody>
              <a:bodyPr/>
              <a:lstStyle/>
              <a:p>
                <a:r>
                  <a:rPr lang="en-US">
                    <a:noFill/>
                  </a:rPr>
                  <a:t> </a:t>
                </a:r>
              </a:p>
            </p:txBody>
          </p:sp>
        </mc:Fallback>
      </mc:AlternateContent>
      <p:sp>
        <p:nvSpPr>
          <p:cNvPr id="30" name="Oval 29"/>
          <p:cNvSpPr/>
          <p:nvPr/>
        </p:nvSpPr>
        <p:spPr>
          <a:xfrm>
            <a:off x="2560665" y="2092765"/>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3" name="Oval 32"/>
          <p:cNvSpPr/>
          <p:nvPr/>
        </p:nvSpPr>
        <p:spPr>
          <a:xfrm>
            <a:off x="2559712" y="4971528"/>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7" name="Oval 36">
            <a:extLst>
              <a:ext uri="{FF2B5EF4-FFF2-40B4-BE49-F238E27FC236}">
                <a16:creationId xmlns:a16="http://schemas.microsoft.com/office/drawing/2014/main" id="{BDD11F87-DA81-9510-C1CB-0AF4093562CB}"/>
              </a:ext>
            </a:extLst>
          </p:cNvPr>
          <p:cNvSpPr/>
          <p:nvPr/>
        </p:nvSpPr>
        <p:spPr>
          <a:xfrm rot="5400000">
            <a:off x="7482000" y="273600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9642232" y="27430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7482000" y="48811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9642232" y="488816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1" name="Oval 40">
            <a:extLst>
              <a:ext uri="{FF2B5EF4-FFF2-40B4-BE49-F238E27FC236}">
                <a16:creationId xmlns:a16="http://schemas.microsoft.com/office/drawing/2014/main" id="{BDD11F87-DA81-9510-C1CB-0AF4093562CB}"/>
              </a:ext>
            </a:extLst>
          </p:cNvPr>
          <p:cNvSpPr/>
          <p:nvPr/>
        </p:nvSpPr>
        <p:spPr>
          <a:xfrm rot="5400000">
            <a:off x="8634120" y="379066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2" name="Straight Connector 41">
            <a:extLst>
              <a:ext uri="{FF2B5EF4-FFF2-40B4-BE49-F238E27FC236}">
                <a16:creationId xmlns:a16="http://schemas.microsoft.com/office/drawing/2014/main" id="{6205DD86-315C-53B6-CEEF-A9919650168E}"/>
              </a:ext>
            </a:extLst>
          </p:cNvPr>
          <p:cNvCxnSpPr>
            <a:cxnSpLocks/>
            <a:stCxn id="41" idx="3"/>
            <a:endCxn id="37" idx="7"/>
          </p:cNvCxnSpPr>
          <p:nvPr/>
        </p:nvCxnSpPr>
        <p:spPr>
          <a:xfrm flipH="1" flipV="1">
            <a:off x="7604912" y="2858915"/>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41" idx="5"/>
            <a:endCxn id="39" idx="1"/>
          </p:cNvCxnSpPr>
          <p:nvPr/>
        </p:nvCxnSpPr>
        <p:spPr>
          <a:xfrm flipH="1">
            <a:off x="7604912" y="3913579"/>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39" idx="2"/>
            <a:endCxn id="37" idx="6"/>
          </p:cNvCxnSpPr>
          <p:nvPr/>
        </p:nvCxnSpPr>
        <p:spPr>
          <a:xfrm flipV="1">
            <a:off x="7554000" y="2880003"/>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40" idx="2"/>
            <a:endCxn id="38" idx="6"/>
          </p:cNvCxnSpPr>
          <p:nvPr/>
        </p:nvCxnSpPr>
        <p:spPr>
          <a:xfrm flipV="1">
            <a:off x="9714232" y="2887060"/>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a:extLst>
              <a:ext uri="{FF2B5EF4-FFF2-40B4-BE49-F238E27FC236}">
                <a16:creationId xmlns:a16="http://schemas.microsoft.com/office/drawing/2014/main" id="{6205DD86-315C-53B6-CEEF-A9919650168E}"/>
              </a:ext>
            </a:extLst>
          </p:cNvPr>
          <p:cNvCxnSpPr>
            <a:cxnSpLocks/>
            <a:stCxn id="37" idx="0"/>
            <a:endCxn id="38" idx="4"/>
          </p:cNvCxnSpPr>
          <p:nvPr/>
        </p:nvCxnSpPr>
        <p:spPr>
          <a:xfrm>
            <a:off x="7626000" y="2808003"/>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6205DD86-315C-53B6-CEEF-A9919650168E}"/>
              </a:ext>
            </a:extLst>
          </p:cNvPr>
          <p:cNvCxnSpPr>
            <a:cxnSpLocks/>
            <a:stCxn id="39" idx="0"/>
            <a:endCxn id="40" idx="4"/>
          </p:cNvCxnSpPr>
          <p:nvPr/>
        </p:nvCxnSpPr>
        <p:spPr>
          <a:xfrm>
            <a:off x="7626000" y="4953104"/>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8" name="Oval 47">
            <a:extLst>
              <a:ext uri="{FF2B5EF4-FFF2-40B4-BE49-F238E27FC236}">
                <a16:creationId xmlns:a16="http://schemas.microsoft.com/office/drawing/2014/main" id="{BDD11F87-DA81-9510-C1CB-0AF4093562CB}"/>
              </a:ext>
            </a:extLst>
          </p:cNvPr>
          <p:cNvSpPr/>
          <p:nvPr/>
        </p:nvSpPr>
        <p:spPr>
          <a:xfrm rot="5400000">
            <a:off x="10883948" y="22869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9" name="Straight Connector 48">
            <a:extLst>
              <a:ext uri="{FF2B5EF4-FFF2-40B4-BE49-F238E27FC236}">
                <a16:creationId xmlns:a16="http://schemas.microsoft.com/office/drawing/2014/main" id="{6205DD86-315C-53B6-CEEF-A9919650168E}"/>
              </a:ext>
            </a:extLst>
          </p:cNvPr>
          <p:cNvCxnSpPr>
            <a:cxnSpLocks/>
            <a:stCxn id="48" idx="5"/>
            <a:endCxn id="38" idx="0"/>
          </p:cNvCxnSpPr>
          <p:nvPr/>
        </p:nvCxnSpPr>
        <p:spPr>
          <a:xfrm flipH="1">
            <a:off x="9786232" y="2409824"/>
            <a:ext cx="1118804" cy="4052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40" idx="1"/>
            <a:endCxn id="48" idx="5"/>
          </p:cNvCxnSpPr>
          <p:nvPr/>
        </p:nvCxnSpPr>
        <p:spPr>
          <a:xfrm flipV="1">
            <a:off x="9765144" y="2409824"/>
            <a:ext cx="1139892" cy="24994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1" name="TextBox 50"/>
          <p:cNvSpPr txBox="1"/>
          <p:nvPr/>
        </p:nvSpPr>
        <p:spPr>
          <a:xfrm>
            <a:off x="6958262" y="2510735"/>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2" name="TextBox 51"/>
          <p:cNvSpPr txBox="1"/>
          <p:nvPr/>
        </p:nvSpPr>
        <p:spPr>
          <a:xfrm>
            <a:off x="6964115" y="470578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3" name="TextBox 52"/>
          <p:cNvSpPr txBox="1"/>
          <p:nvPr/>
        </p:nvSpPr>
        <p:spPr>
          <a:xfrm>
            <a:off x="9985701" y="4705780"/>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54" name="TextBox 53"/>
          <p:cNvSpPr txBox="1"/>
          <p:nvPr/>
        </p:nvSpPr>
        <p:spPr>
          <a:xfrm>
            <a:off x="8886317" y="360105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55" name="TextBox 54"/>
          <p:cNvSpPr txBox="1"/>
          <p:nvPr/>
        </p:nvSpPr>
        <p:spPr>
          <a:xfrm>
            <a:off x="9514075" y="2159318"/>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6" name="TextBox 55"/>
          <p:cNvSpPr txBox="1"/>
          <p:nvPr/>
        </p:nvSpPr>
        <p:spPr>
          <a:xfrm>
            <a:off x="11140097" y="2085183"/>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57" name="Oval 56"/>
          <p:cNvSpPr/>
          <p:nvPr/>
        </p:nvSpPr>
        <p:spPr>
          <a:xfrm>
            <a:off x="9527532" y="2650643"/>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1" name="Oval 60"/>
          <p:cNvSpPr/>
          <p:nvPr/>
        </p:nvSpPr>
        <p:spPr>
          <a:xfrm>
            <a:off x="7380051" y="4809740"/>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3" name="Content Placeholder 2"/>
              <p:cNvSpPr txBox="1">
                <a:spLocks/>
              </p:cNvSpPr>
              <p:nvPr/>
            </p:nvSpPr>
            <p:spPr>
              <a:xfrm>
                <a:off x="6060921" y="5674869"/>
                <a:ext cx="5570079" cy="85913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3" panose="05040102010807070707" pitchFamily="18" charset="2"/>
                  <a:buNone/>
                </a:pPr>
                <a:r>
                  <a:rPr lang="en-US" dirty="0"/>
                  <a:t>Dominating set </a:t>
                </a:r>
                <a14:m>
                  <m:oMath xmlns:m="http://schemas.openxmlformats.org/officeDocument/2006/math">
                    <m:r>
                      <a:rPr lang="en-US" b="0" i="0" smtClean="0">
                        <a:latin typeface="Cambria Math" panose="02040503050406030204" pitchFamily="18" charset="0"/>
                      </a:rPr>
                      <m:t>=</m:t>
                    </m:r>
                    <m:d>
                      <m:dPr>
                        <m:begChr m:val="{"/>
                        <m:endChr m:val="}"/>
                        <m:ctrlPr>
                          <a:rPr lang="en-US" i="1" smtClean="0">
                            <a:latin typeface="Cambria Math" panose="02040503050406030204" pitchFamily="18" charset="0"/>
                          </a:rPr>
                        </m:ctrlPr>
                      </m:dPr>
                      <m:e>
                        <m:r>
                          <m:rPr>
                            <m:sty m:val="p"/>
                          </m:rPr>
                          <a:rPr lang="en-US" smtClean="0">
                            <a:latin typeface="Cambria Math" panose="02040503050406030204" pitchFamily="18" charset="0"/>
                          </a:rPr>
                          <m:t>e</m:t>
                        </m:r>
                        <m:r>
                          <a:rPr lang="en-US" smtClean="0">
                            <a:latin typeface="Cambria Math" panose="02040503050406030204" pitchFamily="18" charset="0"/>
                          </a:rPr>
                          <m:t>,</m:t>
                        </m:r>
                        <m:r>
                          <m:rPr>
                            <m:sty m:val="p"/>
                          </m:rPr>
                          <a:rPr lang="en-US" b="0" i="0" smtClean="0">
                            <a:latin typeface="Cambria Math" panose="02040503050406030204" pitchFamily="18" charset="0"/>
                          </a:rPr>
                          <m:t>b</m:t>
                        </m:r>
                      </m:e>
                    </m:d>
                  </m:oMath>
                </a14:m>
                <a:r>
                  <a:rPr lang="en-US" dirty="0"/>
                  <a:t>.</a:t>
                </a:r>
              </a:p>
              <a:p>
                <a:pPr marL="0" indent="0">
                  <a:buFont typeface="Wingdings 3" panose="05040102010807070707" pitchFamily="18" charset="2"/>
                  <a:buNone/>
                </a:pPr>
                <a:endParaRPr lang="en-US" dirty="0"/>
              </a:p>
            </p:txBody>
          </p:sp>
        </mc:Choice>
        <mc:Fallback xmlns="">
          <p:sp>
            <p:nvSpPr>
              <p:cNvPr id="63" name="Content Placeholder 2"/>
              <p:cNvSpPr txBox="1">
                <a:spLocks noRot="1" noChangeAspect="1" noMove="1" noResize="1" noEditPoints="1" noAdjustHandles="1" noChangeArrowheads="1" noChangeShapeType="1" noTextEdit="1"/>
              </p:cNvSpPr>
              <p:nvPr/>
            </p:nvSpPr>
            <p:spPr>
              <a:xfrm>
                <a:off x="6060921" y="5674869"/>
                <a:ext cx="5570079" cy="859131"/>
              </a:xfrm>
              <a:prstGeom prst="rect">
                <a:avLst/>
              </a:prstGeom>
              <a:blipFill rotWithShape="0">
                <a:blip r:embed="rId3"/>
                <a:stretch>
                  <a:fillRect t="-12766"/>
                </a:stretch>
              </a:blipFill>
            </p:spPr>
            <p:txBody>
              <a:bodyPr/>
              <a:lstStyle/>
              <a:p>
                <a:r>
                  <a:rPr lang="en-US">
                    <a:noFill/>
                  </a:rPr>
                  <a:t> </a:t>
                </a:r>
              </a:p>
            </p:txBody>
          </p:sp>
        </mc:Fallback>
      </mc:AlternateContent>
    </p:spTree>
    <p:extLst>
      <p:ext uri="{BB962C8B-B14F-4D97-AF65-F5344CB8AC3E}">
        <p14:creationId xmlns:p14="http://schemas.microsoft.com/office/powerpoint/2010/main" val="168402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7"/>
                                        </p:tgtEl>
                                        <p:attrNameLst>
                                          <p:attrName>style.color</p:attrName>
                                        </p:attrNameLst>
                                      </p:cBhvr>
                                      <p:to>
                                        <a:srgbClr val="FFFF00"/>
                                      </p:to>
                                    </p:animClr>
                                    <p:animClr clrSpc="rgb" dir="cw">
                                      <p:cBhvr>
                                        <p:cTn id="7" dur="500" fill="hold"/>
                                        <p:tgtEl>
                                          <p:spTgt spid="7"/>
                                        </p:tgtEl>
                                        <p:attrNameLst>
                                          <p:attrName>fillcolor</p:attrName>
                                        </p:attrNameLst>
                                      </p:cBhvr>
                                      <p:to>
                                        <a:srgbClr val="FFFF00"/>
                                      </p:to>
                                    </p:animClr>
                                    <p:set>
                                      <p:cBhvr>
                                        <p:cTn id="8" dur="500" fill="hold"/>
                                        <p:tgtEl>
                                          <p:spTgt spid="7"/>
                                        </p:tgtEl>
                                        <p:attrNameLst>
                                          <p:attrName>fill.type</p:attrName>
                                        </p:attrNameLst>
                                      </p:cBhvr>
                                      <p:to>
                                        <p:strVal val="solid"/>
                                      </p:to>
                                    </p:set>
                                    <p:set>
                                      <p:cBhvr>
                                        <p:cTn id="9" dur="500" fill="hold"/>
                                        <p:tgtEl>
                                          <p:spTgt spid="7"/>
                                        </p:tgtEl>
                                        <p:attrNameLst>
                                          <p:attrName>fill.on</p:attrName>
                                        </p:attrNameLst>
                                      </p:cBhvr>
                                      <p:to>
                                        <p:strVal val="true"/>
                                      </p:to>
                                    </p:se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down)">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9" presetClass="emph" presetSubtype="0" fill="hold" grpId="0" nodeType="clickEffect">
                                  <p:stCondLst>
                                    <p:cond delay="0"/>
                                  </p:stCondLst>
                                  <p:childTnLst>
                                    <p:animClr clrSpc="rgb" dir="cw">
                                      <p:cBhvr override="childStyle">
                                        <p:cTn id="17" dur="500" fill="hold"/>
                                        <p:tgtEl>
                                          <p:spTgt spid="8"/>
                                        </p:tgtEl>
                                        <p:attrNameLst>
                                          <p:attrName>style.color</p:attrName>
                                        </p:attrNameLst>
                                      </p:cBhvr>
                                      <p:to>
                                        <a:schemeClr val="accent2"/>
                                      </p:to>
                                    </p:animClr>
                                    <p:animClr clrSpc="rgb" dir="cw">
                                      <p:cBhvr>
                                        <p:cTn id="18" dur="500" fill="hold"/>
                                        <p:tgtEl>
                                          <p:spTgt spid="8"/>
                                        </p:tgtEl>
                                        <p:attrNameLst>
                                          <p:attrName>fillcolor</p:attrName>
                                        </p:attrNameLst>
                                      </p:cBhvr>
                                      <p:to>
                                        <a:schemeClr val="accent2"/>
                                      </p:to>
                                    </p:animClr>
                                    <p:set>
                                      <p:cBhvr>
                                        <p:cTn id="19" dur="500" fill="hold"/>
                                        <p:tgtEl>
                                          <p:spTgt spid="8"/>
                                        </p:tgtEl>
                                        <p:attrNameLst>
                                          <p:attrName>fill.type</p:attrName>
                                        </p:attrNameLst>
                                      </p:cBhvr>
                                      <p:to>
                                        <p:strVal val="solid"/>
                                      </p:to>
                                    </p:set>
                                    <p:set>
                                      <p:cBhvr>
                                        <p:cTn id="20" dur="500" fill="hold"/>
                                        <p:tgtEl>
                                          <p:spTgt spid="8"/>
                                        </p:tgtEl>
                                        <p:attrNameLst>
                                          <p:attrName>fill.on</p:attrName>
                                        </p:attrNameLst>
                                      </p:cBhvr>
                                      <p:to>
                                        <p:strVal val="true"/>
                                      </p:to>
                                    </p:set>
                                  </p:childTnLst>
                                </p:cTn>
                              </p:par>
                              <p:par>
                                <p:cTn id="21" presetID="19" presetClass="emph" presetSubtype="0" fill="hold" grpId="0" nodeType="withEffect">
                                  <p:stCondLst>
                                    <p:cond delay="0"/>
                                  </p:stCondLst>
                                  <p:childTnLst>
                                    <p:animClr clrSpc="rgb" dir="cw">
                                      <p:cBhvr override="childStyle">
                                        <p:cTn id="22" dur="500" fill="hold"/>
                                        <p:tgtEl>
                                          <p:spTgt spid="10"/>
                                        </p:tgtEl>
                                        <p:attrNameLst>
                                          <p:attrName>style.color</p:attrName>
                                        </p:attrNameLst>
                                      </p:cBhvr>
                                      <p:to>
                                        <a:schemeClr val="accent2"/>
                                      </p:to>
                                    </p:animClr>
                                    <p:animClr clrSpc="rgb" dir="cw">
                                      <p:cBhvr>
                                        <p:cTn id="23" dur="500" fill="hold"/>
                                        <p:tgtEl>
                                          <p:spTgt spid="10"/>
                                        </p:tgtEl>
                                        <p:attrNameLst>
                                          <p:attrName>fillcolor</p:attrName>
                                        </p:attrNameLst>
                                      </p:cBhvr>
                                      <p:to>
                                        <a:schemeClr val="accent2"/>
                                      </p:to>
                                    </p:animClr>
                                    <p:set>
                                      <p:cBhvr>
                                        <p:cTn id="24" dur="500" fill="hold"/>
                                        <p:tgtEl>
                                          <p:spTgt spid="10"/>
                                        </p:tgtEl>
                                        <p:attrNameLst>
                                          <p:attrName>fill.type</p:attrName>
                                        </p:attrNameLst>
                                      </p:cBhvr>
                                      <p:to>
                                        <p:strVal val="solid"/>
                                      </p:to>
                                    </p:set>
                                    <p:set>
                                      <p:cBhvr>
                                        <p:cTn id="25" dur="500" fill="hold"/>
                                        <p:tgtEl>
                                          <p:spTgt spid="10"/>
                                        </p:tgtEl>
                                        <p:attrNameLst>
                                          <p:attrName>fill.on</p:attrName>
                                        </p:attrNameLst>
                                      </p:cBhvr>
                                      <p:to>
                                        <p:strVal val="true"/>
                                      </p:to>
                                    </p:set>
                                  </p:childTnLst>
                                </p:cTn>
                              </p:par>
                            </p:childTnLst>
                          </p:cTn>
                        </p:par>
                      </p:childTnLst>
                    </p:cTn>
                  </p:par>
                  <p:par>
                    <p:cTn id="26" fill="hold">
                      <p:stCondLst>
                        <p:cond delay="indefinite"/>
                      </p:stCondLst>
                      <p:childTnLst>
                        <p:par>
                          <p:cTn id="27" fill="hold">
                            <p:stCondLst>
                              <p:cond delay="0"/>
                            </p:stCondLst>
                            <p:childTnLst>
                              <p:par>
                                <p:cTn id="28" presetID="19" presetClass="emph" presetSubtype="0" fill="hold" grpId="0" nodeType="clickEffect">
                                  <p:stCondLst>
                                    <p:cond delay="0"/>
                                  </p:stCondLst>
                                  <p:childTnLst>
                                    <p:animClr clrSpc="rgb" dir="cw">
                                      <p:cBhvr override="childStyle">
                                        <p:cTn id="29" dur="500" fill="hold"/>
                                        <p:tgtEl>
                                          <p:spTgt spid="28"/>
                                        </p:tgtEl>
                                        <p:attrNameLst>
                                          <p:attrName>style.color</p:attrName>
                                        </p:attrNameLst>
                                      </p:cBhvr>
                                      <p:to>
                                        <a:srgbClr val="FFFF00"/>
                                      </p:to>
                                    </p:animClr>
                                    <p:animClr clrSpc="rgb" dir="cw">
                                      <p:cBhvr>
                                        <p:cTn id="30" dur="500" fill="hold"/>
                                        <p:tgtEl>
                                          <p:spTgt spid="28"/>
                                        </p:tgtEl>
                                        <p:attrNameLst>
                                          <p:attrName>fillcolor</p:attrName>
                                        </p:attrNameLst>
                                      </p:cBhvr>
                                      <p:to>
                                        <a:srgbClr val="FFFF00"/>
                                      </p:to>
                                    </p:animClr>
                                    <p:set>
                                      <p:cBhvr>
                                        <p:cTn id="31" dur="500" fill="hold"/>
                                        <p:tgtEl>
                                          <p:spTgt spid="28"/>
                                        </p:tgtEl>
                                        <p:attrNameLst>
                                          <p:attrName>fill.type</p:attrName>
                                        </p:attrNameLst>
                                      </p:cBhvr>
                                      <p:to>
                                        <p:strVal val="solid"/>
                                      </p:to>
                                    </p:set>
                                    <p:set>
                                      <p:cBhvr>
                                        <p:cTn id="32" dur="500" fill="hold"/>
                                        <p:tgtEl>
                                          <p:spTgt spid="28"/>
                                        </p:tgtEl>
                                        <p:attrNameLst>
                                          <p:attrName>fill.on</p:attrName>
                                        </p:attrNameLst>
                                      </p:cBhvr>
                                      <p:to>
                                        <p:strVal val="true"/>
                                      </p:to>
                                    </p:set>
                                  </p:childTnLst>
                                </p:cTn>
                              </p:par>
                            </p:childTnLst>
                          </p:cTn>
                        </p:par>
                        <p:par>
                          <p:cTn id="33" fill="hold">
                            <p:stCondLst>
                              <p:cond delay="500"/>
                            </p:stCondLst>
                            <p:childTnLst>
                              <p:par>
                                <p:cTn id="34" presetID="22" presetClass="entr" presetSubtype="4" fill="hold" grpId="0" nodeType="after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wipe(down)">
                                      <p:cBhvr>
                                        <p:cTn id="36" dur="50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19" presetClass="emph" presetSubtype="0" fill="hold" grpId="0" nodeType="clickEffect">
                                  <p:stCondLst>
                                    <p:cond delay="0"/>
                                  </p:stCondLst>
                                  <p:childTnLst>
                                    <p:animClr clrSpc="rgb" dir="cw">
                                      <p:cBhvr override="childStyle">
                                        <p:cTn id="40" dur="500" fill="hold"/>
                                        <p:tgtEl>
                                          <p:spTgt spid="14"/>
                                        </p:tgtEl>
                                        <p:attrNameLst>
                                          <p:attrName>style.color</p:attrName>
                                        </p:attrNameLst>
                                      </p:cBhvr>
                                      <p:to>
                                        <a:schemeClr val="accent2"/>
                                      </p:to>
                                    </p:animClr>
                                    <p:animClr clrSpc="rgb" dir="cw">
                                      <p:cBhvr>
                                        <p:cTn id="41" dur="500" fill="hold"/>
                                        <p:tgtEl>
                                          <p:spTgt spid="14"/>
                                        </p:tgtEl>
                                        <p:attrNameLst>
                                          <p:attrName>fillcolor</p:attrName>
                                        </p:attrNameLst>
                                      </p:cBhvr>
                                      <p:to>
                                        <a:schemeClr val="accent2"/>
                                      </p:to>
                                    </p:animClr>
                                    <p:set>
                                      <p:cBhvr>
                                        <p:cTn id="42" dur="500" fill="hold"/>
                                        <p:tgtEl>
                                          <p:spTgt spid="14"/>
                                        </p:tgtEl>
                                        <p:attrNameLst>
                                          <p:attrName>fill.type</p:attrName>
                                        </p:attrNameLst>
                                      </p:cBhvr>
                                      <p:to>
                                        <p:strVal val="solid"/>
                                      </p:to>
                                    </p:set>
                                    <p:set>
                                      <p:cBhvr>
                                        <p:cTn id="43" dur="500" fill="hold"/>
                                        <p:tgtEl>
                                          <p:spTgt spid="14"/>
                                        </p:tgtEl>
                                        <p:attrNameLst>
                                          <p:attrName>fill.on</p:attrName>
                                        </p:attrNameLst>
                                      </p:cBhvr>
                                      <p:to>
                                        <p:strVal val="true"/>
                                      </p:to>
                                    </p:set>
                                  </p:childTnLst>
                                </p:cTn>
                              </p:par>
                              <p:par>
                                <p:cTn id="44" presetID="19" presetClass="emph" presetSubtype="0" fill="hold" grpId="0" nodeType="withEffect">
                                  <p:stCondLst>
                                    <p:cond delay="0"/>
                                  </p:stCondLst>
                                  <p:childTnLst>
                                    <p:animClr clrSpc="rgb" dir="cw">
                                      <p:cBhvr override="childStyle">
                                        <p:cTn id="45" dur="500" fill="hold"/>
                                        <p:tgtEl>
                                          <p:spTgt spid="15"/>
                                        </p:tgtEl>
                                        <p:attrNameLst>
                                          <p:attrName>style.color</p:attrName>
                                        </p:attrNameLst>
                                      </p:cBhvr>
                                      <p:to>
                                        <a:schemeClr val="accent2"/>
                                      </p:to>
                                    </p:animClr>
                                    <p:animClr clrSpc="rgb" dir="cw">
                                      <p:cBhvr>
                                        <p:cTn id="46" dur="500" fill="hold"/>
                                        <p:tgtEl>
                                          <p:spTgt spid="15"/>
                                        </p:tgtEl>
                                        <p:attrNameLst>
                                          <p:attrName>fillcolor</p:attrName>
                                        </p:attrNameLst>
                                      </p:cBhvr>
                                      <p:to>
                                        <a:schemeClr val="accent2"/>
                                      </p:to>
                                    </p:animClr>
                                    <p:set>
                                      <p:cBhvr>
                                        <p:cTn id="47" dur="500" fill="hold"/>
                                        <p:tgtEl>
                                          <p:spTgt spid="15"/>
                                        </p:tgtEl>
                                        <p:attrNameLst>
                                          <p:attrName>fill.type</p:attrName>
                                        </p:attrNameLst>
                                      </p:cBhvr>
                                      <p:to>
                                        <p:strVal val="solid"/>
                                      </p:to>
                                    </p:set>
                                    <p:set>
                                      <p:cBhvr>
                                        <p:cTn id="48" dur="500" fill="hold"/>
                                        <p:tgtEl>
                                          <p:spTgt spid="15"/>
                                        </p:tgtEl>
                                        <p:attrNameLst>
                                          <p:attrName>fill.on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9" presetClass="emph" presetSubtype="0" fill="hold" grpId="0" nodeType="clickEffect">
                                  <p:stCondLst>
                                    <p:cond delay="0"/>
                                  </p:stCondLst>
                                  <p:childTnLst>
                                    <p:animClr clrSpc="rgb" dir="cw">
                                      <p:cBhvr override="childStyle">
                                        <p:cTn id="56" dur="500" fill="hold"/>
                                        <p:tgtEl>
                                          <p:spTgt spid="38"/>
                                        </p:tgtEl>
                                        <p:attrNameLst>
                                          <p:attrName>style.color</p:attrName>
                                        </p:attrNameLst>
                                      </p:cBhvr>
                                      <p:to>
                                        <a:srgbClr val="FFFF00"/>
                                      </p:to>
                                    </p:animClr>
                                    <p:animClr clrSpc="rgb" dir="cw">
                                      <p:cBhvr>
                                        <p:cTn id="57" dur="500" fill="hold"/>
                                        <p:tgtEl>
                                          <p:spTgt spid="38"/>
                                        </p:tgtEl>
                                        <p:attrNameLst>
                                          <p:attrName>fillcolor</p:attrName>
                                        </p:attrNameLst>
                                      </p:cBhvr>
                                      <p:to>
                                        <a:srgbClr val="FFFF00"/>
                                      </p:to>
                                    </p:animClr>
                                    <p:set>
                                      <p:cBhvr>
                                        <p:cTn id="58" dur="500" fill="hold"/>
                                        <p:tgtEl>
                                          <p:spTgt spid="38"/>
                                        </p:tgtEl>
                                        <p:attrNameLst>
                                          <p:attrName>fill.type</p:attrName>
                                        </p:attrNameLst>
                                      </p:cBhvr>
                                      <p:to>
                                        <p:strVal val="solid"/>
                                      </p:to>
                                    </p:set>
                                    <p:set>
                                      <p:cBhvr>
                                        <p:cTn id="59" dur="500" fill="hold"/>
                                        <p:tgtEl>
                                          <p:spTgt spid="38"/>
                                        </p:tgtEl>
                                        <p:attrNameLst>
                                          <p:attrName>fill.on</p:attrName>
                                        </p:attrNameLst>
                                      </p:cBhvr>
                                      <p:to>
                                        <p:strVal val="true"/>
                                      </p:to>
                                    </p:set>
                                  </p:childTnLst>
                                </p:cTn>
                              </p:par>
                            </p:childTnLst>
                          </p:cTn>
                        </p:par>
                        <p:par>
                          <p:cTn id="60" fill="hold">
                            <p:stCondLst>
                              <p:cond delay="500"/>
                            </p:stCondLst>
                            <p:childTnLst>
                              <p:par>
                                <p:cTn id="61" presetID="22" presetClass="entr" presetSubtype="4" fill="hold" grpId="0" nodeType="afterEffect">
                                  <p:stCondLst>
                                    <p:cond delay="0"/>
                                  </p:stCondLst>
                                  <p:childTnLst>
                                    <p:set>
                                      <p:cBhvr>
                                        <p:cTn id="62" dur="1" fill="hold">
                                          <p:stCondLst>
                                            <p:cond delay="0"/>
                                          </p:stCondLst>
                                        </p:cTn>
                                        <p:tgtEl>
                                          <p:spTgt spid="57"/>
                                        </p:tgtEl>
                                        <p:attrNameLst>
                                          <p:attrName>style.visibility</p:attrName>
                                        </p:attrNameLst>
                                      </p:cBhvr>
                                      <p:to>
                                        <p:strVal val="visible"/>
                                      </p:to>
                                    </p:set>
                                    <p:animEffect transition="in" filter="wipe(down)">
                                      <p:cBhvr>
                                        <p:cTn id="63" dur="500"/>
                                        <p:tgtEl>
                                          <p:spTgt spid="57"/>
                                        </p:tgtEl>
                                      </p:cBhvr>
                                    </p:animEffect>
                                  </p:childTnLst>
                                </p:cTn>
                              </p:par>
                            </p:childTnLst>
                          </p:cTn>
                        </p:par>
                      </p:childTnLst>
                    </p:cTn>
                  </p:par>
                  <p:par>
                    <p:cTn id="64" fill="hold">
                      <p:stCondLst>
                        <p:cond delay="indefinite"/>
                      </p:stCondLst>
                      <p:childTnLst>
                        <p:par>
                          <p:cTn id="65" fill="hold">
                            <p:stCondLst>
                              <p:cond delay="0"/>
                            </p:stCondLst>
                            <p:childTnLst>
                              <p:par>
                                <p:cTn id="66" presetID="19" presetClass="emph" presetSubtype="0" fill="hold" grpId="0" nodeType="clickEffect">
                                  <p:stCondLst>
                                    <p:cond delay="0"/>
                                  </p:stCondLst>
                                  <p:childTnLst>
                                    <p:animClr clrSpc="rgb" dir="cw">
                                      <p:cBhvr override="childStyle">
                                        <p:cTn id="67" dur="500" fill="hold"/>
                                        <p:tgtEl>
                                          <p:spTgt spid="37"/>
                                        </p:tgtEl>
                                        <p:attrNameLst>
                                          <p:attrName>style.color</p:attrName>
                                        </p:attrNameLst>
                                      </p:cBhvr>
                                      <p:to>
                                        <a:schemeClr val="accent2"/>
                                      </p:to>
                                    </p:animClr>
                                    <p:animClr clrSpc="rgb" dir="cw">
                                      <p:cBhvr>
                                        <p:cTn id="68" dur="500" fill="hold"/>
                                        <p:tgtEl>
                                          <p:spTgt spid="37"/>
                                        </p:tgtEl>
                                        <p:attrNameLst>
                                          <p:attrName>fillcolor</p:attrName>
                                        </p:attrNameLst>
                                      </p:cBhvr>
                                      <p:to>
                                        <a:schemeClr val="accent2"/>
                                      </p:to>
                                    </p:animClr>
                                    <p:set>
                                      <p:cBhvr>
                                        <p:cTn id="69" dur="500" fill="hold"/>
                                        <p:tgtEl>
                                          <p:spTgt spid="37"/>
                                        </p:tgtEl>
                                        <p:attrNameLst>
                                          <p:attrName>fill.type</p:attrName>
                                        </p:attrNameLst>
                                      </p:cBhvr>
                                      <p:to>
                                        <p:strVal val="solid"/>
                                      </p:to>
                                    </p:set>
                                    <p:set>
                                      <p:cBhvr>
                                        <p:cTn id="70" dur="500" fill="hold"/>
                                        <p:tgtEl>
                                          <p:spTgt spid="37"/>
                                        </p:tgtEl>
                                        <p:attrNameLst>
                                          <p:attrName>fill.on</p:attrName>
                                        </p:attrNameLst>
                                      </p:cBhvr>
                                      <p:to>
                                        <p:strVal val="true"/>
                                      </p:to>
                                    </p:set>
                                  </p:childTnLst>
                                </p:cTn>
                              </p:par>
                              <p:par>
                                <p:cTn id="71" presetID="19" presetClass="emph" presetSubtype="0" fill="hold" grpId="0" nodeType="withEffect">
                                  <p:stCondLst>
                                    <p:cond delay="0"/>
                                  </p:stCondLst>
                                  <p:childTnLst>
                                    <p:animClr clrSpc="rgb" dir="cw">
                                      <p:cBhvr override="childStyle">
                                        <p:cTn id="72" dur="500" fill="hold"/>
                                        <p:tgtEl>
                                          <p:spTgt spid="48"/>
                                        </p:tgtEl>
                                        <p:attrNameLst>
                                          <p:attrName>style.color</p:attrName>
                                        </p:attrNameLst>
                                      </p:cBhvr>
                                      <p:to>
                                        <a:schemeClr val="accent2"/>
                                      </p:to>
                                    </p:animClr>
                                    <p:animClr clrSpc="rgb" dir="cw">
                                      <p:cBhvr>
                                        <p:cTn id="73" dur="500" fill="hold"/>
                                        <p:tgtEl>
                                          <p:spTgt spid="48"/>
                                        </p:tgtEl>
                                        <p:attrNameLst>
                                          <p:attrName>fillcolor</p:attrName>
                                        </p:attrNameLst>
                                      </p:cBhvr>
                                      <p:to>
                                        <a:schemeClr val="accent2"/>
                                      </p:to>
                                    </p:animClr>
                                    <p:set>
                                      <p:cBhvr>
                                        <p:cTn id="74" dur="500" fill="hold"/>
                                        <p:tgtEl>
                                          <p:spTgt spid="48"/>
                                        </p:tgtEl>
                                        <p:attrNameLst>
                                          <p:attrName>fill.type</p:attrName>
                                        </p:attrNameLst>
                                      </p:cBhvr>
                                      <p:to>
                                        <p:strVal val="solid"/>
                                      </p:to>
                                    </p:set>
                                    <p:set>
                                      <p:cBhvr>
                                        <p:cTn id="75" dur="500" fill="hold"/>
                                        <p:tgtEl>
                                          <p:spTgt spid="48"/>
                                        </p:tgtEl>
                                        <p:attrNameLst>
                                          <p:attrName>fill.on</p:attrName>
                                        </p:attrNameLst>
                                      </p:cBhvr>
                                      <p:to>
                                        <p:strVal val="true"/>
                                      </p:to>
                                    </p:set>
                                  </p:childTnLst>
                                </p:cTn>
                              </p:par>
                              <p:par>
                                <p:cTn id="76" presetID="19" presetClass="emph" presetSubtype="0" fill="hold" grpId="0" nodeType="withEffect">
                                  <p:stCondLst>
                                    <p:cond delay="0"/>
                                  </p:stCondLst>
                                  <p:childTnLst>
                                    <p:animClr clrSpc="rgb" dir="cw">
                                      <p:cBhvr override="childStyle">
                                        <p:cTn id="77" dur="500" fill="hold"/>
                                        <p:tgtEl>
                                          <p:spTgt spid="40"/>
                                        </p:tgtEl>
                                        <p:attrNameLst>
                                          <p:attrName>style.color</p:attrName>
                                        </p:attrNameLst>
                                      </p:cBhvr>
                                      <p:to>
                                        <a:schemeClr val="accent2"/>
                                      </p:to>
                                    </p:animClr>
                                    <p:animClr clrSpc="rgb" dir="cw">
                                      <p:cBhvr>
                                        <p:cTn id="78" dur="500" fill="hold"/>
                                        <p:tgtEl>
                                          <p:spTgt spid="40"/>
                                        </p:tgtEl>
                                        <p:attrNameLst>
                                          <p:attrName>fillcolor</p:attrName>
                                        </p:attrNameLst>
                                      </p:cBhvr>
                                      <p:to>
                                        <a:schemeClr val="accent2"/>
                                      </p:to>
                                    </p:animClr>
                                    <p:set>
                                      <p:cBhvr>
                                        <p:cTn id="79" dur="500" fill="hold"/>
                                        <p:tgtEl>
                                          <p:spTgt spid="40"/>
                                        </p:tgtEl>
                                        <p:attrNameLst>
                                          <p:attrName>fill.type</p:attrName>
                                        </p:attrNameLst>
                                      </p:cBhvr>
                                      <p:to>
                                        <p:strVal val="solid"/>
                                      </p:to>
                                    </p:set>
                                    <p:set>
                                      <p:cBhvr>
                                        <p:cTn id="80" dur="500" fill="hold"/>
                                        <p:tgtEl>
                                          <p:spTgt spid="40"/>
                                        </p:tgtEl>
                                        <p:attrNameLst>
                                          <p:attrName>fill.on</p:attrName>
                                        </p:attrNameLst>
                                      </p:cBhvr>
                                      <p:to>
                                        <p:strVal val="true"/>
                                      </p:to>
                                    </p:set>
                                  </p:childTnLst>
                                </p:cTn>
                              </p:par>
                            </p:childTnLst>
                          </p:cTn>
                        </p:par>
                      </p:childTnLst>
                    </p:cTn>
                  </p:par>
                  <p:par>
                    <p:cTn id="81" fill="hold">
                      <p:stCondLst>
                        <p:cond delay="indefinite"/>
                      </p:stCondLst>
                      <p:childTnLst>
                        <p:par>
                          <p:cTn id="82" fill="hold">
                            <p:stCondLst>
                              <p:cond delay="0"/>
                            </p:stCondLst>
                            <p:childTnLst>
                              <p:par>
                                <p:cTn id="83" presetID="19" presetClass="emph" presetSubtype="0" fill="hold" grpId="0" nodeType="clickEffect">
                                  <p:stCondLst>
                                    <p:cond delay="0"/>
                                  </p:stCondLst>
                                  <p:childTnLst>
                                    <p:animClr clrSpc="rgb" dir="cw">
                                      <p:cBhvr override="childStyle">
                                        <p:cTn id="84" dur="500" fill="hold"/>
                                        <p:tgtEl>
                                          <p:spTgt spid="39"/>
                                        </p:tgtEl>
                                        <p:attrNameLst>
                                          <p:attrName>style.color</p:attrName>
                                        </p:attrNameLst>
                                      </p:cBhvr>
                                      <p:to>
                                        <a:srgbClr val="FFFF00"/>
                                      </p:to>
                                    </p:animClr>
                                    <p:animClr clrSpc="rgb" dir="cw">
                                      <p:cBhvr>
                                        <p:cTn id="85" dur="500" fill="hold"/>
                                        <p:tgtEl>
                                          <p:spTgt spid="39"/>
                                        </p:tgtEl>
                                        <p:attrNameLst>
                                          <p:attrName>fillcolor</p:attrName>
                                        </p:attrNameLst>
                                      </p:cBhvr>
                                      <p:to>
                                        <a:srgbClr val="FFFF00"/>
                                      </p:to>
                                    </p:animClr>
                                    <p:set>
                                      <p:cBhvr>
                                        <p:cTn id="86" dur="500" fill="hold"/>
                                        <p:tgtEl>
                                          <p:spTgt spid="39"/>
                                        </p:tgtEl>
                                        <p:attrNameLst>
                                          <p:attrName>fill.type</p:attrName>
                                        </p:attrNameLst>
                                      </p:cBhvr>
                                      <p:to>
                                        <p:strVal val="solid"/>
                                      </p:to>
                                    </p:set>
                                    <p:set>
                                      <p:cBhvr>
                                        <p:cTn id="87" dur="500" fill="hold"/>
                                        <p:tgtEl>
                                          <p:spTgt spid="39"/>
                                        </p:tgtEl>
                                        <p:attrNameLst>
                                          <p:attrName>fill.on</p:attrName>
                                        </p:attrNameLst>
                                      </p:cBhvr>
                                      <p:to>
                                        <p:strVal val="true"/>
                                      </p:to>
                                    </p:set>
                                  </p:childTnLst>
                                </p:cTn>
                              </p:par>
                            </p:childTnLst>
                          </p:cTn>
                        </p:par>
                        <p:par>
                          <p:cTn id="88" fill="hold">
                            <p:stCondLst>
                              <p:cond delay="500"/>
                            </p:stCondLst>
                            <p:childTnLst>
                              <p:par>
                                <p:cTn id="89" presetID="22" presetClass="entr" presetSubtype="4" fill="hold" grpId="0" nodeType="afterEffect">
                                  <p:stCondLst>
                                    <p:cond delay="0"/>
                                  </p:stCondLst>
                                  <p:childTnLst>
                                    <p:set>
                                      <p:cBhvr>
                                        <p:cTn id="90" dur="1" fill="hold">
                                          <p:stCondLst>
                                            <p:cond delay="0"/>
                                          </p:stCondLst>
                                        </p:cTn>
                                        <p:tgtEl>
                                          <p:spTgt spid="61"/>
                                        </p:tgtEl>
                                        <p:attrNameLst>
                                          <p:attrName>style.visibility</p:attrName>
                                        </p:attrNameLst>
                                      </p:cBhvr>
                                      <p:to>
                                        <p:strVal val="visible"/>
                                      </p:to>
                                    </p:set>
                                    <p:animEffect transition="in" filter="wipe(down)">
                                      <p:cBhvr>
                                        <p:cTn id="91" dur="500"/>
                                        <p:tgtEl>
                                          <p:spTgt spid="61"/>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9" presetClass="emph" presetSubtype="0" fill="hold" grpId="0" nodeType="clickEffect">
                                  <p:stCondLst>
                                    <p:cond delay="0"/>
                                  </p:stCondLst>
                                  <p:childTnLst>
                                    <p:animClr clrSpc="rgb" dir="cw">
                                      <p:cBhvr override="childStyle">
                                        <p:cTn id="99" dur="500" fill="hold"/>
                                        <p:tgtEl>
                                          <p:spTgt spid="41"/>
                                        </p:tgtEl>
                                        <p:attrNameLst>
                                          <p:attrName>style.color</p:attrName>
                                        </p:attrNameLst>
                                      </p:cBhvr>
                                      <p:to>
                                        <a:schemeClr val="accent2"/>
                                      </p:to>
                                    </p:animClr>
                                    <p:animClr clrSpc="rgb" dir="cw">
                                      <p:cBhvr>
                                        <p:cTn id="100" dur="500" fill="hold"/>
                                        <p:tgtEl>
                                          <p:spTgt spid="41"/>
                                        </p:tgtEl>
                                        <p:attrNameLst>
                                          <p:attrName>fillcolor</p:attrName>
                                        </p:attrNameLst>
                                      </p:cBhvr>
                                      <p:to>
                                        <a:schemeClr val="accent2"/>
                                      </p:to>
                                    </p:animClr>
                                    <p:set>
                                      <p:cBhvr>
                                        <p:cTn id="101" dur="500" fill="hold"/>
                                        <p:tgtEl>
                                          <p:spTgt spid="41"/>
                                        </p:tgtEl>
                                        <p:attrNameLst>
                                          <p:attrName>fill.type</p:attrName>
                                        </p:attrNameLst>
                                      </p:cBhvr>
                                      <p:to>
                                        <p:strVal val="solid"/>
                                      </p:to>
                                    </p:set>
                                    <p:set>
                                      <p:cBhvr>
                                        <p:cTn id="102" dur="500" fill="hold"/>
                                        <p:tgtEl>
                                          <p:spTgt spid="4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4" grpId="0" animBg="1"/>
      <p:bldP spid="15" grpId="0" animBg="1"/>
      <p:bldP spid="28" grpId="0" animBg="1"/>
      <p:bldP spid="3" grpId="0" build="p"/>
      <p:bldP spid="30" grpId="0" animBg="1"/>
      <p:bldP spid="33" grpId="0" animBg="1"/>
      <p:bldP spid="37" grpId="0" animBg="1"/>
      <p:bldP spid="38" grpId="0" animBg="1"/>
      <p:bldP spid="39" grpId="0" animBg="1"/>
      <p:bldP spid="40" grpId="0" animBg="1"/>
      <p:bldP spid="41" grpId="0" animBg="1"/>
      <p:bldP spid="48" grpId="0" animBg="1"/>
      <p:bldP spid="57" grpId="0" animBg="1"/>
      <p:bldP spid="61" grpId="0" animBg="1"/>
      <p:bldP spid="6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5359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a:solidFill>
                  <a:schemeClr val="bg1"/>
                </a:solidFill>
              </a:rPr>
              <a:t>Give at least 2 dominating set for each of the following graphs</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4 </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295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5156" y="2155398"/>
            <a:ext cx="7976040" cy="3945749"/>
          </a:xfrm>
          <a:prstGeom prst="rect">
            <a:avLst/>
          </a:prstGeom>
          <a:noFill/>
        </p:spPr>
      </p:pic>
    </p:spTree>
    <p:extLst>
      <p:ext uri="{BB962C8B-B14F-4D97-AF65-F5344CB8AC3E}">
        <p14:creationId xmlns:p14="http://schemas.microsoft.com/office/powerpoint/2010/main" val="2941878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5359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a:solidFill>
                  <a:schemeClr val="bg1"/>
                </a:solidFill>
              </a:rPr>
              <a:t>Give at least 2 dominating set for each of the following graphs</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4(Cont.)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295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3146678" y="26562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2434305" y="337633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3866758" y="337633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 name="Straight Connector 10">
            <a:extLst>
              <a:ext uri="{FF2B5EF4-FFF2-40B4-BE49-F238E27FC236}">
                <a16:creationId xmlns:a16="http://schemas.microsoft.com/office/drawing/2014/main" id="{6205DD86-315C-53B6-CEEF-A9919650168E}"/>
              </a:ext>
            </a:extLst>
          </p:cNvPr>
          <p:cNvCxnSpPr>
            <a:cxnSpLocks/>
            <a:stCxn id="7" idx="5"/>
            <a:endCxn id="8" idx="1"/>
          </p:cNvCxnSpPr>
          <p:nvPr/>
        </p:nvCxnSpPr>
        <p:spPr>
          <a:xfrm flipH="1">
            <a:off x="2557217" y="2779167"/>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10" idx="4"/>
            <a:endCxn id="8" idx="0"/>
          </p:cNvCxnSpPr>
          <p:nvPr/>
        </p:nvCxnSpPr>
        <p:spPr>
          <a:xfrm flipH="1">
            <a:off x="2578305" y="3448335"/>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 name="Oval 12">
            <a:extLst>
              <a:ext uri="{FF2B5EF4-FFF2-40B4-BE49-F238E27FC236}">
                <a16:creationId xmlns:a16="http://schemas.microsoft.com/office/drawing/2014/main" id="{BDD11F87-DA81-9510-C1CB-0AF4093562CB}"/>
              </a:ext>
            </a:extLst>
          </p:cNvPr>
          <p:cNvSpPr/>
          <p:nvPr/>
        </p:nvSpPr>
        <p:spPr>
          <a:xfrm rot="5400000">
            <a:off x="2426598" y="48164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3866758" y="48164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 name="Straight Connector 14">
            <a:extLst>
              <a:ext uri="{FF2B5EF4-FFF2-40B4-BE49-F238E27FC236}">
                <a16:creationId xmlns:a16="http://schemas.microsoft.com/office/drawing/2014/main" id="{6205DD86-315C-53B6-CEEF-A9919650168E}"/>
              </a:ext>
            </a:extLst>
          </p:cNvPr>
          <p:cNvCxnSpPr>
            <a:cxnSpLocks/>
            <a:stCxn id="8" idx="6"/>
            <a:endCxn id="13" idx="2"/>
          </p:cNvCxnSpPr>
          <p:nvPr/>
        </p:nvCxnSpPr>
        <p:spPr>
          <a:xfrm flipH="1">
            <a:off x="2498598" y="3520335"/>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10" idx="6"/>
            <a:endCxn id="14" idx="2"/>
          </p:cNvCxnSpPr>
          <p:nvPr/>
        </p:nvCxnSpPr>
        <p:spPr>
          <a:xfrm>
            <a:off x="3938758" y="3520335"/>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4" idx="4"/>
            <a:endCxn id="13" idx="0"/>
          </p:cNvCxnSpPr>
          <p:nvPr/>
        </p:nvCxnSpPr>
        <p:spPr>
          <a:xfrm flipH="1">
            <a:off x="2570598" y="4888495"/>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14" idx="3"/>
            <a:endCxn id="8" idx="7"/>
          </p:cNvCxnSpPr>
          <p:nvPr/>
        </p:nvCxnSpPr>
        <p:spPr>
          <a:xfrm flipH="1" flipV="1">
            <a:off x="2557217" y="3499247"/>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 name="TextBox 19"/>
          <p:cNvSpPr txBox="1"/>
          <p:nvPr/>
        </p:nvSpPr>
        <p:spPr>
          <a:xfrm>
            <a:off x="2026120" y="3154656"/>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1" name="TextBox 20"/>
          <p:cNvSpPr txBox="1"/>
          <p:nvPr/>
        </p:nvSpPr>
        <p:spPr>
          <a:xfrm>
            <a:off x="4874239" y="2332752"/>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2" name="TextBox 21"/>
          <p:cNvSpPr txBox="1"/>
          <p:nvPr/>
        </p:nvSpPr>
        <p:spPr>
          <a:xfrm>
            <a:off x="3921586" y="3464285"/>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3" name="TextBox 22"/>
          <p:cNvSpPr txBox="1"/>
          <p:nvPr/>
        </p:nvSpPr>
        <p:spPr>
          <a:xfrm>
            <a:off x="3168668" y="2154123"/>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24" name="TextBox 23"/>
          <p:cNvSpPr txBox="1"/>
          <p:nvPr/>
        </p:nvSpPr>
        <p:spPr>
          <a:xfrm>
            <a:off x="2101602" y="4811366"/>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25" name="TextBox 24"/>
          <p:cNvSpPr txBox="1"/>
          <p:nvPr/>
        </p:nvSpPr>
        <p:spPr>
          <a:xfrm>
            <a:off x="3880894" y="4888494"/>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26" name="Oval 25">
            <a:extLst>
              <a:ext uri="{FF2B5EF4-FFF2-40B4-BE49-F238E27FC236}">
                <a16:creationId xmlns:a16="http://schemas.microsoft.com/office/drawing/2014/main" id="{BDD11F87-DA81-9510-C1CB-0AF4093562CB}"/>
              </a:ext>
            </a:extLst>
          </p:cNvPr>
          <p:cNvSpPr/>
          <p:nvPr/>
        </p:nvSpPr>
        <p:spPr>
          <a:xfrm rot="5400000">
            <a:off x="4597847" y="263621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 name="Arc 26"/>
          <p:cNvSpPr/>
          <p:nvPr/>
        </p:nvSpPr>
        <p:spPr>
          <a:xfrm rot="15169182">
            <a:off x="4126692" y="2538842"/>
            <a:ext cx="914400" cy="1335488"/>
          </a:xfrm>
          <a:prstGeom prst="arc">
            <a:avLst>
              <a:gd name="adj1" fmla="val 16361860"/>
              <a:gd name="adj2" fmla="val 1178755"/>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c 27"/>
          <p:cNvSpPr/>
          <p:nvPr/>
        </p:nvSpPr>
        <p:spPr>
          <a:xfrm rot="20823509">
            <a:off x="3764489" y="2713318"/>
            <a:ext cx="1163058" cy="814200"/>
          </a:xfrm>
          <a:prstGeom prst="arc">
            <a:avLst>
              <a:gd name="adj1" fmla="val 19723694"/>
              <a:gd name="adj2" fmla="val 8732249"/>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8884600" y="26771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8172227" y="33972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9604680" y="33972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2" name="Straight Connector 31">
            <a:extLst>
              <a:ext uri="{FF2B5EF4-FFF2-40B4-BE49-F238E27FC236}">
                <a16:creationId xmlns:a16="http://schemas.microsoft.com/office/drawing/2014/main" id="{6205DD86-315C-53B6-CEEF-A9919650168E}"/>
              </a:ext>
            </a:extLst>
          </p:cNvPr>
          <p:cNvCxnSpPr>
            <a:cxnSpLocks/>
            <a:stCxn id="29" idx="5"/>
            <a:endCxn id="30" idx="1"/>
          </p:cNvCxnSpPr>
          <p:nvPr/>
        </p:nvCxnSpPr>
        <p:spPr>
          <a:xfrm flipH="1">
            <a:off x="8295139" y="2800040"/>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6205DD86-315C-53B6-CEEF-A9919650168E}"/>
              </a:ext>
            </a:extLst>
          </p:cNvPr>
          <p:cNvCxnSpPr>
            <a:cxnSpLocks/>
            <a:stCxn id="31" idx="4"/>
            <a:endCxn id="30" idx="0"/>
          </p:cNvCxnSpPr>
          <p:nvPr/>
        </p:nvCxnSpPr>
        <p:spPr>
          <a:xfrm flipH="1">
            <a:off x="8316227" y="3469208"/>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4" name="Oval 33">
            <a:extLst>
              <a:ext uri="{FF2B5EF4-FFF2-40B4-BE49-F238E27FC236}">
                <a16:creationId xmlns:a16="http://schemas.microsoft.com/office/drawing/2014/main" id="{BDD11F87-DA81-9510-C1CB-0AF4093562CB}"/>
              </a:ext>
            </a:extLst>
          </p:cNvPr>
          <p:cNvSpPr/>
          <p:nvPr/>
        </p:nvSpPr>
        <p:spPr>
          <a:xfrm rot="5400000">
            <a:off x="8164520" y="48373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Oval 35">
            <a:extLst>
              <a:ext uri="{FF2B5EF4-FFF2-40B4-BE49-F238E27FC236}">
                <a16:creationId xmlns:a16="http://schemas.microsoft.com/office/drawing/2014/main" id="{BDD11F87-DA81-9510-C1CB-0AF4093562CB}"/>
              </a:ext>
            </a:extLst>
          </p:cNvPr>
          <p:cNvSpPr/>
          <p:nvPr/>
        </p:nvSpPr>
        <p:spPr>
          <a:xfrm rot="5400000">
            <a:off x="9604680" y="48373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7" name="Straight Connector 36">
            <a:extLst>
              <a:ext uri="{FF2B5EF4-FFF2-40B4-BE49-F238E27FC236}">
                <a16:creationId xmlns:a16="http://schemas.microsoft.com/office/drawing/2014/main" id="{6205DD86-315C-53B6-CEEF-A9919650168E}"/>
              </a:ext>
            </a:extLst>
          </p:cNvPr>
          <p:cNvCxnSpPr>
            <a:cxnSpLocks/>
            <a:stCxn id="30" idx="6"/>
            <a:endCxn id="34" idx="2"/>
          </p:cNvCxnSpPr>
          <p:nvPr/>
        </p:nvCxnSpPr>
        <p:spPr>
          <a:xfrm flipH="1">
            <a:off x="8236520" y="3541208"/>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stCxn id="31" idx="6"/>
            <a:endCxn id="36" idx="2"/>
          </p:cNvCxnSpPr>
          <p:nvPr/>
        </p:nvCxnSpPr>
        <p:spPr>
          <a:xfrm>
            <a:off x="9676680" y="3541208"/>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36" idx="4"/>
            <a:endCxn id="34" idx="0"/>
          </p:cNvCxnSpPr>
          <p:nvPr/>
        </p:nvCxnSpPr>
        <p:spPr>
          <a:xfrm flipH="1">
            <a:off x="8308520" y="4909368"/>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a:extLst>
              <a:ext uri="{FF2B5EF4-FFF2-40B4-BE49-F238E27FC236}">
                <a16:creationId xmlns:a16="http://schemas.microsoft.com/office/drawing/2014/main" id="{6205DD86-315C-53B6-CEEF-A9919650168E}"/>
              </a:ext>
            </a:extLst>
          </p:cNvPr>
          <p:cNvCxnSpPr>
            <a:cxnSpLocks/>
            <a:stCxn id="36" idx="3"/>
            <a:endCxn id="30" idx="7"/>
          </p:cNvCxnSpPr>
          <p:nvPr/>
        </p:nvCxnSpPr>
        <p:spPr>
          <a:xfrm flipH="1" flipV="1">
            <a:off x="8295139" y="3520120"/>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1" name="TextBox 40"/>
          <p:cNvSpPr txBox="1"/>
          <p:nvPr/>
        </p:nvSpPr>
        <p:spPr>
          <a:xfrm>
            <a:off x="7519937" y="3075258"/>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42" name="TextBox 41"/>
          <p:cNvSpPr txBox="1"/>
          <p:nvPr/>
        </p:nvSpPr>
        <p:spPr>
          <a:xfrm>
            <a:off x="10444282" y="2160439"/>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43" name="TextBox 42"/>
          <p:cNvSpPr txBox="1"/>
          <p:nvPr/>
        </p:nvSpPr>
        <p:spPr>
          <a:xfrm>
            <a:off x="9659508" y="3485158"/>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44" name="TextBox 43"/>
          <p:cNvSpPr txBox="1"/>
          <p:nvPr/>
        </p:nvSpPr>
        <p:spPr>
          <a:xfrm>
            <a:off x="8906590" y="2174996"/>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45" name="TextBox 44"/>
          <p:cNvSpPr txBox="1"/>
          <p:nvPr/>
        </p:nvSpPr>
        <p:spPr>
          <a:xfrm>
            <a:off x="7839524" y="483223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46" name="TextBox 45"/>
          <p:cNvSpPr txBox="1"/>
          <p:nvPr/>
        </p:nvSpPr>
        <p:spPr>
          <a:xfrm>
            <a:off x="9618816" y="4909367"/>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48" name="Oval 47">
            <a:extLst>
              <a:ext uri="{FF2B5EF4-FFF2-40B4-BE49-F238E27FC236}">
                <a16:creationId xmlns:a16="http://schemas.microsoft.com/office/drawing/2014/main" id="{BDD11F87-DA81-9510-C1CB-0AF4093562CB}"/>
              </a:ext>
            </a:extLst>
          </p:cNvPr>
          <p:cNvSpPr/>
          <p:nvPr/>
        </p:nvSpPr>
        <p:spPr>
          <a:xfrm rot="5400000">
            <a:off x="10335769" y="265708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9" name="Arc 48"/>
          <p:cNvSpPr/>
          <p:nvPr/>
        </p:nvSpPr>
        <p:spPr>
          <a:xfrm rot="15169182">
            <a:off x="9864614" y="2559715"/>
            <a:ext cx="914400" cy="1335488"/>
          </a:xfrm>
          <a:prstGeom prst="arc">
            <a:avLst>
              <a:gd name="adj1" fmla="val 16361099"/>
              <a:gd name="adj2" fmla="val 1257807"/>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c 49"/>
          <p:cNvSpPr/>
          <p:nvPr/>
        </p:nvSpPr>
        <p:spPr>
          <a:xfrm rot="20823509">
            <a:off x="9502411" y="2734191"/>
            <a:ext cx="1163058" cy="814200"/>
          </a:xfrm>
          <a:prstGeom prst="arc">
            <a:avLst>
              <a:gd name="adj1" fmla="val 19815754"/>
              <a:gd name="adj2" fmla="val 8732249"/>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1" name="Oval 50"/>
          <p:cNvSpPr/>
          <p:nvPr/>
        </p:nvSpPr>
        <p:spPr>
          <a:xfrm>
            <a:off x="2314448" y="3282092"/>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6" name="Oval 55"/>
          <p:cNvSpPr/>
          <p:nvPr/>
        </p:nvSpPr>
        <p:spPr>
          <a:xfrm>
            <a:off x="4457631" y="2549904"/>
            <a:ext cx="383989"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7" name="Oval 56"/>
          <p:cNvSpPr/>
          <p:nvPr/>
        </p:nvSpPr>
        <p:spPr>
          <a:xfrm>
            <a:off x="9485463" y="3290579"/>
            <a:ext cx="383989"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1" name="Oval 60"/>
          <p:cNvSpPr/>
          <p:nvPr/>
        </p:nvSpPr>
        <p:spPr>
          <a:xfrm>
            <a:off x="8774902" y="2582410"/>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2" name="Oval 61"/>
          <p:cNvSpPr/>
          <p:nvPr/>
        </p:nvSpPr>
        <p:spPr>
          <a:xfrm>
            <a:off x="8052370" y="4725179"/>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3" name="Content Placeholder 2"/>
              <p:cNvSpPr txBox="1">
                <a:spLocks/>
              </p:cNvSpPr>
              <p:nvPr/>
            </p:nvSpPr>
            <p:spPr>
              <a:xfrm>
                <a:off x="1370316" y="5577457"/>
                <a:ext cx="3895184" cy="95568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3" panose="05040102010807070707" pitchFamily="18" charset="2"/>
                  <a:buNone/>
                </a:pPr>
                <a:r>
                  <a:rPr lang="en-US" dirty="0"/>
                  <a:t>Dominating set </a:t>
                </a:r>
                <a14:m>
                  <m:oMath xmlns:m="http://schemas.openxmlformats.org/officeDocument/2006/math">
                    <m:r>
                      <a:rPr lang="en-US" b="0" i="0" smtClean="0">
                        <a:latin typeface="Cambria Math" panose="02040503050406030204" pitchFamily="18" charset="0"/>
                      </a:rPr>
                      <m:t>=</m:t>
                    </m:r>
                    <m:d>
                      <m:dPr>
                        <m:begChr m:val="{"/>
                        <m:endChr m:val="}"/>
                        <m:ctrlPr>
                          <a:rPr lang="en-US" i="1" smtClean="0">
                            <a:latin typeface="Cambria Math" panose="02040503050406030204" pitchFamily="18" charset="0"/>
                          </a:rPr>
                        </m:ctrlPr>
                      </m:dPr>
                      <m:e>
                        <m:r>
                          <m:rPr>
                            <m:sty m:val="p"/>
                          </m:rPr>
                          <a:rPr lang="en-US" b="0" i="0" smtClean="0">
                            <a:latin typeface="Cambria Math" panose="02040503050406030204" pitchFamily="18" charset="0"/>
                          </a:rPr>
                          <m:t>a</m:t>
                        </m:r>
                        <m:r>
                          <a:rPr lang="en-US" smtClean="0">
                            <a:latin typeface="Cambria Math" panose="02040503050406030204" pitchFamily="18" charset="0"/>
                          </a:rPr>
                          <m:t>,</m:t>
                        </m:r>
                        <m:r>
                          <m:rPr>
                            <m:sty m:val="p"/>
                          </m:rPr>
                          <a:rPr lang="en-US" b="0" i="0" smtClean="0">
                            <a:latin typeface="Cambria Math" panose="02040503050406030204" pitchFamily="18" charset="0"/>
                          </a:rPr>
                          <m:t>e</m:t>
                        </m:r>
                      </m:e>
                    </m:d>
                  </m:oMath>
                </a14:m>
                <a:r>
                  <a:rPr lang="en-US" dirty="0"/>
                  <a:t>.</a:t>
                </a:r>
              </a:p>
              <a:p>
                <a:pPr marL="0" indent="0" algn="ctr">
                  <a:buFont typeface="Wingdings 3" panose="05040102010807070707" pitchFamily="18" charset="2"/>
                  <a:buNone/>
                </a:pPr>
                <a:endParaRPr lang="en-US" dirty="0"/>
              </a:p>
            </p:txBody>
          </p:sp>
        </mc:Choice>
        <mc:Fallback xmlns="">
          <p:sp>
            <p:nvSpPr>
              <p:cNvPr id="63" name="Content Placeholder 2"/>
              <p:cNvSpPr txBox="1">
                <a:spLocks noRot="1" noChangeAspect="1" noMove="1" noResize="1" noEditPoints="1" noAdjustHandles="1" noChangeArrowheads="1" noChangeShapeType="1" noTextEdit="1"/>
              </p:cNvSpPr>
              <p:nvPr/>
            </p:nvSpPr>
            <p:spPr>
              <a:xfrm>
                <a:off x="1370316" y="5577457"/>
                <a:ext cx="3895184" cy="955682"/>
              </a:xfrm>
              <a:prstGeom prst="rect">
                <a:avLst/>
              </a:prstGeom>
              <a:blipFill rotWithShape="0">
                <a:blip r:embed="rId2"/>
                <a:stretch>
                  <a:fillRect t="-11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Content Placeholder 2"/>
              <p:cNvSpPr txBox="1">
                <a:spLocks/>
              </p:cNvSpPr>
              <p:nvPr/>
            </p:nvSpPr>
            <p:spPr>
              <a:xfrm>
                <a:off x="7135186" y="5594443"/>
                <a:ext cx="4225814" cy="95568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3" panose="05040102010807070707" pitchFamily="18" charset="2"/>
                  <a:buNone/>
                </a:pPr>
                <a:r>
                  <a:rPr lang="en-US" dirty="0"/>
                  <a:t>Dominating set </a:t>
                </a:r>
                <a14:m>
                  <m:oMath xmlns:m="http://schemas.openxmlformats.org/officeDocument/2006/math">
                    <m:r>
                      <a:rPr lang="en-US" b="0" i="0" smtClean="0">
                        <a:latin typeface="Cambria Math" panose="02040503050406030204" pitchFamily="18" charset="0"/>
                      </a:rPr>
                      <m:t>=</m:t>
                    </m:r>
                    <m:d>
                      <m:dPr>
                        <m:begChr m:val="{"/>
                        <m:endChr m:val="}"/>
                        <m:ctrlPr>
                          <a:rPr lang="en-US" i="1" smtClean="0">
                            <a:latin typeface="Cambria Math" panose="02040503050406030204" pitchFamily="18" charset="0"/>
                          </a:rPr>
                        </m:ctrlPr>
                      </m:dPr>
                      <m:e>
                        <m:r>
                          <m:rPr>
                            <m:sty m:val="p"/>
                          </m:rPr>
                          <a:rPr lang="en-US" b="0" i="0" smtClean="0">
                            <a:latin typeface="Cambria Math" panose="02040503050406030204" pitchFamily="18" charset="0"/>
                          </a:rPr>
                          <m:t>d</m:t>
                        </m:r>
                        <m:r>
                          <a:rPr lang="en-US" smtClean="0">
                            <a:latin typeface="Cambria Math" panose="02040503050406030204" pitchFamily="18" charset="0"/>
                          </a:rPr>
                          <m:t>,</m:t>
                        </m:r>
                        <m:r>
                          <m:rPr>
                            <m:sty m:val="p"/>
                          </m:rPr>
                          <a:rPr lang="en-US" b="0" i="0" smtClean="0">
                            <a:latin typeface="Cambria Math" panose="02040503050406030204" pitchFamily="18" charset="0"/>
                          </a:rPr>
                          <m:t>f</m:t>
                        </m:r>
                        <m:r>
                          <a:rPr lang="en-US" b="0" i="0" smtClean="0">
                            <a:latin typeface="Cambria Math" panose="02040503050406030204" pitchFamily="18" charset="0"/>
                          </a:rPr>
                          <m:t>,</m:t>
                        </m:r>
                        <m:r>
                          <m:rPr>
                            <m:sty m:val="p"/>
                          </m:rPr>
                          <a:rPr lang="en-US" b="0" i="0" smtClean="0">
                            <a:latin typeface="Cambria Math" panose="02040503050406030204" pitchFamily="18" charset="0"/>
                          </a:rPr>
                          <m:t>b</m:t>
                        </m:r>
                      </m:e>
                    </m:d>
                  </m:oMath>
                </a14:m>
                <a:endParaRPr lang="en-US" dirty="0"/>
              </a:p>
            </p:txBody>
          </p:sp>
        </mc:Choice>
        <mc:Fallback xmlns="">
          <p:sp>
            <p:nvSpPr>
              <p:cNvPr id="64" name="Content Placeholder 2"/>
              <p:cNvSpPr txBox="1">
                <a:spLocks noRot="1" noChangeAspect="1" noMove="1" noResize="1" noEditPoints="1" noAdjustHandles="1" noChangeArrowheads="1" noChangeShapeType="1" noTextEdit="1"/>
              </p:cNvSpPr>
              <p:nvPr/>
            </p:nvSpPr>
            <p:spPr>
              <a:xfrm>
                <a:off x="7135186" y="5594443"/>
                <a:ext cx="4225814" cy="955682"/>
              </a:xfrm>
              <a:prstGeom prst="rect">
                <a:avLst/>
              </a:prstGeom>
              <a:blipFill rotWithShape="0">
                <a:blip r:embed="rId3"/>
                <a:stretch>
                  <a:fillRect t="-11538"/>
                </a:stretch>
              </a:blipFill>
            </p:spPr>
            <p:txBody>
              <a:bodyPr/>
              <a:lstStyle/>
              <a:p>
                <a:r>
                  <a:rPr lang="en-US">
                    <a:noFill/>
                  </a:rPr>
                  <a:t> </a:t>
                </a:r>
              </a:p>
            </p:txBody>
          </p:sp>
        </mc:Fallback>
      </mc:AlternateContent>
    </p:spTree>
    <p:extLst>
      <p:ext uri="{BB962C8B-B14F-4D97-AF65-F5344CB8AC3E}">
        <p14:creationId xmlns:p14="http://schemas.microsoft.com/office/powerpoint/2010/main" val="395736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8"/>
                                        </p:tgtEl>
                                        <p:attrNameLst>
                                          <p:attrName>style.color</p:attrName>
                                        </p:attrNameLst>
                                      </p:cBhvr>
                                      <p:to>
                                        <a:srgbClr val="FFFF00"/>
                                      </p:to>
                                    </p:animClr>
                                    <p:animClr clrSpc="rgb" dir="cw">
                                      <p:cBhvr>
                                        <p:cTn id="7" dur="500" fill="hold"/>
                                        <p:tgtEl>
                                          <p:spTgt spid="8"/>
                                        </p:tgtEl>
                                        <p:attrNameLst>
                                          <p:attrName>fillcolor</p:attrName>
                                        </p:attrNameLst>
                                      </p:cBhvr>
                                      <p:to>
                                        <a:srgbClr val="FFFF00"/>
                                      </p:to>
                                    </p:animClr>
                                    <p:set>
                                      <p:cBhvr>
                                        <p:cTn id="8" dur="500" fill="hold"/>
                                        <p:tgtEl>
                                          <p:spTgt spid="8"/>
                                        </p:tgtEl>
                                        <p:attrNameLst>
                                          <p:attrName>fill.type</p:attrName>
                                        </p:attrNameLst>
                                      </p:cBhvr>
                                      <p:to>
                                        <p:strVal val="solid"/>
                                      </p:to>
                                    </p:set>
                                    <p:set>
                                      <p:cBhvr>
                                        <p:cTn id="9" dur="500" fill="hold"/>
                                        <p:tgtEl>
                                          <p:spTgt spid="8"/>
                                        </p:tgtEl>
                                        <p:attrNameLst>
                                          <p:attrName>fill.on</p:attrName>
                                        </p:attrNameLst>
                                      </p:cBhvr>
                                      <p:to>
                                        <p:strVal val="true"/>
                                      </p:to>
                                    </p:se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wipe(down)">
                                      <p:cBhvr>
                                        <p:cTn id="13" dur="500"/>
                                        <p:tgtEl>
                                          <p:spTgt spid="51"/>
                                        </p:tgtEl>
                                      </p:cBhvr>
                                    </p:animEffect>
                                  </p:childTnLst>
                                </p:cTn>
                              </p:par>
                            </p:childTnLst>
                          </p:cTn>
                        </p:par>
                      </p:childTnLst>
                    </p:cTn>
                  </p:par>
                  <p:par>
                    <p:cTn id="14" fill="hold">
                      <p:stCondLst>
                        <p:cond delay="indefinite"/>
                      </p:stCondLst>
                      <p:childTnLst>
                        <p:par>
                          <p:cTn id="15" fill="hold">
                            <p:stCondLst>
                              <p:cond delay="0"/>
                            </p:stCondLst>
                            <p:childTnLst>
                              <p:par>
                                <p:cTn id="16" presetID="19" presetClass="emph" presetSubtype="0" fill="hold" grpId="0" nodeType="clickEffect">
                                  <p:stCondLst>
                                    <p:cond delay="0"/>
                                  </p:stCondLst>
                                  <p:childTnLst>
                                    <p:animClr clrSpc="rgb" dir="cw">
                                      <p:cBhvr override="childStyle">
                                        <p:cTn id="17" dur="500" fill="hold"/>
                                        <p:tgtEl>
                                          <p:spTgt spid="7"/>
                                        </p:tgtEl>
                                        <p:attrNameLst>
                                          <p:attrName>style.color</p:attrName>
                                        </p:attrNameLst>
                                      </p:cBhvr>
                                      <p:to>
                                        <a:schemeClr val="accent2"/>
                                      </p:to>
                                    </p:animClr>
                                    <p:animClr clrSpc="rgb" dir="cw">
                                      <p:cBhvr>
                                        <p:cTn id="18" dur="500" fill="hold"/>
                                        <p:tgtEl>
                                          <p:spTgt spid="7"/>
                                        </p:tgtEl>
                                        <p:attrNameLst>
                                          <p:attrName>fillcolor</p:attrName>
                                        </p:attrNameLst>
                                      </p:cBhvr>
                                      <p:to>
                                        <a:schemeClr val="accent2"/>
                                      </p:to>
                                    </p:animClr>
                                    <p:set>
                                      <p:cBhvr>
                                        <p:cTn id="19" dur="500" fill="hold"/>
                                        <p:tgtEl>
                                          <p:spTgt spid="7"/>
                                        </p:tgtEl>
                                        <p:attrNameLst>
                                          <p:attrName>fill.type</p:attrName>
                                        </p:attrNameLst>
                                      </p:cBhvr>
                                      <p:to>
                                        <p:strVal val="solid"/>
                                      </p:to>
                                    </p:set>
                                    <p:set>
                                      <p:cBhvr>
                                        <p:cTn id="20" dur="500" fill="hold"/>
                                        <p:tgtEl>
                                          <p:spTgt spid="7"/>
                                        </p:tgtEl>
                                        <p:attrNameLst>
                                          <p:attrName>fill.on</p:attrName>
                                        </p:attrNameLst>
                                      </p:cBhvr>
                                      <p:to>
                                        <p:strVal val="true"/>
                                      </p:to>
                                    </p:set>
                                  </p:childTnLst>
                                </p:cTn>
                              </p:par>
                              <p:par>
                                <p:cTn id="21" presetID="19" presetClass="emph" presetSubtype="0" fill="hold" grpId="0" nodeType="withEffect">
                                  <p:stCondLst>
                                    <p:cond delay="0"/>
                                  </p:stCondLst>
                                  <p:childTnLst>
                                    <p:animClr clrSpc="rgb" dir="cw">
                                      <p:cBhvr override="childStyle">
                                        <p:cTn id="22" dur="500" fill="hold"/>
                                        <p:tgtEl>
                                          <p:spTgt spid="10"/>
                                        </p:tgtEl>
                                        <p:attrNameLst>
                                          <p:attrName>style.color</p:attrName>
                                        </p:attrNameLst>
                                      </p:cBhvr>
                                      <p:to>
                                        <a:schemeClr val="accent2"/>
                                      </p:to>
                                    </p:animClr>
                                    <p:animClr clrSpc="rgb" dir="cw">
                                      <p:cBhvr>
                                        <p:cTn id="23" dur="500" fill="hold"/>
                                        <p:tgtEl>
                                          <p:spTgt spid="10"/>
                                        </p:tgtEl>
                                        <p:attrNameLst>
                                          <p:attrName>fillcolor</p:attrName>
                                        </p:attrNameLst>
                                      </p:cBhvr>
                                      <p:to>
                                        <a:schemeClr val="accent2"/>
                                      </p:to>
                                    </p:animClr>
                                    <p:set>
                                      <p:cBhvr>
                                        <p:cTn id="24" dur="500" fill="hold"/>
                                        <p:tgtEl>
                                          <p:spTgt spid="10"/>
                                        </p:tgtEl>
                                        <p:attrNameLst>
                                          <p:attrName>fill.type</p:attrName>
                                        </p:attrNameLst>
                                      </p:cBhvr>
                                      <p:to>
                                        <p:strVal val="solid"/>
                                      </p:to>
                                    </p:set>
                                    <p:set>
                                      <p:cBhvr>
                                        <p:cTn id="25" dur="500" fill="hold"/>
                                        <p:tgtEl>
                                          <p:spTgt spid="10"/>
                                        </p:tgtEl>
                                        <p:attrNameLst>
                                          <p:attrName>fill.on</p:attrName>
                                        </p:attrNameLst>
                                      </p:cBhvr>
                                      <p:to>
                                        <p:strVal val="true"/>
                                      </p:to>
                                    </p:set>
                                  </p:childTnLst>
                                </p:cTn>
                              </p:par>
                              <p:par>
                                <p:cTn id="26" presetID="19" presetClass="emph" presetSubtype="0" fill="hold" grpId="0" nodeType="withEffect">
                                  <p:stCondLst>
                                    <p:cond delay="0"/>
                                  </p:stCondLst>
                                  <p:childTnLst>
                                    <p:animClr clrSpc="rgb" dir="cw">
                                      <p:cBhvr override="childStyle">
                                        <p:cTn id="27" dur="500" fill="hold"/>
                                        <p:tgtEl>
                                          <p:spTgt spid="14"/>
                                        </p:tgtEl>
                                        <p:attrNameLst>
                                          <p:attrName>style.color</p:attrName>
                                        </p:attrNameLst>
                                      </p:cBhvr>
                                      <p:to>
                                        <a:schemeClr val="accent2"/>
                                      </p:to>
                                    </p:animClr>
                                    <p:animClr clrSpc="rgb" dir="cw">
                                      <p:cBhvr>
                                        <p:cTn id="28" dur="500" fill="hold"/>
                                        <p:tgtEl>
                                          <p:spTgt spid="14"/>
                                        </p:tgtEl>
                                        <p:attrNameLst>
                                          <p:attrName>fillcolor</p:attrName>
                                        </p:attrNameLst>
                                      </p:cBhvr>
                                      <p:to>
                                        <a:schemeClr val="accent2"/>
                                      </p:to>
                                    </p:animClr>
                                    <p:set>
                                      <p:cBhvr>
                                        <p:cTn id="29" dur="500" fill="hold"/>
                                        <p:tgtEl>
                                          <p:spTgt spid="14"/>
                                        </p:tgtEl>
                                        <p:attrNameLst>
                                          <p:attrName>fill.type</p:attrName>
                                        </p:attrNameLst>
                                      </p:cBhvr>
                                      <p:to>
                                        <p:strVal val="solid"/>
                                      </p:to>
                                    </p:set>
                                    <p:set>
                                      <p:cBhvr>
                                        <p:cTn id="30" dur="500" fill="hold"/>
                                        <p:tgtEl>
                                          <p:spTgt spid="14"/>
                                        </p:tgtEl>
                                        <p:attrNameLst>
                                          <p:attrName>fill.on</p:attrName>
                                        </p:attrNameLst>
                                      </p:cBhvr>
                                      <p:to>
                                        <p:strVal val="true"/>
                                      </p:to>
                                    </p:set>
                                  </p:childTnLst>
                                </p:cTn>
                              </p:par>
                              <p:par>
                                <p:cTn id="31" presetID="19" presetClass="emph" presetSubtype="0" fill="hold" grpId="0" nodeType="withEffect">
                                  <p:stCondLst>
                                    <p:cond delay="0"/>
                                  </p:stCondLst>
                                  <p:childTnLst>
                                    <p:animClr clrSpc="rgb" dir="cw">
                                      <p:cBhvr override="childStyle">
                                        <p:cTn id="32" dur="500" fill="hold"/>
                                        <p:tgtEl>
                                          <p:spTgt spid="13"/>
                                        </p:tgtEl>
                                        <p:attrNameLst>
                                          <p:attrName>style.color</p:attrName>
                                        </p:attrNameLst>
                                      </p:cBhvr>
                                      <p:to>
                                        <a:schemeClr val="accent2"/>
                                      </p:to>
                                    </p:animClr>
                                    <p:animClr clrSpc="rgb" dir="cw">
                                      <p:cBhvr>
                                        <p:cTn id="33" dur="500" fill="hold"/>
                                        <p:tgtEl>
                                          <p:spTgt spid="13"/>
                                        </p:tgtEl>
                                        <p:attrNameLst>
                                          <p:attrName>fillcolor</p:attrName>
                                        </p:attrNameLst>
                                      </p:cBhvr>
                                      <p:to>
                                        <a:schemeClr val="accent2"/>
                                      </p:to>
                                    </p:animClr>
                                    <p:set>
                                      <p:cBhvr>
                                        <p:cTn id="34" dur="500" fill="hold"/>
                                        <p:tgtEl>
                                          <p:spTgt spid="13"/>
                                        </p:tgtEl>
                                        <p:attrNameLst>
                                          <p:attrName>fill.type</p:attrName>
                                        </p:attrNameLst>
                                      </p:cBhvr>
                                      <p:to>
                                        <p:strVal val="solid"/>
                                      </p:to>
                                    </p:set>
                                    <p:set>
                                      <p:cBhvr>
                                        <p:cTn id="35" dur="500" fill="hold"/>
                                        <p:tgtEl>
                                          <p:spTgt spid="13"/>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9" presetClass="emph" presetSubtype="0" fill="hold" grpId="0" nodeType="clickEffect">
                                  <p:stCondLst>
                                    <p:cond delay="0"/>
                                  </p:stCondLst>
                                  <p:childTnLst>
                                    <p:animClr clrSpc="rgb" dir="cw">
                                      <p:cBhvr override="childStyle">
                                        <p:cTn id="39" dur="500" fill="hold"/>
                                        <p:tgtEl>
                                          <p:spTgt spid="26"/>
                                        </p:tgtEl>
                                        <p:attrNameLst>
                                          <p:attrName>style.color</p:attrName>
                                        </p:attrNameLst>
                                      </p:cBhvr>
                                      <p:to>
                                        <a:srgbClr val="FFFF00"/>
                                      </p:to>
                                    </p:animClr>
                                    <p:animClr clrSpc="rgb" dir="cw">
                                      <p:cBhvr>
                                        <p:cTn id="40" dur="500" fill="hold"/>
                                        <p:tgtEl>
                                          <p:spTgt spid="26"/>
                                        </p:tgtEl>
                                        <p:attrNameLst>
                                          <p:attrName>fillcolor</p:attrName>
                                        </p:attrNameLst>
                                      </p:cBhvr>
                                      <p:to>
                                        <a:srgbClr val="FFFF00"/>
                                      </p:to>
                                    </p:animClr>
                                    <p:set>
                                      <p:cBhvr>
                                        <p:cTn id="41" dur="500" fill="hold"/>
                                        <p:tgtEl>
                                          <p:spTgt spid="26"/>
                                        </p:tgtEl>
                                        <p:attrNameLst>
                                          <p:attrName>fill.type</p:attrName>
                                        </p:attrNameLst>
                                      </p:cBhvr>
                                      <p:to>
                                        <p:strVal val="solid"/>
                                      </p:to>
                                    </p:set>
                                    <p:set>
                                      <p:cBhvr>
                                        <p:cTn id="42" dur="500" fill="hold"/>
                                        <p:tgtEl>
                                          <p:spTgt spid="26"/>
                                        </p:tgtEl>
                                        <p:attrNameLst>
                                          <p:attrName>fill.on</p:attrName>
                                        </p:attrNameLst>
                                      </p:cBhvr>
                                      <p:to>
                                        <p:strVal val="true"/>
                                      </p:to>
                                    </p:set>
                                  </p:childTnLst>
                                </p:cTn>
                              </p:par>
                            </p:childTnLst>
                          </p:cTn>
                        </p:par>
                        <p:par>
                          <p:cTn id="43" fill="hold">
                            <p:stCondLst>
                              <p:cond delay="500"/>
                            </p:stCondLst>
                            <p:childTnLst>
                              <p:par>
                                <p:cTn id="44" presetID="22" presetClass="entr" presetSubtype="4" fill="hold" grpId="0" nodeType="after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wipe(down)">
                                      <p:cBhvr>
                                        <p:cTn id="46" dur="500"/>
                                        <p:tgtEl>
                                          <p:spTgt spid="56"/>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9" presetClass="emph" presetSubtype="0" fill="hold" grpId="0" nodeType="clickEffect">
                                  <p:stCondLst>
                                    <p:cond delay="0"/>
                                  </p:stCondLst>
                                  <p:childTnLst>
                                    <p:animClr clrSpc="rgb" dir="cw">
                                      <p:cBhvr override="childStyle">
                                        <p:cTn id="54" dur="500" fill="hold"/>
                                        <p:tgtEl>
                                          <p:spTgt spid="31"/>
                                        </p:tgtEl>
                                        <p:attrNameLst>
                                          <p:attrName>style.color</p:attrName>
                                        </p:attrNameLst>
                                      </p:cBhvr>
                                      <p:to>
                                        <a:srgbClr val="FFFF00"/>
                                      </p:to>
                                    </p:animClr>
                                    <p:animClr clrSpc="rgb" dir="cw">
                                      <p:cBhvr>
                                        <p:cTn id="55" dur="500" fill="hold"/>
                                        <p:tgtEl>
                                          <p:spTgt spid="31"/>
                                        </p:tgtEl>
                                        <p:attrNameLst>
                                          <p:attrName>fillcolor</p:attrName>
                                        </p:attrNameLst>
                                      </p:cBhvr>
                                      <p:to>
                                        <a:srgbClr val="FFFF00"/>
                                      </p:to>
                                    </p:animClr>
                                    <p:set>
                                      <p:cBhvr>
                                        <p:cTn id="56" dur="500" fill="hold"/>
                                        <p:tgtEl>
                                          <p:spTgt spid="31"/>
                                        </p:tgtEl>
                                        <p:attrNameLst>
                                          <p:attrName>fill.type</p:attrName>
                                        </p:attrNameLst>
                                      </p:cBhvr>
                                      <p:to>
                                        <p:strVal val="solid"/>
                                      </p:to>
                                    </p:set>
                                    <p:set>
                                      <p:cBhvr>
                                        <p:cTn id="57" dur="500" fill="hold"/>
                                        <p:tgtEl>
                                          <p:spTgt spid="31"/>
                                        </p:tgtEl>
                                        <p:attrNameLst>
                                          <p:attrName>fill.on</p:attrName>
                                        </p:attrNameLst>
                                      </p:cBhvr>
                                      <p:to>
                                        <p:strVal val="true"/>
                                      </p:to>
                                    </p:set>
                                  </p:childTnLst>
                                </p:cTn>
                              </p:par>
                            </p:childTnLst>
                          </p:cTn>
                        </p:par>
                        <p:par>
                          <p:cTn id="58" fill="hold">
                            <p:stCondLst>
                              <p:cond delay="500"/>
                            </p:stCondLst>
                            <p:childTnLst>
                              <p:par>
                                <p:cTn id="59" presetID="22" presetClass="entr" presetSubtype="4" fill="hold" grpId="0" nodeType="after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wipe(down)">
                                      <p:cBhvr>
                                        <p:cTn id="61" dur="500"/>
                                        <p:tgtEl>
                                          <p:spTgt spid="57"/>
                                        </p:tgtEl>
                                      </p:cBhvr>
                                    </p:animEffect>
                                  </p:childTnLst>
                                </p:cTn>
                              </p:par>
                            </p:childTnLst>
                          </p:cTn>
                        </p:par>
                      </p:childTnLst>
                    </p:cTn>
                  </p:par>
                  <p:par>
                    <p:cTn id="62" fill="hold">
                      <p:stCondLst>
                        <p:cond delay="indefinite"/>
                      </p:stCondLst>
                      <p:childTnLst>
                        <p:par>
                          <p:cTn id="63" fill="hold">
                            <p:stCondLst>
                              <p:cond delay="0"/>
                            </p:stCondLst>
                            <p:childTnLst>
                              <p:par>
                                <p:cTn id="64" presetID="19" presetClass="emph" presetSubtype="0" fill="hold" grpId="0" nodeType="clickEffect">
                                  <p:stCondLst>
                                    <p:cond delay="0"/>
                                  </p:stCondLst>
                                  <p:childTnLst>
                                    <p:animClr clrSpc="rgb" dir="cw">
                                      <p:cBhvr override="childStyle">
                                        <p:cTn id="65" dur="500" fill="hold"/>
                                        <p:tgtEl>
                                          <p:spTgt spid="30"/>
                                        </p:tgtEl>
                                        <p:attrNameLst>
                                          <p:attrName>style.color</p:attrName>
                                        </p:attrNameLst>
                                      </p:cBhvr>
                                      <p:to>
                                        <a:schemeClr val="accent2"/>
                                      </p:to>
                                    </p:animClr>
                                    <p:animClr clrSpc="rgb" dir="cw">
                                      <p:cBhvr>
                                        <p:cTn id="66" dur="500" fill="hold"/>
                                        <p:tgtEl>
                                          <p:spTgt spid="30"/>
                                        </p:tgtEl>
                                        <p:attrNameLst>
                                          <p:attrName>fillcolor</p:attrName>
                                        </p:attrNameLst>
                                      </p:cBhvr>
                                      <p:to>
                                        <a:schemeClr val="accent2"/>
                                      </p:to>
                                    </p:animClr>
                                    <p:set>
                                      <p:cBhvr>
                                        <p:cTn id="67" dur="500" fill="hold"/>
                                        <p:tgtEl>
                                          <p:spTgt spid="30"/>
                                        </p:tgtEl>
                                        <p:attrNameLst>
                                          <p:attrName>fill.type</p:attrName>
                                        </p:attrNameLst>
                                      </p:cBhvr>
                                      <p:to>
                                        <p:strVal val="solid"/>
                                      </p:to>
                                    </p:set>
                                    <p:set>
                                      <p:cBhvr>
                                        <p:cTn id="68" dur="500" fill="hold"/>
                                        <p:tgtEl>
                                          <p:spTgt spid="30"/>
                                        </p:tgtEl>
                                        <p:attrNameLst>
                                          <p:attrName>fill.on</p:attrName>
                                        </p:attrNameLst>
                                      </p:cBhvr>
                                      <p:to>
                                        <p:strVal val="true"/>
                                      </p:to>
                                    </p:set>
                                  </p:childTnLst>
                                </p:cTn>
                              </p:par>
                              <p:par>
                                <p:cTn id="69" presetID="19" presetClass="emph" presetSubtype="0" fill="hold" grpId="0" nodeType="withEffect">
                                  <p:stCondLst>
                                    <p:cond delay="0"/>
                                  </p:stCondLst>
                                  <p:childTnLst>
                                    <p:animClr clrSpc="rgb" dir="cw">
                                      <p:cBhvr override="childStyle">
                                        <p:cTn id="70" dur="500" fill="hold"/>
                                        <p:tgtEl>
                                          <p:spTgt spid="36"/>
                                        </p:tgtEl>
                                        <p:attrNameLst>
                                          <p:attrName>style.color</p:attrName>
                                        </p:attrNameLst>
                                      </p:cBhvr>
                                      <p:to>
                                        <a:schemeClr val="accent2"/>
                                      </p:to>
                                    </p:animClr>
                                    <p:animClr clrSpc="rgb" dir="cw">
                                      <p:cBhvr>
                                        <p:cTn id="71" dur="500" fill="hold"/>
                                        <p:tgtEl>
                                          <p:spTgt spid="36"/>
                                        </p:tgtEl>
                                        <p:attrNameLst>
                                          <p:attrName>fillcolor</p:attrName>
                                        </p:attrNameLst>
                                      </p:cBhvr>
                                      <p:to>
                                        <a:schemeClr val="accent2"/>
                                      </p:to>
                                    </p:animClr>
                                    <p:set>
                                      <p:cBhvr>
                                        <p:cTn id="72" dur="500" fill="hold"/>
                                        <p:tgtEl>
                                          <p:spTgt spid="36"/>
                                        </p:tgtEl>
                                        <p:attrNameLst>
                                          <p:attrName>fill.type</p:attrName>
                                        </p:attrNameLst>
                                      </p:cBhvr>
                                      <p:to>
                                        <p:strVal val="solid"/>
                                      </p:to>
                                    </p:set>
                                    <p:set>
                                      <p:cBhvr>
                                        <p:cTn id="73" dur="500" fill="hold"/>
                                        <p:tgtEl>
                                          <p:spTgt spid="36"/>
                                        </p:tgtEl>
                                        <p:attrNameLst>
                                          <p:attrName>fill.on</p:attrName>
                                        </p:attrNameLst>
                                      </p:cBhvr>
                                      <p:to>
                                        <p:strVal val="true"/>
                                      </p:to>
                                    </p:set>
                                  </p:childTnLst>
                                </p:cTn>
                              </p:par>
                              <p:par>
                                <p:cTn id="74" presetID="19" presetClass="emph" presetSubtype="0" fill="hold" grpId="0" nodeType="withEffect">
                                  <p:stCondLst>
                                    <p:cond delay="0"/>
                                  </p:stCondLst>
                                  <p:childTnLst>
                                    <p:animClr clrSpc="rgb" dir="cw">
                                      <p:cBhvr override="childStyle">
                                        <p:cTn id="75" dur="500" fill="hold"/>
                                        <p:tgtEl>
                                          <p:spTgt spid="48"/>
                                        </p:tgtEl>
                                        <p:attrNameLst>
                                          <p:attrName>style.color</p:attrName>
                                        </p:attrNameLst>
                                      </p:cBhvr>
                                      <p:to>
                                        <a:schemeClr val="accent2"/>
                                      </p:to>
                                    </p:animClr>
                                    <p:animClr clrSpc="rgb" dir="cw">
                                      <p:cBhvr>
                                        <p:cTn id="76" dur="500" fill="hold"/>
                                        <p:tgtEl>
                                          <p:spTgt spid="48"/>
                                        </p:tgtEl>
                                        <p:attrNameLst>
                                          <p:attrName>fillcolor</p:attrName>
                                        </p:attrNameLst>
                                      </p:cBhvr>
                                      <p:to>
                                        <a:schemeClr val="accent2"/>
                                      </p:to>
                                    </p:animClr>
                                    <p:set>
                                      <p:cBhvr>
                                        <p:cTn id="77" dur="500" fill="hold"/>
                                        <p:tgtEl>
                                          <p:spTgt spid="48"/>
                                        </p:tgtEl>
                                        <p:attrNameLst>
                                          <p:attrName>fill.type</p:attrName>
                                        </p:attrNameLst>
                                      </p:cBhvr>
                                      <p:to>
                                        <p:strVal val="solid"/>
                                      </p:to>
                                    </p:set>
                                    <p:set>
                                      <p:cBhvr>
                                        <p:cTn id="78" dur="500" fill="hold"/>
                                        <p:tgtEl>
                                          <p:spTgt spid="48"/>
                                        </p:tgtEl>
                                        <p:attrNameLst>
                                          <p:attrName>fill.on</p:attrName>
                                        </p:attrNameLst>
                                      </p:cBhvr>
                                      <p:to>
                                        <p:strVal val="true"/>
                                      </p:to>
                                    </p:set>
                                  </p:childTnLst>
                                </p:cTn>
                              </p:par>
                            </p:childTnLst>
                          </p:cTn>
                        </p:par>
                      </p:childTnLst>
                    </p:cTn>
                  </p:par>
                  <p:par>
                    <p:cTn id="79" fill="hold">
                      <p:stCondLst>
                        <p:cond delay="indefinite"/>
                      </p:stCondLst>
                      <p:childTnLst>
                        <p:par>
                          <p:cTn id="80" fill="hold">
                            <p:stCondLst>
                              <p:cond delay="0"/>
                            </p:stCondLst>
                            <p:childTnLst>
                              <p:par>
                                <p:cTn id="81" presetID="19" presetClass="emph" presetSubtype="0" fill="hold" grpId="0" nodeType="clickEffect">
                                  <p:stCondLst>
                                    <p:cond delay="0"/>
                                  </p:stCondLst>
                                  <p:childTnLst>
                                    <p:animClr clrSpc="rgb" dir="cw">
                                      <p:cBhvr override="childStyle">
                                        <p:cTn id="82" dur="500" fill="hold"/>
                                        <p:tgtEl>
                                          <p:spTgt spid="29"/>
                                        </p:tgtEl>
                                        <p:attrNameLst>
                                          <p:attrName>style.color</p:attrName>
                                        </p:attrNameLst>
                                      </p:cBhvr>
                                      <p:to>
                                        <a:srgbClr val="FFFF00"/>
                                      </p:to>
                                    </p:animClr>
                                    <p:animClr clrSpc="rgb" dir="cw">
                                      <p:cBhvr>
                                        <p:cTn id="83" dur="500" fill="hold"/>
                                        <p:tgtEl>
                                          <p:spTgt spid="29"/>
                                        </p:tgtEl>
                                        <p:attrNameLst>
                                          <p:attrName>fillcolor</p:attrName>
                                        </p:attrNameLst>
                                      </p:cBhvr>
                                      <p:to>
                                        <a:srgbClr val="FFFF00"/>
                                      </p:to>
                                    </p:animClr>
                                    <p:set>
                                      <p:cBhvr>
                                        <p:cTn id="84" dur="500" fill="hold"/>
                                        <p:tgtEl>
                                          <p:spTgt spid="29"/>
                                        </p:tgtEl>
                                        <p:attrNameLst>
                                          <p:attrName>fill.type</p:attrName>
                                        </p:attrNameLst>
                                      </p:cBhvr>
                                      <p:to>
                                        <p:strVal val="solid"/>
                                      </p:to>
                                    </p:set>
                                    <p:set>
                                      <p:cBhvr>
                                        <p:cTn id="85" dur="500" fill="hold"/>
                                        <p:tgtEl>
                                          <p:spTgt spid="29"/>
                                        </p:tgtEl>
                                        <p:attrNameLst>
                                          <p:attrName>fill.on</p:attrName>
                                        </p:attrNameLst>
                                      </p:cBhvr>
                                      <p:to>
                                        <p:strVal val="true"/>
                                      </p:to>
                                    </p:set>
                                  </p:childTnLst>
                                </p:cTn>
                              </p:par>
                            </p:childTnLst>
                          </p:cTn>
                        </p:par>
                        <p:par>
                          <p:cTn id="86" fill="hold">
                            <p:stCondLst>
                              <p:cond delay="500"/>
                            </p:stCondLst>
                            <p:childTnLst>
                              <p:par>
                                <p:cTn id="87" presetID="22" presetClass="entr" presetSubtype="4" fill="hold" grpId="0" nodeType="afterEffect">
                                  <p:stCondLst>
                                    <p:cond delay="0"/>
                                  </p:stCondLst>
                                  <p:childTnLst>
                                    <p:set>
                                      <p:cBhvr>
                                        <p:cTn id="88" dur="1" fill="hold">
                                          <p:stCondLst>
                                            <p:cond delay="0"/>
                                          </p:stCondLst>
                                        </p:cTn>
                                        <p:tgtEl>
                                          <p:spTgt spid="61"/>
                                        </p:tgtEl>
                                        <p:attrNameLst>
                                          <p:attrName>style.visibility</p:attrName>
                                        </p:attrNameLst>
                                      </p:cBhvr>
                                      <p:to>
                                        <p:strVal val="visible"/>
                                      </p:to>
                                    </p:set>
                                    <p:animEffect transition="in" filter="wipe(down)">
                                      <p:cBhvr>
                                        <p:cTn id="89" dur="500"/>
                                        <p:tgtEl>
                                          <p:spTgt spid="61"/>
                                        </p:tgtEl>
                                      </p:cBhvr>
                                    </p:animEffect>
                                  </p:childTnLst>
                                </p:cTn>
                              </p:par>
                            </p:childTnLst>
                          </p:cTn>
                        </p:par>
                      </p:childTnLst>
                    </p:cTn>
                  </p:par>
                  <p:par>
                    <p:cTn id="90" fill="hold">
                      <p:stCondLst>
                        <p:cond delay="indefinite"/>
                      </p:stCondLst>
                      <p:childTnLst>
                        <p:par>
                          <p:cTn id="91" fill="hold">
                            <p:stCondLst>
                              <p:cond delay="0"/>
                            </p:stCondLst>
                            <p:childTnLst>
                              <p:par>
                                <p:cTn id="92" presetID="19" presetClass="emph" presetSubtype="0" fill="hold" grpId="0" nodeType="clickEffect">
                                  <p:stCondLst>
                                    <p:cond delay="0"/>
                                  </p:stCondLst>
                                  <p:childTnLst>
                                    <p:animClr clrSpc="rgb" dir="cw">
                                      <p:cBhvr override="childStyle">
                                        <p:cTn id="93" dur="500" fill="hold"/>
                                        <p:tgtEl>
                                          <p:spTgt spid="34"/>
                                        </p:tgtEl>
                                        <p:attrNameLst>
                                          <p:attrName>style.color</p:attrName>
                                        </p:attrNameLst>
                                      </p:cBhvr>
                                      <p:to>
                                        <a:srgbClr val="FFFF00"/>
                                      </p:to>
                                    </p:animClr>
                                    <p:animClr clrSpc="rgb" dir="cw">
                                      <p:cBhvr>
                                        <p:cTn id="94" dur="500" fill="hold"/>
                                        <p:tgtEl>
                                          <p:spTgt spid="34"/>
                                        </p:tgtEl>
                                        <p:attrNameLst>
                                          <p:attrName>fillcolor</p:attrName>
                                        </p:attrNameLst>
                                      </p:cBhvr>
                                      <p:to>
                                        <a:srgbClr val="FFFF00"/>
                                      </p:to>
                                    </p:animClr>
                                    <p:set>
                                      <p:cBhvr>
                                        <p:cTn id="95" dur="500" fill="hold"/>
                                        <p:tgtEl>
                                          <p:spTgt spid="34"/>
                                        </p:tgtEl>
                                        <p:attrNameLst>
                                          <p:attrName>fill.type</p:attrName>
                                        </p:attrNameLst>
                                      </p:cBhvr>
                                      <p:to>
                                        <p:strVal val="solid"/>
                                      </p:to>
                                    </p:set>
                                    <p:set>
                                      <p:cBhvr>
                                        <p:cTn id="96" dur="500" fill="hold"/>
                                        <p:tgtEl>
                                          <p:spTgt spid="34"/>
                                        </p:tgtEl>
                                        <p:attrNameLst>
                                          <p:attrName>fill.on</p:attrName>
                                        </p:attrNameLst>
                                      </p:cBhvr>
                                      <p:to>
                                        <p:strVal val="true"/>
                                      </p:to>
                                    </p:set>
                                  </p:childTnLst>
                                </p:cTn>
                              </p:par>
                            </p:childTnLst>
                          </p:cTn>
                        </p:par>
                        <p:par>
                          <p:cTn id="97" fill="hold">
                            <p:stCondLst>
                              <p:cond delay="500"/>
                            </p:stCondLst>
                            <p:childTnLst>
                              <p:par>
                                <p:cTn id="98" presetID="22" presetClass="entr" presetSubtype="4" fill="hold" grpId="0" nodeType="afterEffect">
                                  <p:stCondLst>
                                    <p:cond delay="0"/>
                                  </p:stCondLst>
                                  <p:childTnLst>
                                    <p:set>
                                      <p:cBhvr>
                                        <p:cTn id="99" dur="1" fill="hold">
                                          <p:stCondLst>
                                            <p:cond delay="0"/>
                                          </p:stCondLst>
                                        </p:cTn>
                                        <p:tgtEl>
                                          <p:spTgt spid="62"/>
                                        </p:tgtEl>
                                        <p:attrNameLst>
                                          <p:attrName>style.visibility</p:attrName>
                                        </p:attrNameLst>
                                      </p:cBhvr>
                                      <p:to>
                                        <p:strVal val="visible"/>
                                      </p:to>
                                    </p:set>
                                    <p:animEffect transition="in" filter="wipe(down)">
                                      <p:cBhvr>
                                        <p:cTn id="100" dur="500"/>
                                        <p:tgtEl>
                                          <p:spTgt spid="62"/>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3" grpId="0" animBg="1"/>
      <p:bldP spid="14" grpId="0" animBg="1"/>
      <p:bldP spid="26" grpId="0" animBg="1"/>
      <p:bldP spid="29" grpId="0" animBg="1"/>
      <p:bldP spid="30" grpId="0" animBg="1"/>
      <p:bldP spid="31" grpId="0" animBg="1"/>
      <p:bldP spid="34" grpId="0" animBg="1"/>
      <p:bldP spid="36" grpId="0" animBg="1"/>
      <p:bldP spid="48" grpId="0" animBg="1"/>
      <p:bldP spid="51" grpId="0" animBg="1"/>
      <p:bldP spid="56" grpId="0" animBg="1"/>
      <p:bldP spid="57" grpId="0" animBg="1"/>
      <p:bldP spid="61" grpId="0" animBg="1"/>
      <p:bldP spid="62" grpId="0" animBg="1"/>
      <p:bldP spid="63" grpId="0" build="p"/>
      <p:bldP spid="6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5359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a:solidFill>
                  <a:schemeClr val="bg1"/>
                </a:solidFill>
              </a:rPr>
              <a:t>Give at least 2 dominating set for each of the following graphs</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4(Cont.)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295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8533331" y="241380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7820958" y="31338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9253411" y="31338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 name="Straight Connector 9">
            <a:extLst>
              <a:ext uri="{FF2B5EF4-FFF2-40B4-BE49-F238E27FC236}">
                <a16:creationId xmlns:a16="http://schemas.microsoft.com/office/drawing/2014/main" id="{6205DD86-315C-53B6-CEEF-A9919650168E}"/>
              </a:ext>
            </a:extLst>
          </p:cNvPr>
          <p:cNvCxnSpPr>
            <a:cxnSpLocks/>
            <a:stCxn id="6" idx="5"/>
            <a:endCxn id="7" idx="1"/>
          </p:cNvCxnSpPr>
          <p:nvPr/>
        </p:nvCxnSpPr>
        <p:spPr>
          <a:xfrm flipH="1">
            <a:off x="7943870" y="2536715"/>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6205DD86-315C-53B6-CEEF-A9919650168E}"/>
              </a:ext>
            </a:extLst>
          </p:cNvPr>
          <p:cNvCxnSpPr>
            <a:cxnSpLocks/>
            <a:stCxn id="6" idx="7"/>
            <a:endCxn id="8" idx="3"/>
          </p:cNvCxnSpPr>
          <p:nvPr/>
        </p:nvCxnSpPr>
        <p:spPr>
          <a:xfrm>
            <a:off x="8656243" y="2536715"/>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8" idx="4"/>
            <a:endCxn id="7" idx="0"/>
          </p:cNvCxnSpPr>
          <p:nvPr/>
        </p:nvCxnSpPr>
        <p:spPr>
          <a:xfrm flipH="1">
            <a:off x="7964958" y="3205883"/>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 name="Oval 12">
            <a:extLst>
              <a:ext uri="{FF2B5EF4-FFF2-40B4-BE49-F238E27FC236}">
                <a16:creationId xmlns:a16="http://schemas.microsoft.com/office/drawing/2014/main" id="{BDD11F87-DA81-9510-C1CB-0AF4093562CB}"/>
              </a:ext>
            </a:extLst>
          </p:cNvPr>
          <p:cNvSpPr/>
          <p:nvPr/>
        </p:nvSpPr>
        <p:spPr>
          <a:xfrm rot="5400000">
            <a:off x="7813251" y="457404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9253411" y="457404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 name="Straight Connector 14">
            <a:extLst>
              <a:ext uri="{FF2B5EF4-FFF2-40B4-BE49-F238E27FC236}">
                <a16:creationId xmlns:a16="http://schemas.microsoft.com/office/drawing/2014/main" id="{6205DD86-315C-53B6-CEEF-A9919650168E}"/>
              </a:ext>
            </a:extLst>
          </p:cNvPr>
          <p:cNvCxnSpPr>
            <a:cxnSpLocks/>
            <a:stCxn id="7" idx="6"/>
            <a:endCxn id="13" idx="2"/>
          </p:cNvCxnSpPr>
          <p:nvPr/>
        </p:nvCxnSpPr>
        <p:spPr>
          <a:xfrm flipH="1">
            <a:off x="7885251" y="3277883"/>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8" idx="6"/>
            <a:endCxn id="14" idx="2"/>
          </p:cNvCxnSpPr>
          <p:nvPr/>
        </p:nvCxnSpPr>
        <p:spPr>
          <a:xfrm>
            <a:off x="9325411" y="3277883"/>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4" idx="4"/>
            <a:endCxn id="13" idx="0"/>
          </p:cNvCxnSpPr>
          <p:nvPr/>
        </p:nvCxnSpPr>
        <p:spPr>
          <a:xfrm flipH="1">
            <a:off x="7957251" y="4646043"/>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TextBox 17"/>
          <p:cNvSpPr txBox="1"/>
          <p:nvPr/>
        </p:nvSpPr>
        <p:spPr>
          <a:xfrm>
            <a:off x="7970268" y="3221063"/>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0" name="TextBox 19"/>
          <p:cNvSpPr txBox="1"/>
          <p:nvPr/>
        </p:nvSpPr>
        <p:spPr>
          <a:xfrm>
            <a:off x="8432693" y="1808973"/>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1" name="TextBox 20"/>
          <p:cNvSpPr txBox="1"/>
          <p:nvPr/>
        </p:nvSpPr>
        <p:spPr>
          <a:xfrm>
            <a:off x="10221205" y="3633415"/>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2" name="TextBox 21"/>
          <p:cNvSpPr txBox="1"/>
          <p:nvPr/>
        </p:nvSpPr>
        <p:spPr>
          <a:xfrm>
            <a:off x="8008163" y="408358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3" name="TextBox 22"/>
          <p:cNvSpPr txBox="1"/>
          <p:nvPr/>
        </p:nvSpPr>
        <p:spPr>
          <a:xfrm>
            <a:off x="8452072" y="5538590"/>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24" name="TextBox 23"/>
          <p:cNvSpPr txBox="1"/>
          <p:nvPr/>
        </p:nvSpPr>
        <p:spPr>
          <a:xfrm>
            <a:off x="8848333" y="3241802"/>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25" name="TextBox 24"/>
          <p:cNvSpPr txBox="1"/>
          <p:nvPr/>
        </p:nvSpPr>
        <p:spPr>
          <a:xfrm>
            <a:off x="6638737" y="3622056"/>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6" name="TextBox 25"/>
          <p:cNvSpPr txBox="1"/>
          <p:nvPr/>
        </p:nvSpPr>
        <p:spPr>
          <a:xfrm>
            <a:off x="8874018" y="4040981"/>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27" name="Straight Connector 26">
            <a:extLst>
              <a:ext uri="{FF2B5EF4-FFF2-40B4-BE49-F238E27FC236}">
                <a16:creationId xmlns:a16="http://schemas.microsoft.com/office/drawing/2014/main" id="{6205DD86-315C-53B6-CEEF-A9919650168E}"/>
              </a:ext>
            </a:extLst>
          </p:cNvPr>
          <p:cNvCxnSpPr>
            <a:cxnSpLocks/>
            <a:stCxn id="28" idx="3"/>
            <a:endCxn id="13" idx="7"/>
          </p:cNvCxnSpPr>
          <p:nvPr/>
        </p:nvCxnSpPr>
        <p:spPr>
          <a:xfrm flipH="1" flipV="1">
            <a:off x="7936163" y="4696955"/>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8" name="Oval 27">
            <a:extLst>
              <a:ext uri="{FF2B5EF4-FFF2-40B4-BE49-F238E27FC236}">
                <a16:creationId xmlns:a16="http://schemas.microsoft.com/office/drawing/2014/main" id="{BDD11F87-DA81-9510-C1CB-0AF4093562CB}"/>
              </a:ext>
            </a:extLst>
          </p:cNvPr>
          <p:cNvSpPr/>
          <p:nvPr/>
        </p:nvSpPr>
        <p:spPr>
          <a:xfrm rot="5400000">
            <a:off x="8529312" y="530309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9" name="Straight Connector 28">
            <a:extLst>
              <a:ext uri="{FF2B5EF4-FFF2-40B4-BE49-F238E27FC236}">
                <a16:creationId xmlns:a16="http://schemas.microsoft.com/office/drawing/2014/main" id="{6205DD86-315C-53B6-CEEF-A9919650168E}"/>
              </a:ext>
            </a:extLst>
          </p:cNvPr>
          <p:cNvCxnSpPr>
            <a:cxnSpLocks/>
            <a:stCxn id="28" idx="1"/>
            <a:endCxn id="14" idx="5"/>
          </p:cNvCxnSpPr>
          <p:nvPr/>
        </p:nvCxnSpPr>
        <p:spPr>
          <a:xfrm flipV="1">
            <a:off x="8652224" y="4696955"/>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0" name="Oval 29">
            <a:extLst>
              <a:ext uri="{FF2B5EF4-FFF2-40B4-BE49-F238E27FC236}">
                <a16:creationId xmlns:a16="http://schemas.microsoft.com/office/drawing/2014/main" id="{BDD11F87-DA81-9510-C1CB-0AF4093562CB}"/>
              </a:ext>
            </a:extLst>
          </p:cNvPr>
          <p:cNvSpPr/>
          <p:nvPr/>
        </p:nvSpPr>
        <p:spPr>
          <a:xfrm rot="5400000">
            <a:off x="7090327" y="387186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9896270" y="38498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2" name="Straight Connector 31">
            <a:extLst>
              <a:ext uri="{FF2B5EF4-FFF2-40B4-BE49-F238E27FC236}">
                <a16:creationId xmlns:a16="http://schemas.microsoft.com/office/drawing/2014/main" id="{6205DD86-315C-53B6-CEEF-A9919650168E}"/>
              </a:ext>
            </a:extLst>
          </p:cNvPr>
          <p:cNvCxnSpPr>
            <a:cxnSpLocks/>
            <a:stCxn id="7" idx="5"/>
            <a:endCxn id="30" idx="1"/>
          </p:cNvCxnSpPr>
          <p:nvPr/>
        </p:nvCxnSpPr>
        <p:spPr>
          <a:xfrm flipH="1">
            <a:off x="7213239" y="3256795"/>
            <a:ext cx="628807" cy="63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6205DD86-315C-53B6-CEEF-A9919650168E}"/>
              </a:ext>
            </a:extLst>
          </p:cNvPr>
          <p:cNvCxnSpPr>
            <a:cxnSpLocks/>
            <a:stCxn id="30" idx="7"/>
            <a:endCxn id="13" idx="3"/>
          </p:cNvCxnSpPr>
          <p:nvPr/>
        </p:nvCxnSpPr>
        <p:spPr>
          <a:xfrm>
            <a:off x="7213239" y="3994779"/>
            <a:ext cx="621100" cy="60035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8" idx="7"/>
            <a:endCxn id="31" idx="3"/>
          </p:cNvCxnSpPr>
          <p:nvPr/>
        </p:nvCxnSpPr>
        <p:spPr>
          <a:xfrm>
            <a:off x="9376323" y="3256795"/>
            <a:ext cx="541035" cy="61411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31" idx="5"/>
            <a:endCxn id="14" idx="1"/>
          </p:cNvCxnSpPr>
          <p:nvPr/>
        </p:nvCxnSpPr>
        <p:spPr>
          <a:xfrm flipH="1">
            <a:off x="9376323" y="3972729"/>
            <a:ext cx="541035" cy="62240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7" name="Arc 36"/>
          <p:cNvSpPr/>
          <p:nvPr/>
        </p:nvSpPr>
        <p:spPr>
          <a:xfrm rot="16514619">
            <a:off x="7034448" y="2296096"/>
            <a:ext cx="2061353" cy="2118182"/>
          </a:xfrm>
          <a:prstGeom prst="arc">
            <a:avLst>
              <a:gd name="adj1" fmla="val 14076448"/>
              <a:gd name="adj2" fmla="val 1349220"/>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c 37"/>
          <p:cNvSpPr/>
          <p:nvPr/>
        </p:nvSpPr>
        <p:spPr>
          <a:xfrm rot="5804282">
            <a:off x="8130131" y="3476801"/>
            <a:ext cx="2061353" cy="2118182"/>
          </a:xfrm>
          <a:prstGeom prst="arc">
            <a:avLst>
              <a:gd name="adj1" fmla="val 13808793"/>
              <a:gd name="adj2" fmla="val 1349220"/>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c 38"/>
          <p:cNvSpPr/>
          <p:nvPr/>
        </p:nvSpPr>
        <p:spPr>
          <a:xfrm rot="558621">
            <a:off x="8086543" y="2320652"/>
            <a:ext cx="2061353" cy="2118182"/>
          </a:xfrm>
          <a:prstGeom prst="arc">
            <a:avLst>
              <a:gd name="adj1" fmla="val 14076448"/>
              <a:gd name="adj2" fmla="val 1171003"/>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c 39"/>
          <p:cNvSpPr/>
          <p:nvPr/>
        </p:nvSpPr>
        <p:spPr>
          <a:xfrm rot="11103416">
            <a:off x="7015428" y="3415523"/>
            <a:ext cx="2061353" cy="2118182"/>
          </a:xfrm>
          <a:prstGeom prst="arc">
            <a:avLst>
              <a:gd name="adj1" fmla="val 14174272"/>
              <a:gd name="adj2" fmla="val 1349220"/>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BDD11F87-DA81-9510-C1CB-0AF4093562CB}"/>
              </a:ext>
            </a:extLst>
          </p:cNvPr>
          <p:cNvSpPr/>
          <p:nvPr/>
        </p:nvSpPr>
        <p:spPr>
          <a:xfrm rot="5400000">
            <a:off x="3182538" y="241380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5" name="Oval 74">
            <a:extLst>
              <a:ext uri="{FF2B5EF4-FFF2-40B4-BE49-F238E27FC236}">
                <a16:creationId xmlns:a16="http://schemas.microsoft.com/office/drawing/2014/main" id="{BDD11F87-DA81-9510-C1CB-0AF4093562CB}"/>
              </a:ext>
            </a:extLst>
          </p:cNvPr>
          <p:cNvSpPr/>
          <p:nvPr/>
        </p:nvSpPr>
        <p:spPr>
          <a:xfrm rot="5400000">
            <a:off x="2470165" y="31338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6" name="Oval 75">
            <a:extLst>
              <a:ext uri="{FF2B5EF4-FFF2-40B4-BE49-F238E27FC236}">
                <a16:creationId xmlns:a16="http://schemas.microsoft.com/office/drawing/2014/main" id="{BDD11F87-DA81-9510-C1CB-0AF4093562CB}"/>
              </a:ext>
            </a:extLst>
          </p:cNvPr>
          <p:cNvSpPr/>
          <p:nvPr/>
        </p:nvSpPr>
        <p:spPr>
          <a:xfrm rot="5400000">
            <a:off x="3902618" y="31338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7" name="Straight Connector 76">
            <a:extLst>
              <a:ext uri="{FF2B5EF4-FFF2-40B4-BE49-F238E27FC236}">
                <a16:creationId xmlns:a16="http://schemas.microsoft.com/office/drawing/2014/main" id="{6205DD86-315C-53B6-CEEF-A9919650168E}"/>
              </a:ext>
            </a:extLst>
          </p:cNvPr>
          <p:cNvCxnSpPr>
            <a:cxnSpLocks/>
            <a:stCxn id="74" idx="5"/>
            <a:endCxn id="75" idx="1"/>
          </p:cNvCxnSpPr>
          <p:nvPr/>
        </p:nvCxnSpPr>
        <p:spPr>
          <a:xfrm flipH="1">
            <a:off x="2593077" y="2536715"/>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74" idx="7"/>
            <a:endCxn id="76" idx="3"/>
          </p:cNvCxnSpPr>
          <p:nvPr/>
        </p:nvCxnSpPr>
        <p:spPr>
          <a:xfrm>
            <a:off x="3305450" y="2536715"/>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76" idx="4"/>
            <a:endCxn id="75" idx="0"/>
          </p:cNvCxnSpPr>
          <p:nvPr/>
        </p:nvCxnSpPr>
        <p:spPr>
          <a:xfrm flipH="1">
            <a:off x="2614165" y="3205883"/>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0" name="Oval 79">
            <a:extLst>
              <a:ext uri="{FF2B5EF4-FFF2-40B4-BE49-F238E27FC236}">
                <a16:creationId xmlns:a16="http://schemas.microsoft.com/office/drawing/2014/main" id="{BDD11F87-DA81-9510-C1CB-0AF4093562CB}"/>
              </a:ext>
            </a:extLst>
          </p:cNvPr>
          <p:cNvSpPr/>
          <p:nvPr/>
        </p:nvSpPr>
        <p:spPr>
          <a:xfrm rot="5400000">
            <a:off x="2462458" y="457404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1" name="Oval 80">
            <a:extLst>
              <a:ext uri="{FF2B5EF4-FFF2-40B4-BE49-F238E27FC236}">
                <a16:creationId xmlns:a16="http://schemas.microsoft.com/office/drawing/2014/main" id="{BDD11F87-DA81-9510-C1CB-0AF4093562CB}"/>
              </a:ext>
            </a:extLst>
          </p:cNvPr>
          <p:cNvSpPr/>
          <p:nvPr/>
        </p:nvSpPr>
        <p:spPr>
          <a:xfrm rot="5400000">
            <a:off x="3902618" y="457404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2" name="Straight Connector 81">
            <a:extLst>
              <a:ext uri="{FF2B5EF4-FFF2-40B4-BE49-F238E27FC236}">
                <a16:creationId xmlns:a16="http://schemas.microsoft.com/office/drawing/2014/main" id="{6205DD86-315C-53B6-CEEF-A9919650168E}"/>
              </a:ext>
            </a:extLst>
          </p:cNvPr>
          <p:cNvCxnSpPr>
            <a:cxnSpLocks/>
            <a:stCxn id="75" idx="6"/>
            <a:endCxn id="80" idx="2"/>
          </p:cNvCxnSpPr>
          <p:nvPr/>
        </p:nvCxnSpPr>
        <p:spPr>
          <a:xfrm flipH="1">
            <a:off x="2534458" y="3277883"/>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76" idx="6"/>
            <a:endCxn id="81" idx="2"/>
          </p:cNvCxnSpPr>
          <p:nvPr/>
        </p:nvCxnSpPr>
        <p:spPr>
          <a:xfrm>
            <a:off x="3974618" y="3277883"/>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Straight Connector 83">
            <a:extLst>
              <a:ext uri="{FF2B5EF4-FFF2-40B4-BE49-F238E27FC236}">
                <a16:creationId xmlns:a16="http://schemas.microsoft.com/office/drawing/2014/main" id="{6205DD86-315C-53B6-CEEF-A9919650168E}"/>
              </a:ext>
            </a:extLst>
          </p:cNvPr>
          <p:cNvCxnSpPr>
            <a:cxnSpLocks/>
            <a:stCxn id="81" idx="4"/>
            <a:endCxn id="80" idx="0"/>
          </p:cNvCxnSpPr>
          <p:nvPr/>
        </p:nvCxnSpPr>
        <p:spPr>
          <a:xfrm flipH="1">
            <a:off x="2606458" y="4646043"/>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5" name="TextBox 84"/>
          <p:cNvSpPr txBox="1"/>
          <p:nvPr/>
        </p:nvSpPr>
        <p:spPr>
          <a:xfrm>
            <a:off x="2619475" y="3221063"/>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86" name="TextBox 85"/>
          <p:cNvSpPr txBox="1"/>
          <p:nvPr/>
        </p:nvSpPr>
        <p:spPr>
          <a:xfrm>
            <a:off x="3081900" y="1808973"/>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87" name="TextBox 86"/>
          <p:cNvSpPr txBox="1"/>
          <p:nvPr/>
        </p:nvSpPr>
        <p:spPr>
          <a:xfrm>
            <a:off x="4870412" y="3633415"/>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88" name="TextBox 87"/>
          <p:cNvSpPr txBox="1"/>
          <p:nvPr/>
        </p:nvSpPr>
        <p:spPr>
          <a:xfrm>
            <a:off x="2657370" y="408358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89" name="TextBox 88"/>
          <p:cNvSpPr txBox="1"/>
          <p:nvPr/>
        </p:nvSpPr>
        <p:spPr>
          <a:xfrm>
            <a:off x="3101279" y="5538590"/>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90" name="TextBox 89"/>
          <p:cNvSpPr txBox="1"/>
          <p:nvPr/>
        </p:nvSpPr>
        <p:spPr>
          <a:xfrm>
            <a:off x="3497540" y="3241802"/>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91" name="TextBox 90"/>
          <p:cNvSpPr txBox="1"/>
          <p:nvPr/>
        </p:nvSpPr>
        <p:spPr>
          <a:xfrm>
            <a:off x="1287944" y="3622056"/>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92" name="TextBox 91"/>
          <p:cNvSpPr txBox="1"/>
          <p:nvPr/>
        </p:nvSpPr>
        <p:spPr>
          <a:xfrm>
            <a:off x="3523225" y="4040981"/>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93" name="Straight Connector 92">
            <a:extLst>
              <a:ext uri="{FF2B5EF4-FFF2-40B4-BE49-F238E27FC236}">
                <a16:creationId xmlns:a16="http://schemas.microsoft.com/office/drawing/2014/main" id="{6205DD86-315C-53B6-CEEF-A9919650168E}"/>
              </a:ext>
            </a:extLst>
          </p:cNvPr>
          <p:cNvCxnSpPr>
            <a:cxnSpLocks/>
            <a:stCxn id="94" idx="3"/>
            <a:endCxn id="80" idx="7"/>
          </p:cNvCxnSpPr>
          <p:nvPr/>
        </p:nvCxnSpPr>
        <p:spPr>
          <a:xfrm flipH="1" flipV="1">
            <a:off x="2585370" y="4696955"/>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4" name="Oval 93">
            <a:extLst>
              <a:ext uri="{FF2B5EF4-FFF2-40B4-BE49-F238E27FC236}">
                <a16:creationId xmlns:a16="http://schemas.microsoft.com/office/drawing/2014/main" id="{BDD11F87-DA81-9510-C1CB-0AF4093562CB}"/>
              </a:ext>
            </a:extLst>
          </p:cNvPr>
          <p:cNvSpPr/>
          <p:nvPr/>
        </p:nvSpPr>
        <p:spPr>
          <a:xfrm rot="5400000">
            <a:off x="3178519" y="530309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5" name="Straight Connector 94">
            <a:extLst>
              <a:ext uri="{FF2B5EF4-FFF2-40B4-BE49-F238E27FC236}">
                <a16:creationId xmlns:a16="http://schemas.microsoft.com/office/drawing/2014/main" id="{6205DD86-315C-53B6-CEEF-A9919650168E}"/>
              </a:ext>
            </a:extLst>
          </p:cNvPr>
          <p:cNvCxnSpPr>
            <a:cxnSpLocks/>
            <a:stCxn id="94" idx="1"/>
            <a:endCxn id="81" idx="5"/>
          </p:cNvCxnSpPr>
          <p:nvPr/>
        </p:nvCxnSpPr>
        <p:spPr>
          <a:xfrm flipV="1">
            <a:off x="3301431" y="4696955"/>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6" name="Oval 95">
            <a:extLst>
              <a:ext uri="{FF2B5EF4-FFF2-40B4-BE49-F238E27FC236}">
                <a16:creationId xmlns:a16="http://schemas.microsoft.com/office/drawing/2014/main" id="{BDD11F87-DA81-9510-C1CB-0AF4093562CB}"/>
              </a:ext>
            </a:extLst>
          </p:cNvPr>
          <p:cNvSpPr/>
          <p:nvPr/>
        </p:nvSpPr>
        <p:spPr>
          <a:xfrm rot="5400000">
            <a:off x="1739534" y="387186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7" name="Oval 96">
            <a:extLst>
              <a:ext uri="{FF2B5EF4-FFF2-40B4-BE49-F238E27FC236}">
                <a16:creationId xmlns:a16="http://schemas.microsoft.com/office/drawing/2014/main" id="{BDD11F87-DA81-9510-C1CB-0AF4093562CB}"/>
              </a:ext>
            </a:extLst>
          </p:cNvPr>
          <p:cNvSpPr/>
          <p:nvPr/>
        </p:nvSpPr>
        <p:spPr>
          <a:xfrm rot="5400000">
            <a:off x="4545477" y="38498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8" name="Straight Connector 97">
            <a:extLst>
              <a:ext uri="{FF2B5EF4-FFF2-40B4-BE49-F238E27FC236}">
                <a16:creationId xmlns:a16="http://schemas.microsoft.com/office/drawing/2014/main" id="{6205DD86-315C-53B6-CEEF-A9919650168E}"/>
              </a:ext>
            </a:extLst>
          </p:cNvPr>
          <p:cNvCxnSpPr>
            <a:cxnSpLocks/>
            <a:stCxn id="75" idx="5"/>
            <a:endCxn id="96" idx="1"/>
          </p:cNvCxnSpPr>
          <p:nvPr/>
        </p:nvCxnSpPr>
        <p:spPr>
          <a:xfrm flipH="1">
            <a:off x="1862446" y="3256795"/>
            <a:ext cx="628807" cy="63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Straight Connector 98">
            <a:extLst>
              <a:ext uri="{FF2B5EF4-FFF2-40B4-BE49-F238E27FC236}">
                <a16:creationId xmlns:a16="http://schemas.microsoft.com/office/drawing/2014/main" id="{6205DD86-315C-53B6-CEEF-A9919650168E}"/>
              </a:ext>
            </a:extLst>
          </p:cNvPr>
          <p:cNvCxnSpPr>
            <a:cxnSpLocks/>
            <a:stCxn id="96" idx="7"/>
            <a:endCxn id="80" idx="3"/>
          </p:cNvCxnSpPr>
          <p:nvPr/>
        </p:nvCxnSpPr>
        <p:spPr>
          <a:xfrm>
            <a:off x="1862446" y="3994779"/>
            <a:ext cx="621100" cy="60035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Straight Connector 99">
            <a:extLst>
              <a:ext uri="{FF2B5EF4-FFF2-40B4-BE49-F238E27FC236}">
                <a16:creationId xmlns:a16="http://schemas.microsoft.com/office/drawing/2014/main" id="{6205DD86-315C-53B6-CEEF-A9919650168E}"/>
              </a:ext>
            </a:extLst>
          </p:cNvPr>
          <p:cNvCxnSpPr>
            <a:cxnSpLocks/>
            <a:stCxn id="76" idx="7"/>
            <a:endCxn id="97" idx="3"/>
          </p:cNvCxnSpPr>
          <p:nvPr/>
        </p:nvCxnSpPr>
        <p:spPr>
          <a:xfrm>
            <a:off x="4025530" y="3256795"/>
            <a:ext cx="541035" cy="61411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1" name="Straight Connector 100">
            <a:extLst>
              <a:ext uri="{FF2B5EF4-FFF2-40B4-BE49-F238E27FC236}">
                <a16:creationId xmlns:a16="http://schemas.microsoft.com/office/drawing/2014/main" id="{6205DD86-315C-53B6-CEEF-A9919650168E}"/>
              </a:ext>
            </a:extLst>
          </p:cNvPr>
          <p:cNvCxnSpPr>
            <a:cxnSpLocks/>
            <a:stCxn id="97" idx="5"/>
            <a:endCxn id="81" idx="1"/>
          </p:cNvCxnSpPr>
          <p:nvPr/>
        </p:nvCxnSpPr>
        <p:spPr>
          <a:xfrm flipH="1">
            <a:off x="4025530" y="3972729"/>
            <a:ext cx="541035" cy="62240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2" name="Arc 101"/>
          <p:cNvSpPr/>
          <p:nvPr/>
        </p:nvSpPr>
        <p:spPr>
          <a:xfrm rot="16514619">
            <a:off x="1683655" y="2296096"/>
            <a:ext cx="2061353" cy="2118182"/>
          </a:xfrm>
          <a:prstGeom prst="arc">
            <a:avLst>
              <a:gd name="adj1" fmla="val 14076448"/>
              <a:gd name="adj2" fmla="val 1349220"/>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Arc 102"/>
          <p:cNvSpPr/>
          <p:nvPr/>
        </p:nvSpPr>
        <p:spPr>
          <a:xfrm rot="5804282">
            <a:off x="2779338" y="3476801"/>
            <a:ext cx="2061353" cy="2118182"/>
          </a:xfrm>
          <a:prstGeom prst="arc">
            <a:avLst>
              <a:gd name="adj1" fmla="val 13808793"/>
              <a:gd name="adj2" fmla="val 1349220"/>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Arc 103"/>
          <p:cNvSpPr/>
          <p:nvPr/>
        </p:nvSpPr>
        <p:spPr>
          <a:xfrm rot="558621">
            <a:off x="2735750" y="2320652"/>
            <a:ext cx="2061353" cy="2118182"/>
          </a:xfrm>
          <a:prstGeom prst="arc">
            <a:avLst>
              <a:gd name="adj1" fmla="val 14076448"/>
              <a:gd name="adj2" fmla="val 1171003"/>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Arc 104"/>
          <p:cNvSpPr/>
          <p:nvPr/>
        </p:nvSpPr>
        <p:spPr>
          <a:xfrm rot="11103416">
            <a:off x="1664635" y="3415523"/>
            <a:ext cx="2061353" cy="2118182"/>
          </a:xfrm>
          <a:prstGeom prst="arc">
            <a:avLst>
              <a:gd name="adj1" fmla="val 14174272"/>
              <a:gd name="adj2" fmla="val 1349220"/>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3073659" y="2323193"/>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1" name="Oval 110"/>
          <p:cNvSpPr/>
          <p:nvPr/>
        </p:nvSpPr>
        <p:spPr>
          <a:xfrm>
            <a:off x="3068704" y="5208259"/>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4" name="Oval 113"/>
          <p:cNvSpPr/>
          <p:nvPr/>
        </p:nvSpPr>
        <p:spPr>
          <a:xfrm>
            <a:off x="7704004" y="3036198"/>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9" name="Oval 118"/>
          <p:cNvSpPr/>
          <p:nvPr/>
        </p:nvSpPr>
        <p:spPr>
          <a:xfrm>
            <a:off x="9130973" y="4454532"/>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2" name="Content Placeholder 2"/>
              <p:cNvSpPr txBox="1">
                <a:spLocks/>
              </p:cNvSpPr>
              <p:nvPr/>
            </p:nvSpPr>
            <p:spPr>
              <a:xfrm>
                <a:off x="1287945" y="5998592"/>
                <a:ext cx="3547398" cy="60650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3" panose="05040102010807070707" pitchFamily="18" charset="2"/>
                  <a:buNone/>
                </a:pPr>
                <a:r>
                  <a:rPr lang="en-US" dirty="0"/>
                  <a:t>Dominating set </a:t>
                </a:r>
                <a14:m>
                  <m:oMath xmlns:m="http://schemas.openxmlformats.org/officeDocument/2006/math">
                    <m:r>
                      <a:rPr lang="en-US" b="0" i="0" smtClean="0">
                        <a:latin typeface="Cambria Math" panose="02040503050406030204" pitchFamily="18" charset="0"/>
                      </a:rPr>
                      <m:t>=</m:t>
                    </m:r>
                    <m:d>
                      <m:dPr>
                        <m:begChr m:val="{"/>
                        <m:endChr m:val="}"/>
                        <m:ctrlPr>
                          <a:rPr lang="en-US" i="1" smtClean="0">
                            <a:latin typeface="Cambria Math" panose="02040503050406030204" pitchFamily="18" charset="0"/>
                          </a:rPr>
                        </m:ctrlPr>
                      </m:dPr>
                      <m:e>
                        <m:r>
                          <m:rPr>
                            <m:sty m:val="p"/>
                          </m:rPr>
                          <a:rPr lang="en-US" b="0" i="0" smtClean="0">
                            <a:latin typeface="Cambria Math" panose="02040503050406030204" pitchFamily="18" charset="0"/>
                          </a:rPr>
                          <m:t>e</m:t>
                        </m:r>
                        <m:r>
                          <a:rPr lang="en-US" smtClean="0">
                            <a:latin typeface="Cambria Math" panose="02040503050406030204" pitchFamily="18" charset="0"/>
                          </a:rPr>
                          <m:t>,</m:t>
                        </m:r>
                        <m:r>
                          <m:rPr>
                            <m:sty m:val="p"/>
                          </m:rPr>
                          <a:rPr lang="en-US" b="0" i="0" smtClean="0">
                            <a:latin typeface="Cambria Math" panose="02040503050406030204" pitchFamily="18" charset="0"/>
                          </a:rPr>
                          <m:t>f</m:t>
                        </m:r>
                      </m:e>
                    </m:d>
                  </m:oMath>
                </a14:m>
                <a:r>
                  <a:rPr lang="en-US" dirty="0"/>
                  <a:t>.</a:t>
                </a:r>
              </a:p>
              <a:p>
                <a:pPr marL="0" indent="0" algn="ctr">
                  <a:buFont typeface="Wingdings 3" panose="05040102010807070707" pitchFamily="18" charset="2"/>
                  <a:buNone/>
                </a:pPr>
                <a:endParaRPr lang="en-US" dirty="0"/>
              </a:p>
            </p:txBody>
          </p:sp>
        </mc:Choice>
        <mc:Fallback xmlns="">
          <p:sp>
            <p:nvSpPr>
              <p:cNvPr id="122" name="Content Placeholder 2"/>
              <p:cNvSpPr txBox="1">
                <a:spLocks noRot="1" noChangeAspect="1" noMove="1" noResize="1" noEditPoints="1" noAdjustHandles="1" noChangeArrowheads="1" noChangeShapeType="1" noTextEdit="1"/>
              </p:cNvSpPr>
              <p:nvPr/>
            </p:nvSpPr>
            <p:spPr>
              <a:xfrm>
                <a:off x="1287945" y="5998592"/>
                <a:ext cx="3547398" cy="606502"/>
              </a:xfrm>
              <a:prstGeom prst="rect">
                <a:avLst/>
              </a:prstGeom>
              <a:blipFill rotWithShape="0">
                <a:blip r:embed="rId2"/>
                <a:stretch>
                  <a:fillRect l="-3265" t="-17000" r="-3265" b="-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Content Placeholder 2"/>
              <p:cNvSpPr txBox="1">
                <a:spLocks/>
              </p:cNvSpPr>
              <p:nvPr/>
            </p:nvSpPr>
            <p:spPr>
              <a:xfrm>
                <a:off x="6638738" y="5998592"/>
                <a:ext cx="3597536" cy="60650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3" panose="05040102010807070707" pitchFamily="18" charset="2"/>
                  <a:buNone/>
                </a:pPr>
                <a:r>
                  <a:rPr lang="en-US" dirty="0"/>
                  <a:t>Dominating set </a:t>
                </a:r>
                <a14:m>
                  <m:oMath xmlns:m="http://schemas.openxmlformats.org/officeDocument/2006/math">
                    <m:r>
                      <a:rPr lang="en-US" b="0" i="0" smtClean="0">
                        <a:latin typeface="Cambria Math" panose="02040503050406030204" pitchFamily="18" charset="0"/>
                      </a:rPr>
                      <m:t>=</m:t>
                    </m:r>
                    <m:d>
                      <m:dPr>
                        <m:begChr m:val="{"/>
                        <m:endChr m:val="}"/>
                        <m:ctrlPr>
                          <a:rPr lang="en-US" i="1" smtClean="0">
                            <a:latin typeface="Cambria Math" panose="02040503050406030204" pitchFamily="18" charset="0"/>
                          </a:rPr>
                        </m:ctrlPr>
                      </m:dPr>
                      <m:e>
                        <m:r>
                          <m:rPr>
                            <m:sty m:val="p"/>
                          </m:rPr>
                          <a:rPr lang="en-US" b="0" i="0" smtClean="0">
                            <a:latin typeface="Cambria Math" panose="02040503050406030204" pitchFamily="18" charset="0"/>
                          </a:rPr>
                          <m:t>a</m:t>
                        </m:r>
                        <m:r>
                          <a:rPr lang="en-US" smtClean="0">
                            <a:latin typeface="Cambria Math" panose="02040503050406030204" pitchFamily="18" charset="0"/>
                          </a:rPr>
                          <m:t>,</m:t>
                        </m:r>
                        <m:r>
                          <m:rPr>
                            <m:sty m:val="p"/>
                          </m:rPr>
                          <a:rPr lang="en-US" b="0" i="0" smtClean="0">
                            <a:latin typeface="Cambria Math" panose="02040503050406030204" pitchFamily="18" charset="0"/>
                          </a:rPr>
                          <m:t>c</m:t>
                        </m:r>
                      </m:e>
                    </m:d>
                  </m:oMath>
                </a14:m>
                <a:r>
                  <a:rPr lang="en-US" dirty="0"/>
                  <a:t>.</a:t>
                </a:r>
              </a:p>
              <a:p>
                <a:pPr marL="0" indent="0" algn="ctr">
                  <a:buFont typeface="Wingdings 3" panose="05040102010807070707" pitchFamily="18" charset="2"/>
                  <a:buNone/>
                </a:pPr>
                <a:endParaRPr lang="en-US" dirty="0"/>
              </a:p>
            </p:txBody>
          </p:sp>
        </mc:Choice>
        <mc:Fallback xmlns="">
          <p:sp>
            <p:nvSpPr>
              <p:cNvPr id="123" name="Content Placeholder 2"/>
              <p:cNvSpPr txBox="1">
                <a:spLocks noRot="1" noChangeAspect="1" noMove="1" noResize="1" noEditPoints="1" noAdjustHandles="1" noChangeArrowheads="1" noChangeShapeType="1" noTextEdit="1"/>
              </p:cNvSpPr>
              <p:nvPr/>
            </p:nvSpPr>
            <p:spPr>
              <a:xfrm>
                <a:off x="6638738" y="5998592"/>
                <a:ext cx="3597536" cy="606502"/>
              </a:xfrm>
              <a:prstGeom prst="rect">
                <a:avLst/>
              </a:prstGeom>
              <a:blipFill rotWithShape="0">
                <a:blip r:embed="rId3"/>
                <a:stretch>
                  <a:fillRect l="-3220" t="-17000" r="-3220" b="-6000"/>
                </a:stretch>
              </a:blipFill>
            </p:spPr>
            <p:txBody>
              <a:bodyPr/>
              <a:lstStyle/>
              <a:p>
                <a:r>
                  <a:rPr lang="en-US">
                    <a:noFill/>
                  </a:rPr>
                  <a:t> </a:t>
                </a:r>
              </a:p>
            </p:txBody>
          </p:sp>
        </mc:Fallback>
      </mc:AlternateContent>
    </p:spTree>
    <p:extLst>
      <p:ext uri="{BB962C8B-B14F-4D97-AF65-F5344CB8AC3E}">
        <p14:creationId xmlns:p14="http://schemas.microsoft.com/office/powerpoint/2010/main" val="250146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74"/>
                                        </p:tgtEl>
                                        <p:attrNameLst>
                                          <p:attrName>style.color</p:attrName>
                                        </p:attrNameLst>
                                      </p:cBhvr>
                                      <p:to>
                                        <a:srgbClr val="FFFF00"/>
                                      </p:to>
                                    </p:animClr>
                                    <p:animClr clrSpc="rgb" dir="cw">
                                      <p:cBhvr>
                                        <p:cTn id="7" dur="500" fill="hold"/>
                                        <p:tgtEl>
                                          <p:spTgt spid="74"/>
                                        </p:tgtEl>
                                        <p:attrNameLst>
                                          <p:attrName>fillcolor</p:attrName>
                                        </p:attrNameLst>
                                      </p:cBhvr>
                                      <p:to>
                                        <a:srgbClr val="FFFF00"/>
                                      </p:to>
                                    </p:animClr>
                                    <p:set>
                                      <p:cBhvr>
                                        <p:cTn id="8" dur="500" fill="hold"/>
                                        <p:tgtEl>
                                          <p:spTgt spid="74"/>
                                        </p:tgtEl>
                                        <p:attrNameLst>
                                          <p:attrName>fill.type</p:attrName>
                                        </p:attrNameLst>
                                      </p:cBhvr>
                                      <p:to>
                                        <p:strVal val="solid"/>
                                      </p:to>
                                    </p:set>
                                    <p:set>
                                      <p:cBhvr>
                                        <p:cTn id="9" dur="500" fill="hold"/>
                                        <p:tgtEl>
                                          <p:spTgt spid="74"/>
                                        </p:tgtEl>
                                        <p:attrNameLst>
                                          <p:attrName>fill.on</p:attrName>
                                        </p:attrNameLst>
                                      </p:cBhvr>
                                      <p:to>
                                        <p:strVal val="true"/>
                                      </p:to>
                                    </p:se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106"/>
                                        </p:tgtEl>
                                        <p:attrNameLst>
                                          <p:attrName>style.visibility</p:attrName>
                                        </p:attrNameLst>
                                      </p:cBhvr>
                                      <p:to>
                                        <p:strVal val="visible"/>
                                      </p:to>
                                    </p:set>
                                    <p:animEffect transition="in" filter="wipe(down)">
                                      <p:cBhvr>
                                        <p:cTn id="13" dur="500"/>
                                        <p:tgtEl>
                                          <p:spTgt spid="106"/>
                                        </p:tgtEl>
                                      </p:cBhvr>
                                    </p:animEffect>
                                  </p:childTnLst>
                                </p:cTn>
                              </p:par>
                            </p:childTnLst>
                          </p:cTn>
                        </p:par>
                      </p:childTnLst>
                    </p:cTn>
                  </p:par>
                  <p:par>
                    <p:cTn id="14" fill="hold">
                      <p:stCondLst>
                        <p:cond delay="indefinite"/>
                      </p:stCondLst>
                      <p:childTnLst>
                        <p:par>
                          <p:cTn id="15" fill="hold">
                            <p:stCondLst>
                              <p:cond delay="0"/>
                            </p:stCondLst>
                            <p:childTnLst>
                              <p:par>
                                <p:cTn id="16" presetID="19" presetClass="emph" presetSubtype="0" fill="hold" grpId="0" nodeType="clickEffect">
                                  <p:stCondLst>
                                    <p:cond delay="0"/>
                                  </p:stCondLst>
                                  <p:childTnLst>
                                    <p:animClr clrSpc="rgb" dir="cw">
                                      <p:cBhvr override="childStyle">
                                        <p:cTn id="17" dur="500" fill="hold"/>
                                        <p:tgtEl>
                                          <p:spTgt spid="75"/>
                                        </p:tgtEl>
                                        <p:attrNameLst>
                                          <p:attrName>style.color</p:attrName>
                                        </p:attrNameLst>
                                      </p:cBhvr>
                                      <p:to>
                                        <a:schemeClr val="accent2"/>
                                      </p:to>
                                    </p:animClr>
                                    <p:animClr clrSpc="rgb" dir="cw">
                                      <p:cBhvr>
                                        <p:cTn id="18" dur="500" fill="hold"/>
                                        <p:tgtEl>
                                          <p:spTgt spid="75"/>
                                        </p:tgtEl>
                                        <p:attrNameLst>
                                          <p:attrName>fillcolor</p:attrName>
                                        </p:attrNameLst>
                                      </p:cBhvr>
                                      <p:to>
                                        <a:schemeClr val="accent2"/>
                                      </p:to>
                                    </p:animClr>
                                    <p:set>
                                      <p:cBhvr>
                                        <p:cTn id="19" dur="500" fill="hold"/>
                                        <p:tgtEl>
                                          <p:spTgt spid="75"/>
                                        </p:tgtEl>
                                        <p:attrNameLst>
                                          <p:attrName>fill.type</p:attrName>
                                        </p:attrNameLst>
                                      </p:cBhvr>
                                      <p:to>
                                        <p:strVal val="solid"/>
                                      </p:to>
                                    </p:set>
                                    <p:set>
                                      <p:cBhvr>
                                        <p:cTn id="20" dur="500" fill="hold"/>
                                        <p:tgtEl>
                                          <p:spTgt spid="75"/>
                                        </p:tgtEl>
                                        <p:attrNameLst>
                                          <p:attrName>fill.on</p:attrName>
                                        </p:attrNameLst>
                                      </p:cBhvr>
                                      <p:to>
                                        <p:strVal val="true"/>
                                      </p:to>
                                    </p:set>
                                  </p:childTnLst>
                                </p:cTn>
                              </p:par>
                              <p:par>
                                <p:cTn id="21" presetID="19" presetClass="emph" presetSubtype="0" fill="hold" grpId="0" nodeType="withEffect">
                                  <p:stCondLst>
                                    <p:cond delay="0"/>
                                  </p:stCondLst>
                                  <p:childTnLst>
                                    <p:animClr clrSpc="rgb" dir="cw">
                                      <p:cBhvr override="childStyle">
                                        <p:cTn id="22" dur="500" fill="hold"/>
                                        <p:tgtEl>
                                          <p:spTgt spid="76"/>
                                        </p:tgtEl>
                                        <p:attrNameLst>
                                          <p:attrName>style.color</p:attrName>
                                        </p:attrNameLst>
                                      </p:cBhvr>
                                      <p:to>
                                        <a:schemeClr val="accent2"/>
                                      </p:to>
                                    </p:animClr>
                                    <p:animClr clrSpc="rgb" dir="cw">
                                      <p:cBhvr>
                                        <p:cTn id="23" dur="500" fill="hold"/>
                                        <p:tgtEl>
                                          <p:spTgt spid="76"/>
                                        </p:tgtEl>
                                        <p:attrNameLst>
                                          <p:attrName>fillcolor</p:attrName>
                                        </p:attrNameLst>
                                      </p:cBhvr>
                                      <p:to>
                                        <a:schemeClr val="accent2"/>
                                      </p:to>
                                    </p:animClr>
                                    <p:set>
                                      <p:cBhvr>
                                        <p:cTn id="24" dur="500" fill="hold"/>
                                        <p:tgtEl>
                                          <p:spTgt spid="76"/>
                                        </p:tgtEl>
                                        <p:attrNameLst>
                                          <p:attrName>fill.type</p:attrName>
                                        </p:attrNameLst>
                                      </p:cBhvr>
                                      <p:to>
                                        <p:strVal val="solid"/>
                                      </p:to>
                                    </p:set>
                                    <p:set>
                                      <p:cBhvr>
                                        <p:cTn id="25" dur="500" fill="hold"/>
                                        <p:tgtEl>
                                          <p:spTgt spid="76"/>
                                        </p:tgtEl>
                                        <p:attrNameLst>
                                          <p:attrName>fill.on</p:attrName>
                                        </p:attrNameLst>
                                      </p:cBhvr>
                                      <p:to>
                                        <p:strVal val="true"/>
                                      </p:to>
                                    </p:set>
                                  </p:childTnLst>
                                </p:cTn>
                              </p:par>
                              <p:par>
                                <p:cTn id="26" presetID="19" presetClass="emph" presetSubtype="0" fill="hold" grpId="0" nodeType="withEffect">
                                  <p:stCondLst>
                                    <p:cond delay="0"/>
                                  </p:stCondLst>
                                  <p:childTnLst>
                                    <p:animClr clrSpc="rgb" dir="cw">
                                      <p:cBhvr override="childStyle">
                                        <p:cTn id="27" dur="500" fill="hold"/>
                                        <p:tgtEl>
                                          <p:spTgt spid="97"/>
                                        </p:tgtEl>
                                        <p:attrNameLst>
                                          <p:attrName>style.color</p:attrName>
                                        </p:attrNameLst>
                                      </p:cBhvr>
                                      <p:to>
                                        <a:schemeClr val="accent2"/>
                                      </p:to>
                                    </p:animClr>
                                    <p:animClr clrSpc="rgb" dir="cw">
                                      <p:cBhvr>
                                        <p:cTn id="28" dur="500" fill="hold"/>
                                        <p:tgtEl>
                                          <p:spTgt spid="97"/>
                                        </p:tgtEl>
                                        <p:attrNameLst>
                                          <p:attrName>fillcolor</p:attrName>
                                        </p:attrNameLst>
                                      </p:cBhvr>
                                      <p:to>
                                        <a:schemeClr val="accent2"/>
                                      </p:to>
                                    </p:animClr>
                                    <p:set>
                                      <p:cBhvr>
                                        <p:cTn id="29" dur="500" fill="hold"/>
                                        <p:tgtEl>
                                          <p:spTgt spid="97"/>
                                        </p:tgtEl>
                                        <p:attrNameLst>
                                          <p:attrName>fill.type</p:attrName>
                                        </p:attrNameLst>
                                      </p:cBhvr>
                                      <p:to>
                                        <p:strVal val="solid"/>
                                      </p:to>
                                    </p:set>
                                    <p:set>
                                      <p:cBhvr>
                                        <p:cTn id="30" dur="500" fill="hold"/>
                                        <p:tgtEl>
                                          <p:spTgt spid="97"/>
                                        </p:tgtEl>
                                        <p:attrNameLst>
                                          <p:attrName>fill.on</p:attrName>
                                        </p:attrNameLst>
                                      </p:cBhvr>
                                      <p:to>
                                        <p:strVal val="true"/>
                                      </p:to>
                                    </p:set>
                                  </p:childTnLst>
                                </p:cTn>
                              </p:par>
                              <p:par>
                                <p:cTn id="31" presetID="19" presetClass="emph" presetSubtype="0" fill="hold" grpId="0" nodeType="withEffect">
                                  <p:stCondLst>
                                    <p:cond delay="0"/>
                                  </p:stCondLst>
                                  <p:childTnLst>
                                    <p:animClr clrSpc="rgb" dir="cw">
                                      <p:cBhvr override="childStyle">
                                        <p:cTn id="32" dur="500" fill="hold"/>
                                        <p:tgtEl>
                                          <p:spTgt spid="96"/>
                                        </p:tgtEl>
                                        <p:attrNameLst>
                                          <p:attrName>style.color</p:attrName>
                                        </p:attrNameLst>
                                      </p:cBhvr>
                                      <p:to>
                                        <a:schemeClr val="accent2"/>
                                      </p:to>
                                    </p:animClr>
                                    <p:animClr clrSpc="rgb" dir="cw">
                                      <p:cBhvr>
                                        <p:cTn id="33" dur="500" fill="hold"/>
                                        <p:tgtEl>
                                          <p:spTgt spid="96"/>
                                        </p:tgtEl>
                                        <p:attrNameLst>
                                          <p:attrName>fillcolor</p:attrName>
                                        </p:attrNameLst>
                                      </p:cBhvr>
                                      <p:to>
                                        <a:schemeClr val="accent2"/>
                                      </p:to>
                                    </p:animClr>
                                    <p:set>
                                      <p:cBhvr>
                                        <p:cTn id="34" dur="500" fill="hold"/>
                                        <p:tgtEl>
                                          <p:spTgt spid="96"/>
                                        </p:tgtEl>
                                        <p:attrNameLst>
                                          <p:attrName>fill.type</p:attrName>
                                        </p:attrNameLst>
                                      </p:cBhvr>
                                      <p:to>
                                        <p:strVal val="solid"/>
                                      </p:to>
                                    </p:set>
                                    <p:set>
                                      <p:cBhvr>
                                        <p:cTn id="35" dur="500" fill="hold"/>
                                        <p:tgtEl>
                                          <p:spTgt spid="96"/>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9" presetClass="emph" presetSubtype="0" fill="hold" grpId="0" nodeType="clickEffect">
                                  <p:stCondLst>
                                    <p:cond delay="0"/>
                                  </p:stCondLst>
                                  <p:childTnLst>
                                    <p:animClr clrSpc="rgb" dir="cw">
                                      <p:cBhvr override="childStyle">
                                        <p:cTn id="39" dur="500" fill="hold"/>
                                        <p:tgtEl>
                                          <p:spTgt spid="94"/>
                                        </p:tgtEl>
                                        <p:attrNameLst>
                                          <p:attrName>style.color</p:attrName>
                                        </p:attrNameLst>
                                      </p:cBhvr>
                                      <p:to>
                                        <a:srgbClr val="FFFF00"/>
                                      </p:to>
                                    </p:animClr>
                                    <p:animClr clrSpc="rgb" dir="cw">
                                      <p:cBhvr>
                                        <p:cTn id="40" dur="500" fill="hold"/>
                                        <p:tgtEl>
                                          <p:spTgt spid="94"/>
                                        </p:tgtEl>
                                        <p:attrNameLst>
                                          <p:attrName>fillcolor</p:attrName>
                                        </p:attrNameLst>
                                      </p:cBhvr>
                                      <p:to>
                                        <a:srgbClr val="FFFF00"/>
                                      </p:to>
                                    </p:animClr>
                                    <p:set>
                                      <p:cBhvr>
                                        <p:cTn id="41" dur="500" fill="hold"/>
                                        <p:tgtEl>
                                          <p:spTgt spid="94"/>
                                        </p:tgtEl>
                                        <p:attrNameLst>
                                          <p:attrName>fill.type</p:attrName>
                                        </p:attrNameLst>
                                      </p:cBhvr>
                                      <p:to>
                                        <p:strVal val="solid"/>
                                      </p:to>
                                    </p:set>
                                    <p:set>
                                      <p:cBhvr>
                                        <p:cTn id="42" dur="500" fill="hold"/>
                                        <p:tgtEl>
                                          <p:spTgt spid="94"/>
                                        </p:tgtEl>
                                        <p:attrNameLst>
                                          <p:attrName>fill.on</p:attrName>
                                        </p:attrNameLst>
                                      </p:cBhvr>
                                      <p:to>
                                        <p:strVal val="true"/>
                                      </p:to>
                                    </p:set>
                                  </p:childTnLst>
                                </p:cTn>
                              </p:par>
                            </p:childTnLst>
                          </p:cTn>
                        </p:par>
                        <p:par>
                          <p:cTn id="43" fill="hold">
                            <p:stCondLst>
                              <p:cond delay="500"/>
                            </p:stCondLst>
                            <p:childTnLst>
                              <p:par>
                                <p:cTn id="44" presetID="22" presetClass="entr" presetSubtype="4" fill="hold" grpId="0" nodeType="afterEffect">
                                  <p:stCondLst>
                                    <p:cond delay="0"/>
                                  </p:stCondLst>
                                  <p:childTnLst>
                                    <p:set>
                                      <p:cBhvr>
                                        <p:cTn id="45" dur="1" fill="hold">
                                          <p:stCondLst>
                                            <p:cond delay="0"/>
                                          </p:stCondLst>
                                        </p:cTn>
                                        <p:tgtEl>
                                          <p:spTgt spid="111"/>
                                        </p:tgtEl>
                                        <p:attrNameLst>
                                          <p:attrName>style.visibility</p:attrName>
                                        </p:attrNameLst>
                                      </p:cBhvr>
                                      <p:to>
                                        <p:strVal val="visible"/>
                                      </p:to>
                                    </p:set>
                                    <p:animEffect transition="in" filter="wipe(down)">
                                      <p:cBhvr>
                                        <p:cTn id="46" dur="500"/>
                                        <p:tgtEl>
                                          <p:spTgt spid="111"/>
                                        </p:tgtEl>
                                      </p:cBhvr>
                                    </p:animEffect>
                                  </p:childTnLst>
                                </p:cTn>
                              </p:par>
                            </p:childTnLst>
                          </p:cTn>
                        </p:par>
                      </p:childTnLst>
                    </p:cTn>
                  </p:par>
                  <p:par>
                    <p:cTn id="47" fill="hold">
                      <p:stCondLst>
                        <p:cond delay="indefinite"/>
                      </p:stCondLst>
                      <p:childTnLst>
                        <p:par>
                          <p:cTn id="48" fill="hold">
                            <p:stCondLst>
                              <p:cond delay="0"/>
                            </p:stCondLst>
                            <p:childTnLst>
                              <p:par>
                                <p:cTn id="49" presetID="19" presetClass="emph" presetSubtype="0" fill="hold" grpId="0" nodeType="clickEffect">
                                  <p:stCondLst>
                                    <p:cond delay="0"/>
                                  </p:stCondLst>
                                  <p:childTnLst>
                                    <p:animClr clrSpc="rgb" dir="cw">
                                      <p:cBhvr override="childStyle">
                                        <p:cTn id="50" dur="500" fill="hold"/>
                                        <p:tgtEl>
                                          <p:spTgt spid="80"/>
                                        </p:tgtEl>
                                        <p:attrNameLst>
                                          <p:attrName>style.color</p:attrName>
                                        </p:attrNameLst>
                                      </p:cBhvr>
                                      <p:to>
                                        <a:schemeClr val="accent2"/>
                                      </p:to>
                                    </p:animClr>
                                    <p:animClr clrSpc="rgb" dir="cw">
                                      <p:cBhvr>
                                        <p:cTn id="51" dur="500" fill="hold"/>
                                        <p:tgtEl>
                                          <p:spTgt spid="80"/>
                                        </p:tgtEl>
                                        <p:attrNameLst>
                                          <p:attrName>fillcolor</p:attrName>
                                        </p:attrNameLst>
                                      </p:cBhvr>
                                      <p:to>
                                        <a:schemeClr val="accent2"/>
                                      </p:to>
                                    </p:animClr>
                                    <p:set>
                                      <p:cBhvr>
                                        <p:cTn id="52" dur="500" fill="hold"/>
                                        <p:tgtEl>
                                          <p:spTgt spid="80"/>
                                        </p:tgtEl>
                                        <p:attrNameLst>
                                          <p:attrName>fill.type</p:attrName>
                                        </p:attrNameLst>
                                      </p:cBhvr>
                                      <p:to>
                                        <p:strVal val="solid"/>
                                      </p:to>
                                    </p:set>
                                    <p:set>
                                      <p:cBhvr>
                                        <p:cTn id="53" dur="500" fill="hold"/>
                                        <p:tgtEl>
                                          <p:spTgt spid="80"/>
                                        </p:tgtEl>
                                        <p:attrNameLst>
                                          <p:attrName>fill.on</p:attrName>
                                        </p:attrNameLst>
                                      </p:cBhvr>
                                      <p:to>
                                        <p:strVal val="true"/>
                                      </p:to>
                                    </p:set>
                                  </p:childTnLst>
                                </p:cTn>
                              </p:par>
                              <p:par>
                                <p:cTn id="54" presetID="19" presetClass="emph" presetSubtype="0" fill="hold" grpId="0" nodeType="withEffect">
                                  <p:stCondLst>
                                    <p:cond delay="0"/>
                                  </p:stCondLst>
                                  <p:childTnLst>
                                    <p:animClr clrSpc="rgb" dir="cw">
                                      <p:cBhvr override="childStyle">
                                        <p:cTn id="55" dur="500" fill="hold"/>
                                        <p:tgtEl>
                                          <p:spTgt spid="81"/>
                                        </p:tgtEl>
                                        <p:attrNameLst>
                                          <p:attrName>style.color</p:attrName>
                                        </p:attrNameLst>
                                      </p:cBhvr>
                                      <p:to>
                                        <a:schemeClr val="accent2"/>
                                      </p:to>
                                    </p:animClr>
                                    <p:animClr clrSpc="rgb" dir="cw">
                                      <p:cBhvr>
                                        <p:cTn id="56" dur="500" fill="hold"/>
                                        <p:tgtEl>
                                          <p:spTgt spid="81"/>
                                        </p:tgtEl>
                                        <p:attrNameLst>
                                          <p:attrName>fillcolor</p:attrName>
                                        </p:attrNameLst>
                                      </p:cBhvr>
                                      <p:to>
                                        <a:schemeClr val="accent2"/>
                                      </p:to>
                                    </p:animClr>
                                    <p:set>
                                      <p:cBhvr>
                                        <p:cTn id="57" dur="500" fill="hold"/>
                                        <p:tgtEl>
                                          <p:spTgt spid="81"/>
                                        </p:tgtEl>
                                        <p:attrNameLst>
                                          <p:attrName>fill.type</p:attrName>
                                        </p:attrNameLst>
                                      </p:cBhvr>
                                      <p:to>
                                        <p:strVal val="solid"/>
                                      </p:to>
                                    </p:set>
                                    <p:set>
                                      <p:cBhvr>
                                        <p:cTn id="58" dur="500" fill="hold"/>
                                        <p:tgtEl>
                                          <p:spTgt spid="81"/>
                                        </p:tgtEl>
                                        <p:attrNameLst>
                                          <p:attrName>fill.on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2">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9" presetClass="emph" presetSubtype="0" fill="hold" grpId="0" nodeType="clickEffect">
                                  <p:stCondLst>
                                    <p:cond delay="0"/>
                                  </p:stCondLst>
                                  <p:childTnLst>
                                    <p:animClr clrSpc="rgb" dir="cw">
                                      <p:cBhvr override="childStyle">
                                        <p:cTn id="66" dur="500" fill="hold"/>
                                        <p:tgtEl>
                                          <p:spTgt spid="7"/>
                                        </p:tgtEl>
                                        <p:attrNameLst>
                                          <p:attrName>style.color</p:attrName>
                                        </p:attrNameLst>
                                      </p:cBhvr>
                                      <p:to>
                                        <a:srgbClr val="FFFF00"/>
                                      </p:to>
                                    </p:animClr>
                                    <p:animClr clrSpc="rgb" dir="cw">
                                      <p:cBhvr>
                                        <p:cTn id="67" dur="500" fill="hold"/>
                                        <p:tgtEl>
                                          <p:spTgt spid="7"/>
                                        </p:tgtEl>
                                        <p:attrNameLst>
                                          <p:attrName>fillcolor</p:attrName>
                                        </p:attrNameLst>
                                      </p:cBhvr>
                                      <p:to>
                                        <a:srgbClr val="FFFF00"/>
                                      </p:to>
                                    </p:animClr>
                                    <p:set>
                                      <p:cBhvr>
                                        <p:cTn id="68" dur="500" fill="hold"/>
                                        <p:tgtEl>
                                          <p:spTgt spid="7"/>
                                        </p:tgtEl>
                                        <p:attrNameLst>
                                          <p:attrName>fill.type</p:attrName>
                                        </p:attrNameLst>
                                      </p:cBhvr>
                                      <p:to>
                                        <p:strVal val="solid"/>
                                      </p:to>
                                    </p:set>
                                    <p:set>
                                      <p:cBhvr>
                                        <p:cTn id="69" dur="500" fill="hold"/>
                                        <p:tgtEl>
                                          <p:spTgt spid="7"/>
                                        </p:tgtEl>
                                        <p:attrNameLst>
                                          <p:attrName>fill.on</p:attrName>
                                        </p:attrNameLst>
                                      </p:cBhvr>
                                      <p:to>
                                        <p:strVal val="true"/>
                                      </p:to>
                                    </p:set>
                                  </p:childTnLst>
                                </p:cTn>
                              </p:par>
                            </p:childTnLst>
                          </p:cTn>
                        </p:par>
                        <p:par>
                          <p:cTn id="70" fill="hold">
                            <p:stCondLst>
                              <p:cond delay="500"/>
                            </p:stCondLst>
                            <p:childTnLst>
                              <p:par>
                                <p:cTn id="71" presetID="22" presetClass="entr" presetSubtype="4" fill="hold" grpId="0" nodeType="afterEffect">
                                  <p:stCondLst>
                                    <p:cond delay="0"/>
                                  </p:stCondLst>
                                  <p:childTnLst>
                                    <p:set>
                                      <p:cBhvr>
                                        <p:cTn id="72" dur="1" fill="hold">
                                          <p:stCondLst>
                                            <p:cond delay="0"/>
                                          </p:stCondLst>
                                        </p:cTn>
                                        <p:tgtEl>
                                          <p:spTgt spid="114"/>
                                        </p:tgtEl>
                                        <p:attrNameLst>
                                          <p:attrName>style.visibility</p:attrName>
                                        </p:attrNameLst>
                                      </p:cBhvr>
                                      <p:to>
                                        <p:strVal val="visible"/>
                                      </p:to>
                                    </p:set>
                                    <p:animEffect transition="in" filter="wipe(down)">
                                      <p:cBhvr>
                                        <p:cTn id="73" dur="500"/>
                                        <p:tgtEl>
                                          <p:spTgt spid="114"/>
                                        </p:tgtEl>
                                      </p:cBhvr>
                                    </p:animEffect>
                                  </p:childTnLst>
                                </p:cTn>
                              </p:par>
                            </p:childTnLst>
                          </p:cTn>
                        </p:par>
                      </p:childTnLst>
                    </p:cTn>
                  </p:par>
                  <p:par>
                    <p:cTn id="74" fill="hold">
                      <p:stCondLst>
                        <p:cond delay="indefinite"/>
                      </p:stCondLst>
                      <p:childTnLst>
                        <p:par>
                          <p:cTn id="75" fill="hold">
                            <p:stCondLst>
                              <p:cond delay="0"/>
                            </p:stCondLst>
                            <p:childTnLst>
                              <p:par>
                                <p:cTn id="76" presetID="19" presetClass="emph" presetSubtype="0" fill="hold" grpId="0" nodeType="clickEffect">
                                  <p:stCondLst>
                                    <p:cond delay="0"/>
                                  </p:stCondLst>
                                  <p:childTnLst>
                                    <p:animClr clrSpc="rgb" dir="cw">
                                      <p:cBhvr override="childStyle">
                                        <p:cTn id="77" dur="500" fill="hold"/>
                                        <p:tgtEl>
                                          <p:spTgt spid="30"/>
                                        </p:tgtEl>
                                        <p:attrNameLst>
                                          <p:attrName>style.color</p:attrName>
                                        </p:attrNameLst>
                                      </p:cBhvr>
                                      <p:to>
                                        <a:schemeClr val="accent2"/>
                                      </p:to>
                                    </p:animClr>
                                    <p:animClr clrSpc="rgb" dir="cw">
                                      <p:cBhvr>
                                        <p:cTn id="78" dur="500" fill="hold"/>
                                        <p:tgtEl>
                                          <p:spTgt spid="30"/>
                                        </p:tgtEl>
                                        <p:attrNameLst>
                                          <p:attrName>fillcolor</p:attrName>
                                        </p:attrNameLst>
                                      </p:cBhvr>
                                      <p:to>
                                        <a:schemeClr val="accent2"/>
                                      </p:to>
                                    </p:animClr>
                                    <p:set>
                                      <p:cBhvr>
                                        <p:cTn id="79" dur="500" fill="hold"/>
                                        <p:tgtEl>
                                          <p:spTgt spid="30"/>
                                        </p:tgtEl>
                                        <p:attrNameLst>
                                          <p:attrName>fill.type</p:attrName>
                                        </p:attrNameLst>
                                      </p:cBhvr>
                                      <p:to>
                                        <p:strVal val="solid"/>
                                      </p:to>
                                    </p:set>
                                    <p:set>
                                      <p:cBhvr>
                                        <p:cTn id="80" dur="500" fill="hold"/>
                                        <p:tgtEl>
                                          <p:spTgt spid="30"/>
                                        </p:tgtEl>
                                        <p:attrNameLst>
                                          <p:attrName>fill.on</p:attrName>
                                        </p:attrNameLst>
                                      </p:cBhvr>
                                      <p:to>
                                        <p:strVal val="true"/>
                                      </p:to>
                                    </p:set>
                                  </p:childTnLst>
                                </p:cTn>
                              </p:par>
                              <p:par>
                                <p:cTn id="81" presetID="19" presetClass="emph" presetSubtype="0" fill="hold" grpId="0" nodeType="withEffect">
                                  <p:stCondLst>
                                    <p:cond delay="0"/>
                                  </p:stCondLst>
                                  <p:childTnLst>
                                    <p:animClr clrSpc="rgb" dir="cw">
                                      <p:cBhvr override="childStyle">
                                        <p:cTn id="82" dur="500" fill="hold"/>
                                        <p:tgtEl>
                                          <p:spTgt spid="6"/>
                                        </p:tgtEl>
                                        <p:attrNameLst>
                                          <p:attrName>style.color</p:attrName>
                                        </p:attrNameLst>
                                      </p:cBhvr>
                                      <p:to>
                                        <a:schemeClr val="accent2"/>
                                      </p:to>
                                    </p:animClr>
                                    <p:animClr clrSpc="rgb" dir="cw">
                                      <p:cBhvr>
                                        <p:cTn id="83" dur="500" fill="hold"/>
                                        <p:tgtEl>
                                          <p:spTgt spid="6"/>
                                        </p:tgtEl>
                                        <p:attrNameLst>
                                          <p:attrName>fillcolor</p:attrName>
                                        </p:attrNameLst>
                                      </p:cBhvr>
                                      <p:to>
                                        <a:schemeClr val="accent2"/>
                                      </p:to>
                                    </p:animClr>
                                    <p:set>
                                      <p:cBhvr>
                                        <p:cTn id="84" dur="500" fill="hold"/>
                                        <p:tgtEl>
                                          <p:spTgt spid="6"/>
                                        </p:tgtEl>
                                        <p:attrNameLst>
                                          <p:attrName>fill.type</p:attrName>
                                        </p:attrNameLst>
                                      </p:cBhvr>
                                      <p:to>
                                        <p:strVal val="solid"/>
                                      </p:to>
                                    </p:set>
                                    <p:set>
                                      <p:cBhvr>
                                        <p:cTn id="85" dur="500" fill="hold"/>
                                        <p:tgtEl>
                                          <p:spTgt spid="6"/>
                                        </p:tgtEl>
                                        <p:attrNameLst>
                                          <p:attrName>fill.on</p:attrName>
                                        </p:attrNameLst>
                                      </p:cBhvr>
                                      <p:to>
                                        <p:strVal val="true"/>
                                      </p:to>
                                    </p:set>
                                  </p:childTnLst>
                                </p:cTn>
                              </p:par>
                              <p:par>
                                <p:cTn id="86" presetID="19" presetClass="emph" presetSubtype="0" fill="hold" grpId="0" nodeType="withEffect">
                                  <p:stCondLst>
                                    <p:cond delay="0"/>
                                  </p:stCondLst>
                                  <p:childTnLst>
                                    <p:animClr clrSpc="rgb" dir="cw">
                                      <p:cBhvr override="childStyle">
                                        <p:cTn id="87" dur="500" fill="hold"/>
                                        <p:tgtEl>
                                          <p:spTgt spid="8"/>
                                        </p:tgtEl>
                                        <p:attrNameLst>
                                          <p:attrName>style.color</p:attrName>
                                        </p:attrNameLst>
                                      </p:cBhvr>
                                      <p:to>
                                        <a:schemeClr val="accent2"/>
                                      </p:to>
                                    </p:animClr>
                                    <p:animClr clrSpc="rgb" dir="cw">
                                      <p:cBhvr>
                                        <p:cTn id="88" dur="500" fill="hold"/>
                                        <p:tgtEl>
                                          <p:spTgt spid="8"/>
                                        </p:tgtEl>
                                        <p:attrNameLst>
                                          <p:attrName>fillcolor</p:attrName>
                                        </p:attrNameLst>
                                      </p:cBhvr>
                                      <p:to>
                                        <a:schemeClr val="accent2"/>
                                      </p:to>
                                    </p:animClr>
                                    <p:set>
                                      <p:cBhvr>
                                        <p:cTn id="89" dur="500" fill="hold"/>
                                        <p:tgtEl>
                                          <p:spTgt spid="8"/>
                                        </p:tgtEl>
                                        <p:attrNameLst>
                                          <p:attrName>fill.type</p:attrName>
                                        </p:attrNameLst>
                                      </p:cBhvr>
                                      <p:to>
                                        <p:strVal val="solid"/>
                                      </p:to>
                                    </p:set>
                                    <p:set>
                                      <p:cBhvr>
                                        <p:cTn id="90" dur="500" fill="hold"/>
                                        <p:tgtEl>
                                          <p:spTgt spid="8"/>
                                        </p:tgtEl>
                                        <p:attrNameLst>
                                          <p:attrName>fill.on</p:attrName>
                                        </p:attrNameLst>
                                      </p:cBhvr>
                                      <p:to>
                                        <p:strVal val="true"/>
                                      </p:to>
                                    </p:set>
                                  </p:childTnLst>
                                </p:cTn>
                              </p:par>
                              <p:par>
                                <p:cTn id="91" presetID="19" presetClass="emph" presetSubtype="0" fill="hold" grpId="0" nodeType="withEffect">
                                  <p:stCondLst>
                                    <p:cond delay="0"/>
                                  </p:stCondLst>
                                  <p:childTnLst>
                                    <p:animClr clrSpc="rgb" dir="cw">
                                      <p:cBhvr override="childStyle">
                                        <p:cTn id="92" dur="500" fill="hold"/>
                                        <p:tgtEl>
                                          <p:spTgt spid="13"/>
                                        </p:tgtEl>
                                        <p:attrNameLst>
                                          <p:attrName>style.color</p:attrName>
                                        </p:attrNameLst>
                                      </p:cBhvr>
                                      <p:to>
                                        <a:schemeClr val="accent2"/>
                                      </p:to>
                                    </p:animClr>
                                    <p:animClr clrSpc="rgb" dir="cw">
                                      <p:cBhvr>
                                        <p:cTn id="93" dur="500" fill="hold"/>
                                        <p:tgtEl>
                                          <p:spTgt spid="13"/>
                                        </p:tgtEl>
                                        <p:attrNameLst>
                                          <p:attrName>fillcolor</p:attrName>
                                        </p:attrNameLst>
                                      </p:cBhvr>
                                      <p:to>
                                        <a:schemeClr val="accent2"/>
                                      </p:to>
                                    </p:animClr>
                                    <p:set>
                                      <p:cBhvr>
                                        <p:cTn id="94" dur="500" fill="hold"/>
                                        <p:tgtEl>
                                          <p:spTgt spid="13"/>
                                        </p:tgtEl>
                                        <p:attrNameLst>
                                          <p:attrName>fill.type</p:attrName>
                                        </p:attrNameLst>
                                      </p:cBhvr>
                                      <p:to>
                                        <p:strVal val="solid"/>
                                      </p:to>
                                    </p:set>
                                    <p:set>
                                      <p:cBhvr>
                                        <p:cTn id="95" dur="500" fill="hold"/>
                                        <p:tgtEl>
                                          <p:spTgt spid="13"/>
                                        </p:tgtEl>
                                        <p:attrNameLst>
                                          <p:attrName>fill.on</p:attrName>
                                        </p:attrNameLst>
                                      </p:cBhvr>
                                      <p:to>
                                        <p:strVal val="true"/>
                                      </p:to>
                                    </p:set>
                                  </p:childTnLst>
                                </p:cTn>
                              </p:par>
                            </p:childTnLst>
                          </p:cTn>
                        </p:par>
                      </p:childTnLst>
                    </p:cTn>
                  </p:par>
                  <p:par>
                    <p:cTn id="96" fill="hold">
                      <p:stCondLst>
                        <p:cond delay="indefinite"/>
                      </p:stCondLst>
                      <p:childTnLst>
                        <p:par>
                          <p:cTn id="97" fill="hold">
                            <p:stCondLst>
                              <p:cond delay="0"/>
                            </p:stCondLst>
                            <p:childTnLst>
                              <p:par>
                                <p:cTn id="98" presetID="19" presetClass="emph" presetSubtype="0" fill="hold" grpId="0" nodeType="clickEffect">
                                  <p:stCondLst>
                                    <p:cond delay="0"/>
                                  </p:stCondLst>
                                  <p:childTnLst>
                                    <p:animClr clrSpc="rgb" dir="cw">
                                      <p:cBhvr override="childStyle">
                                        <p:cTn id="99" dur="500" fill="hold"/>
                                        <p:tgtEl>
                                          <p:spTgt spid="14"/>
                                        </p:tgtEl>
                                        <p:attrNameLst>
                                          <p:attrName>style.color</p:attrName>
                                        </p:attrNameLst>
                                      </p:cBhvr>
                                      <p:to>
                                        <a:srgbClr val="FFFF00"/>
                                      </p:to>
                                    </p:animClr>
                                    <p:animClr clrSpc="rgb" dir="cw">
                                      <p:cBhvr>
                                        <p:cTn id="100" dur="500" fill="hold"/>
                                        <p:tgtEl>
                                          <p:spTgt spid="14"/>
                                        </p:tgtEl>
                                        <p:attrNameLst>
                                          <p:attrName>fillcolor</p:attrName>
                                        </p:attrNameLst>
                                      </p:cBhvr>
                                      <p:to>
                                        <a:srgbClr val="FFFF00"/>
                                      </p:to>
                                    </p:animClr>
                                    <p:set>
                                      <p:cBhvr>
                                        <p:cTn id="101" dur="500" fill="hold"/>
                                        <p:tgtEl>
                                          <p:spTgt spid="14"/>
                                        </p:tgtEl>
                                        <p:attrNameLst>
                                          <p:attrName>fill.type</p:attrName>
                                        </p:attrNameLst>
                                      </p:cBhvr>
                                      <p:to>
                                        <p:strVal val="solid"/>
                                      </p:to>
                                    </p:set>
                                    <p:set>
                                      <p:cBhvr>
                                        <p:cTn id="102" dur="500" fill="hold"/>
                                        <p:tgtEl>
                                          <p:spTgt spid="14"/>
                                        </p:tgtEl>
                                        <p:attrNameLst>
                                          <p:attrName>fill.on</p:attrName>
                                        </p:attrNameLst>
                                      </p:cBhvr>
                                      <p:to>
                                        <p:strVal val="true"/>
                                      </p:to>
                                    </p:set>
                                  </p:childTnLst>
                                </p:cTn>
                              </p:par>
                            </p:childTnLst>
                          </p:cTn>
                        </p:par>
                        <p:par>
                          <p:cTn id="103" fill="hold">
                            <p:stCondLst>
                              <p:cond delay="500"/>
                            </p:stCondLst>
                            <p:childTnLst>
                              <p:par>
                                <p:cTn id="104" presetID="22" presetClass="entr" presetSubtype="4" fill="hold" grpId="0" nodeType="afterEffect">
                                  <p:stCondLst>
                                    <p:cond delay="0"/>
                                  </p:stCondLst>
                                  <p:childTnLst>
                                    <p:set>
                                      <p:cBhvr>
                                        <p:cTn id="105" dur="1" fill="hold">
                                          <p:stCondLst>
                                            <p:cond delay="0"/>
                                          </p:stCondLst>
                                        </p:cTn>
                                        <p:tgtEl>
                                          <p:spTgt spid="119"/>
                                        </p:tgtEl>
                                        <p:attrNameLst>
                                          <p:attrName>style.visibility</p:attrName>
                                        </p:attrNameLst>
                                      </p:cBhvr>
                                      <p:to>
                                        <p:strVal val="visible"/>
                                      </p:to>
                                    </p:set>
                                    <p:animEffect transition="in" filter="wipe(down)">
                                      <p:cBhvr>
                                        <p:cTn id="106" dur="500"/>
                                        <p:tgtEl>
                                          <p:spTgt spid="119"/>
                                        </p:tgtEl>
                                      </p:cBhvr>
                                    </p:animEffect>
                                  </p:childTnLst>
                                </p:cTn>
                              </p:par>
                            </p:childTnLst>
                          </p:cTn>
                        </p:par>
                      </p:childTnLst>
                    </p:cTn>
                  </p:par>
                  <p:par>
                    <p:cTn id="107" fill="hold">
                      <p:stCondLst>
                        <p:cond delay="indefinite"/>
                      </p:stCondLst>
                      <p:childTnLst>
                        <p:par>
                          <p:cTn id="108" fill="hold">
                            <p:stCondLst>
                              <p:cond delay="0"/>
                            </p:stCondLst>
                            <p:childTnLst>
                              <p:par>
                                <p:cTn id="109" presetID="19" presetClass="emph" presetSubtype="0" fill="hold" grpId="0" nodeType="clickEffect">
                                  <p:stCondLst>
                                    <p:cond delay="0"/>
                                  </p:stCondLst>
                                  <p:childTnLst>
                                    <p:animClr clrSpc="rgb" dir="cw">
                                      <p:cBhvr override="childStyle">
                                        <p:cTn id="110" dur="500" fill="hold"/>
                                        <p:tgtEl>
                                          <p:spTgt spid="31"/>
                                        </p:tgtEl>
                                        <p:attrNameLst>
                                          <p:attrName>style.color</p:attrName>
                                        </p:attrNameLst>
                                      </p:cBhvr>
                                      <p:to>
                                        <a:schemeClr val="accent2"/>
                                      </p:to>
                                    </p:animClr>
                                    <p:animClr clrSpc="rgb" dir="cw">
                                      <p:cBhvr>
                                        <p:cTn id="111" dur="500" fill="hold"/>
                                        <p:tgtEl>
                                          <p:spTgt spid="31"/>
                                        </p:tgtEl>
                                        <p:attrNameLst>
                                          <p:attrName>fillcolor</p:attrName>
                                        </p:attrNameLst>
                                      </p:cBhvr>
                                      <p:to>
                                        <a:schemeClr val="accent2"/>
                                      </p:to>
                                    </p:animClr>
                                    <p:set>
                                      <p:cBhvr>
                                        <p:cTn id="112" dur="500" fill="hold"/>
                                        <p:tgtEl>
                                          <p:spTgt spid="31"/>
                                        </p:tgtEl>
                                        <p:attrNameLst>
                                          <p:attrName>fill.type</p:attrName>
                                        </p:attrNameLst>
                                      </p:cBhvr>
                                      <p:to>
                                        <p:strVal val="solid"/>
                                      </p:to>
                                    </p:set>
                                    <p:set>
                                      <p:cBhvr>
                                        <p:cTn id="113" dur="500" fill="hold"/>
                                        <p:tgtEl>
                                          <p:spTgt spid="31"/>
                                        </p:tgtEl>
                                        <p:attrNameLst>
                                          <p:attrName>fill.on</p:attrName>
                                        </p:attrNameLst>
                                      </p:cBhvr>
                                      <p:to>
                                        <p:strVal val="true"/>
                                      </p:to>
                                    </p:set>
                                  </p:childTnLst>
                                </p:cTn>
                              </p:par>
                              <p:par>
                                <p:cTn id="114" presetID="19" presetClass="emph" presetSubtype="0" fill="hold" grpId="0" nodeType="withEffect">
                                  <p:stCondLst>
                                    <p:cond delay="0"/>
                                  </p:stCondLst>
                                  <p:childTnLst>
                                    <p:animClr clrSpc="rgb" dir="cw">
                                      <p:cBhvr override="childStyle">
                                        <p:cTn id="115" dur="500" fill="hold"/>
                                        <p:tgtEl>
                                          <p:spTgt spid="28"/>
                                        </p:tgtEl>
                                        <p:attrNameLst>
                                          <p:attrName>style.color</p:attrName>
                                        </p:attrNameLst>
                                      </p:cBhvr>
                                      <p:to>
                                        <a:schemeClr val="accent2"/>
                                      </p:to>
                                    </p:animClr>
                                    <p:animClr clrSpc="rgb" dir="cw">
                                      <p:cBhvr>
                                        <p:cTn id="116" dur="500" fill="hold"/>
                                        <p:tgtEl>
                                          <p:spTgt spid="28"/>
                                        </p:tgtEl>
                                        <p:attrNameLst>
                                          <p:attrName>fillcolor</p:attrName>
                                        </p:attrNameLst>
                                      </p:cBhvr>
                                      <p:to>
                                        <a:schemeClr val="accent2"/>
                                      </p:to>
                                    </p:animClr>
                                    <p:set>
                                      <p:cBhvr>
                                        <p:cTn id="117" dur="500" fill="hold"/>
                                        <p:tgtEl>
                                          <p:spTgt spid="28"/>
                                        </p:tgtEl>
                                        <p:attrNameLst>
                                          <p:attrName>fill.type</p:attrName>
                                        </p:attrNameLst>
                                      </p:cBhvr>
                                      <p:to>
                                        <p:strVal val="solid"/>
                                      </p:to>
                                    </p:set>
                                    <p:set>
                                      <p:cBhvr>
                                        <p:cTn id="118" dur="500" fill="hold"/>
                                        <p:tgtEl>
                                          <p:spTgt spid="28"/>
                                        </p:tgtEl>
                                        <p:attrNameLst>
                                          <p:attrName>fill.on</p:attrName>
                                        </p:attrNameLst>
                                      </p:cBhvr>
                                      <p:to>
                                        <p:strVal val="tru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3" grpId="0" animBg="1"/>
      <p:bldP spid="14" grpId="0" animBg="1"/>
      <p:bldP spid="28" grpId="0" animBg="1"/>
      <p:bldP spid="30" grpId="0" animBg="1"/>
      <p:bldP spid="31" grpId="0" animBg="1"/>
      <p:bldP spid="74" grpId="0" animBg="1"/>
      <p:bldP spid="75" grpId="0" animBg="1"/>
      <p:bldP spid="76" grpId="0" animBg="1"/>
      <p:bldP spid="80" grpId="0" animBg="1"/>
      <p:bldP spid="81" grpId="0" animBg="1"/>
      <p:bldP spid="94" grpId="0" animBg="1"/>
      <p:bldP spid="96" grpId="0" animBg="1"/>
      <p:bldP spid="97" grpId="0" animBg="1"/>
      <p:bldP spid="106" grpId="0" animBg="1"/>
      <p:bldP spid="111" grpId="0" animBg="1"/>
      <p:bldP spid="114" grpId="0" animBg="1"/>
      <p:bldP spid="119" grpId="0" animBg="1"/>
      <p:bldP spid="122" grpId="0" build="p"/>
      <p:bldP spid="12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1372994"/>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Justify following statement: </a:t>
            </a:r>
          </a:p>
          <a:p>
            <a:r>
              <a:rPr lang="en-US" sz="2800" dirty="0">
                <a:solidFill>
                  <a:schemeClr val="bg1"/>
                </a:solidFill>
              </a:rPr>
              <a:t>Let G be a graph without isolated vertices. If S is a dominating set of G, then </a:t>
            </a:r>
          </a:p>
          <a:p>
            <a:r>
              <a:rPr lang="en-US" sz="2800" dirty="0">
                <a:solidFill>
                  <a:schemeClr val="bg1"/>
                </a:solidFill>
              </a:rPr>
              <a:t>V(G) − S is a dominating set of G. </a:t>
            </a:r>
          </a:p>
          <a:p>
            <a:endParaRPr lang="en-US" sz="2800" dirty="0">
              <a:solidFill>
                <a:schemeClr val="bg1"/>
              </a:solidFill>
            </a:endParaRPr>
          </a:p>
          <a:p>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5</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2307189"/>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76" y="3030368"/>
                <a:ext cx="7541012" cy="3215886"/>
              </a:xfrm>
            </p:spPr>
            <p:txBody>
              <a:bodyPr/>
              <a:lstStyle/>
              <a:p>
                <a:r>
                  <a:rPr lang="en-US" dirty="0"/>
                  <a:t>No, its not true.</a:t>
                </a:r>
              </a:p>
              <a:p>
                <a:r>
                  <a:rPr lang="en-US" b="0" dirty="0"/>
                  <a:t>Consider dominating set, </a:t>
                </a:r>
                <a14:m>
                  <m:oMath xmlns:m="http://schemas.openxmlformats.org/officeDocument/2006/math">
                    <m:r>
                      <m:rPr>
                        <m:sty m:val="p"/>
                      </m:rPr>
                      <a:rPr lang="en-US" b="0" i="0" smtClean="0">
                        <a:latin typeface="Cambria Math" panose="02040503050406030204" pitchFamily="18" charset="0"/>
                      </a:rPr>
                      <m:t>S</m:t>
                    </m:r>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r>
                          <m:rPr>
                            <m:sty m:val="p"/>
                          </m:rPr>
                          <a:rPr lang="en-US" b="0" i="0" smtClean="0">
                            <a:latin typeface="Cambria Math" panose="02040503050406030204" pitchFamily="18" charset="0"/>
                          </a:rPr>
                          <m:t>a</m:t>
                        </m:r>
                        <m:r>
                          <a:rPr lang="en-US" b="0" i="0" smtClean="0">
                            <a:latin typeface="Cambria Math" panose="02040503050406030204" pitchFamily="18" charset="0"/>
                          </a:rPr>
                          <m:t>,</m:t>
                        </m:r>
                        <m:r>
                          <m:rPr>
                            <m:sty m:val="p"/>
                          </m:rPr>
                          <a:rPr lang="en-US" b="0" i="0" smtClean="0">
                            <a:latin typeface="Cambria Math" panose="02040503050406030204" pitchFamily="18" charset="0"/>
                          </a:rPr>
                          <m:t>b</m:t>
                        </m:r>
                        <m:r>
                          <a:rPr lang="en-US" i="0">
                            <a:latin typeface="Cambria Math" panose="02040503050406030204" pitchFamily="18" charset="0"/>
                          </a:rPr>
                          <m:t>, </m:t>
                        </m:r>
                        <m:r>
                          <m:rPr>
                            <m:sty m:val="p"/>
                          </m:rPr>
                          <a:rPr lang="en-US" i="0">
                            <a:latin typeface="Cambria Math" panose="02040503050406030204" pitchFamily="18" charset="0"/>
                          </a:rPr>
                          <m:t>c</m:t>
                        </m:r>
                        <m:r>
                          <a:rPr lang="en-US" b="0" i="0" smtClean="0">
                            <a:latin typeface="Cambria Math" panose="02040503050406030204" pitchFamily="18" charset="0"/>
                          </a:rPr>
                          <m:t>,</m:t>
                        </m:r>
                        <m:r>
                          <m:rPr>
                            <m:sty m:val="p"/>
                          </m:rPr>
                          <a:rPr lang="en-US" b="0" i="0" smtClean="0">
                            <a:latin typeface="Cambria Math" panose="02040503050406030204" pitchFamily="18" charset="0"/>
                          </a:rPr>
                          <m:t>d</m:t>
                        </m:r>
                      </m:e>
                    </m:d>
                  </m:oMath>
                </a14:m>
                <a:r>
                  <a:rPr lang="en-US" dirty="0"/>
                  <a:t>.</a:t>
                </a:r>
              </a:p>
              <a:p>
                <a:r>
                  <a:rPr lang="en-US" dirty="0"/>
                  <a:t>Hence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S</m:t>
                    </m:r>
                  </m:oMath>
                </a14:m>
                <a:r>
                  <a:rPr lang="en-US" dirty="0"/>
                  <a:t> is dominating set.</a:t>
                </a:r>
              </a:p>
              <a:p>
                <a:r>
                  <a:rPr lang="en-US" dirty="0"/>
                  <a:t>Now consider,</a:t>
                </a:r>
                <a:r>
                  <a:rPr lang="en-US" i="1" dirty="0"/>
                  <a:t> </a:t>
                </a:r>
                <a14:m>
                  <m:oMath xmlns:m="http://schemas.openxmlformats.org/officeDocument/2006/math">
                    <m:r>
                      <m:rPr>
                        <m:sty m:val="p"/>
                      </m:rPr>
                      <a:rPr lang="en-US" b="0" i="0" smtClean="0">
                        <a:latin typeface="Cambria Math" panose="02040503050406030204" pitchFamily="18" charset="0"/>
                      </a:rPr>
                      <m:t>V</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G</m:t>
                        </m:r>
                      </m:e>
                    </m:d>
                    <m:r>
                      <a:rPr lang="en-US" b="0" i="0" smtClean="0">
                        <a:latin typeface="Cambria Math" panose="02040503050406030204" pitchFamily="18" charset="0"/>
                      </a:rPr>
                      <m:t>−</m:t>
                    </m:r>
                    <m:r>
                      <m:rPr>
                        <m:sty m:val="p"/>
                      </m:rPr>
                      <a:rPr lang="en-US" b="0" i="0" smtClean="0">
                        <a:latin typeface="Cambria Math" panose="02040503050406030204" pitchFamily="18" charset="0"/>
                      </a:rPr>
                      <m:t>S</m:t>
                    </m:r>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e</m:t>
                        </m:r>
                        <m:r>
                          <a:rPr lang="en-US" b="0" i="0" smtClean="0">
                            <a:latin typeface="Cambria Math" panose="02040503050406030204" pitchFamily="18" charset="0"/>
                          </a:rPr>
                          <m:t>,</m:t>
                        </m:r>
                        <m:r>
                          <m:rPr>
                            <m:sty m:val="p"/>
                          </m:rPr>
                          <a:rPr lang="en-US" b="0" i="0" smtClean="0">
                            <a:latin typeface="Cambria Math" panose="02040503050406030204" pitchFamily="18" charset="0"/>
                          </a:rPr>
                          <m:t>f</m:t>
                        </m:r>
                        <m:r>
                          <a:rPr lang="en-US" b="0" i="0" smtClean="0">
                            <a:latin typeface="Cambria Math" panose="02040503050406030204" pitchFamily="18" charset="0"/>
                          </a:rPr>
                          <m:t>,</m:t>
                        </m:r>
                        <m:r>
                          <m:rPr>
                            <m:sty m:val="p"/>
                          </m:rPr>
                          <a:rPr lang="en-US" b="0" i="0" smtClean="0">
                            <a:latin typeface="Cambria Math" panose="02040503050406030204" pitchFamily="18" charset="0"/>
                          </a:rPr>
                          <m:t>g</m:t>
                        </m:r>
                        <m:r>
                          <a:rPr lang="en-US" b="0" i="0" smtClean="0">
                            <a:latin typeface="Cambria Math" panose="02040503050406030204" pitchFamily="18" charset="0"/>
                          </a:rPr>
                          <m:t>,</m:t>
                        </m:r>
                        <m:r>
                          <m:rPr>
                            <m:sty m:val="p"/>
                          </m:rPr>
                          <a:rPr lang="en-US" b="0" i="0" smtClean="0">
                            <a:latin typeface="Cambria Math" panose="02040503050406030204" pitchFamily="18" charset="0"/>
                          </a:rPr>
                          <m:t>h</m:t>
                        </m:r>
                      </m:e>
                    </m:d>
                  </m:oMath>
                </a14:m>
                <a:r>
                  <a:rPr lang="en-US" dirty="0"/>
                  <a:t>.</a:t>
                </a:r>
              </a:p>
              <a:p>
                <a:r>
                  <a:rPr lang="en-US" dirty="0"/>
                  <a:t>Therefore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V</m:t>
                    </m:r>
                    <m:r>
                      <a:rPr lang="en-US" i="0" dirty="0" smtClean="0">
                        <a:latin typeface="Cambria Math" panose="02040503050406030204" pitchFamily="18" charset="0"/>
                      </a:rPr>
                      <m:t>(</m:t>
                    </m:r>
                    <m:r>
                      <m:rPr>
                        <m:sty m:val="p"/>
                      </m:rPr>
                      <a:rPr lang="en-US" i="0" dirty="0" smtClean="0">
                        <a:latin typeface="Cambria Math" panose="02040503050406030204" pitchFamily="18" charset="0"/>
                      </a:rPr>
                      <m:t>G</m:t>
                    </m:r>
                    <m:r>
                      <a:rPr lang="en-US" i="0" dirty="0" smtClean="0">
                        <a:latin typeface="Cambria Math" panose="02040503050406030204" pitchFamily="18" charset="0"/>
                      </a:rPr>
                      <m:t>)−</m:t>
                    </m:r>
                    <m:r>
                      <m:rPr>
                        <m:sty m:val="p"/>
                      </m:rPr>
                      <a:rPr lang="en-US" i="0" dirty="0" smtClean="0">
                        <a:latin typeface="Cambria Math" panose="02040503050406030204" pitchFamily="18" charset="0"/>
                      </a:rPr>
                      <m:t>S</m:t>
                    </m:r>
                  </m:oMath>
                </a14:m>
                <a:r>
                  <a:rPr lang="en-US" dirty="0"/>
                  <a:t> is not dominating set of given graph.</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76" y="3030368"/>
                <a:ext cx="7541012" cy="3215886"/>
              </a:xfrm>
              <a:blipFill rotWithShape="0">
                <a:blip r:embed="rId2"/>
                <a:stretch>
                  <a:fillRect l="-1536" t="-3220" r="-1617"/>
                </a:stretch>
              </a:blipFill>
            </p:spPr>
            <p:txBody>
              <a:bodyPr/>
              <a:lstStyle/>
              <a:p>
                <a:r>
                  <a:rPr lang="en-US">
                    <a:noFill/>
                  </a:rPr>
                  <a:t> </a:t>
                </a:r>
              </a:p>
            </p:txBody>
          </p:sp>
        </mc:Fallback>
      </mc:AlternateContent>
      <p:sp>
        <p:nvSpPr>
          <p:cNvPr id="37" name="Oval 36">
            <a:extLst>
              <a:ext uri="{FF2B5EF4-FFF2-40B4-BE49-F238E27FC236}">
                <a16:creationId xmlns:a16="http://schemas.microsoft.com/office/drawing/2014/main" id="{BDD11F87-DA81-9510-C1CB-0AF4093562CB}"/>
              </a:ext>
            </a:extLst>
          </p:cNvPr>
          <p:cNvSpPr/>
          <p:nvPr/>
        </p:nvSpPr>
        <p:spPr>
          <a:xfrm rot="5400000">
            <a:off x="8906590" y="308452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8186364" y="40749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8906590" y="40749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0" name="Straight Connector 39">
            <a:extLst>
              <a:ext uri="{FF2B5EF4-FFF2-40B4-BE49-F238E27FC236}">
                <a16:creationId xmlns:a16="http://schemas.microsoft.com/office/drawing/2014/main" id="{6205DD86-315C-53B6-CEEF-A9919650168E}"/>
              </a:ext>
            </a:extLst>
          </p:cNvPr>
          <p:cNvCxnSpPr>
            <a:cxnSpLocks/>
            <a:stCxn id="95" idx="6"/>
          </p:cNvCxnSpPr>
          <p:nvPr/>
        </p:nvCxnSpPr>
        <p:spPr>
          <a:xfrm>
            <a:off x="9690816" y="3187404"/>
            <a:ext cx="0" cy="88756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a:stCxn id="39" idx="4"/>
            <a:endCxn id="38" idx="0"/>
          </p:cNvCxnSpPr>
          <p:nvPr/>
        </p:nvCxnSpPr>
        <p:spPr>
          <a:xfrm flipH="1">
            <a:off x="8330364" y="4146970"/>
            <a:ext cx="57622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39" idx="6"/>
            <a:endCxn id="86" idx="2"/>
          </p:cNvCxnSpPr>
          <p:nvPr/>
        </p:nvCxnSpPr>
        <p:spPr>
          <a:xfrm flipH="1">
            <a:off x="8970590" y="4218970"/>
            <a:ext cx="8000" cy="94751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9" name="TextBox 48"/>
          <p:cNvSpPr txBox="1"/>
          <p:nvPr/>
        </p:nvSpPr>
        <p:spPr>
          <a:xfrm>
            <a:off x="8112195" y="4243602"/>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0" name="TextBox 49"/>
          <p:cNvSpPr txBox="1"/>
          <p:nvPr/>
        </p:nvSpPr>
        <p:spPr>
          <a:xfrm>
            <a:off x="9851658" y="2843023"/>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1" name="TextBox 50"/>
          <p:cNvSpPr txBox="1"/>
          <p:nvPr/>
        </p:nvSpPr>
        <p:spPr>
          <a:xfrm>
            <a:off x="10344683" y="4243594"/>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52" name="TextBox 51"/>
          <p:cNvSpPr txBox="1"/>
          <p:nvPr/>
        </p:nvSpPr>
        <p:spPr>
          <a:xfrm>
            <a:off x="8434697" y="2894919"/>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53" name="TextBox 52"/>
          <p:cNvSpPr txBox="1"/>
          <p:nvPr/>
        </p:nvSpPr>
        <p:spPr>
          <a:xfrm>
            <a:off x="8991443" y="4243602"/>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4" name="TextBox 53"/>
          <p:cNvSpPr txBox="1"/>
          <p:nvPr/>
        </p:nvSpPr>
        <p:spPr>
          <a:xfrm>
            <a:off x="9734344" y="4243594"/>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55" name="Oval 54">
            <a:extLst>
              <a:ext uri="{FF2B5EF4-FFF2-40B4-BE49-F238E27FC236}">
                <a16:creationId xmlns:a16="http://schemas.microsoft.com/office/drawing/2014/main" id="{BDD11F87-DA81-9510-C1CB-0AF4093562CB}"/>
              </a:ext>
            </a:extLst>
          </p:cNvPr>
          <p:cNvSpPr/>
          <p:nvPr/>
        </p:nvSpPr>
        <p:spPr>
          <a:xfrm rot="5400000">
            <a:off x="9618816" y="40749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64" name="Content Placeholder 2"/>
              <p:cNvSpPr txBox="1">
                <a:spLocks/>
              </p:cNvSpPr>
              <p:nvPr/>
            </p:nvSpPr>
            <p:spPr>
              <a:xfrm>
                <a:off x="8001862" y="5521125"/>
                <a:ext cx="2665681" cy="95568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3" panose="05040102010807070707" pitchFamily="18" charset="2"/>
                  <a:buNone/>
                </a:pPr>
                <a:r>
                  <a:rPr lang="en-US" dirty="0"/>
                  <a:t>Dominating set </a:t>
                </a:r>
                <a14:m>
                  <m:oMath xmlns:m="http://schemas.openxmlformats.org/officeDocument/2006/math">
                    <m:d>
                      <m:dPr>
                        <m:begChr m:val="{"/>
                        <m:endChr m:val="}"/>
                        <m:ctrlPr>
                          <a:rPr lang="en-US" i="1" smtClean="0">
                            <a:latin typeface="Cambria Math" panose="02040503050406030204" pitchFamily="18" charset="0"/>
                          </a:rPr>
                        </m:ctrlPr>
                      </m:dPr>
                      <m:e>
                        <m:r>
                          <m:rPr>
                            <m:sty m:val="p"/>
                          </m:rPr>
                          <a:rPr lang="en-US" b="0" i="0" smtClean="0">
                            <a:latin typeface="Cambria Math" panose="02040503050406030204" pitchFamily="18" charset="0"/>
                          </a:rPr>
                          <m:t>a</m:t>
                        </m:r>
                        <m:r>
                          <a:rPr lang="en-US" b="0" i="0" smtClean="0">
                            <a:latin typeface="Cambria Math" panose="02040503050406030204" pitchFamily="18" charset="0"/>
                          </a:rPr>
                          <m:t>,</m:t>
                        </m:r>
                        <m:r>
                          <m:rPr>
                            <m:sty m:val="p"/>
                          </m:rPr>
                          <a:rPr lang="en-US" b="0" i="0" smtClean="0">
                            <a:latin typeface="Cambria Math" panose="02040503050406030204" pitchFamily="18" charset="0"/>
                          </a:rPr>
                          <m:t>b</m:t>
                        </m:r>
                        <m:r>
                          <a:rPr lang="en-US" b="0" i="0" smtClean="0">
                            <a:latin typeface="Cambria Math" panose="02040503050406030204" pitchFamily="18" charset="0"/>
                          </a:rPr>
                          <m:t>, </m:t>
                        </m:r>
                        <m:r>
                          <m:rPr>
                            <m:sty m:val="p"/>
                          </m:rPr>
                          <a:rPr lang="en-US" b="0" i="0" smtClean="0">
                            <a:latin typeface="Cambria Math" panose="02040503050406030204" pitchFamily="18" charset="0"/>
                          </a:rPr>
                          <m:t>c</m:t>
                        </m:r>
                        <m:r>
                          <a:rPr lang="en-US" b="0" i="0" smtClean="0">
                            <a:latin typeface="Cambria Math" panose="02040503050406030204" pitchFamily="18" charset="0"/>
                          </a:rPr>
                          <m:t>,</m:t>
                        </m:r>
                        <m:r>
                          <m:rPr>
                            <m:sty m:val="p"/>
                          </m:rPr>
                          <a:rPr lang="en-US" b="0" i="0" smtClean="0">
                            <a:latin typeface="Cambria Math" panose="02040503050406030204" pitchFamily="18" charset="0"/>
                          </a:rPr>
                          <m:t>d</m:t>
                        </m:r>
                      </m:e>
                    </m:d>
                  </m:oMath>
                </a14:m>
                <a:endParaRPr lang="en-US" dirty="0"/>
              </a:p>
              <a:p>
                <a:pPr marL="0" indent="0" algn="ctr">
                  <a:buFont typeface="Wingdings 3" panose="05040102010807070707" pitchFamily="18" charset="2"/>
                  <a:buNone/>
                </a:pPr>
                <a:endParaRPr lang="en-US" dirty="0"/>
              </a:p>
            </p:txBody>
          </p:sp>
        </mc:Choice>
        <mc:Fallback xmlns="">
          <p:sp>
            <p:nvSpPr>
              <p:cNvPr id="64" name="Content Placeholder 2"/>
              <p:cNvSpPr txBox="1">
                <a:spLocks noRot="1" noChangeAspect="1" noMove="1" noResize="1" noEditPoints="1" noAdjustHandles="1" noChangeArrowheads="1" noChangeShapeType="1" noTextEdit="1"/>
              </p:cNvSpPr>
              <p:nvPr/>
            </p:nvSpPr>
            <p:spPr>
              <a:xfrm>
                <a:off x="8001862" y="5521125"/>
                <a:ext cx="2665681" cy="955682"/>
              </a:xfrm>
              <a:prstGeom prst="rect">
                <a:avLst/>
              </a:prstGeom>
              <a:blipFill rotWithShape="0">
                <a:blip r:embed="rId3"/>
                <a:stretch>
                  <a:fillRect t="-11538" r="-915"/>
                </a:stretch>
              </a:blipFill>
            </p:spPr>
            <p:txBody>
              <a:bodyPr/>
              <a:lstStyle/>
              <a:p>
                <a:r>
                  <a:rPr lang="en-US">
                    <a:noFill/>
                  </a:rPr>
                  <a:t> </a:t>
                </a:r>
              </a:p>
            </p:txBody>
          </p:sp>
        </mc:Fallback>
      </mc:AlternateContent>
      <p:sp>
        <p:nvSpPr>
          <p:cNvPr id="67" name="Oval 66"/>
          <p:cNvSpPr/>
          <p:nvPr/>
        </p:nvSpPr>
        <p:spPr>
          <a:xfrm>
            <a:off x="8088261" y="3973782"/>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6205DD86-315C-53B6-CEEF-A9919650168E}"/>
              </a:ext>
            </a:extLst>
          </p:cNvPr>
          <p:cNvCxnSpPr>
            <a:cxnSpLocks/>
            <a:stCxn id="37" idx="6"/>
            <a:endCxn id="39" idx="2"/>
          </p:cNvCxnSpPr>
          <p:nvPr/>
        </p:nvCxnSpPr>
        <p:spPr>
          <a:xfrm>
            <a:off x="8978590" y="3228529"/>
            <a:ext cx="0" cy="84644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55" idx="6"/>
            <a:endCxn id="88" idx="2"/>
          </p:cNvCxnSpPr>
          <p:nvPr/>
        </p:nvCxnSpPr>
        <p:spPr>
          <a:xfrm>
            <a:off x="9690816" y="4218970"/>
            <a:ext cx="0" cy="94751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6" name="Oval 85">
            <a:extLst>
              <a:ext uri="{FF2B5EF4-FFF2-40B4-BE49-F238E27FC236}">
                <a16:creationId xmlns:a16="http://schemas.microsoft.com/office/drawing/2014/main" id="{BDD11F87-DA81-9510-C1CB-0AF4093562CB}"/>
              </a:ext>
            </a:extLst>
          </p:cNvPr>
          <p:cNvSpPr/>
          <p:nvPr/>
        </p:nvSpPr>
        <p:spPr>
          <a:xfrm rot="5400000">
            <a:off x="8898590" y="516648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8" name="Oval 87">
            <a:extLst>
              <a:ext uri="{FF2B5EF4-FFF2-40B4-BE49-F238E27FC236}">
                <a16:creationId xmlns:a16="http://schemas.microsoft.com/office/drawing/2014/main" id="{BDD11F87-DA81-9510-C1CB-0AF4093562CB}"/>
              </a:ext>
            </a:extLst>
          </p:cNvPr>
          <p:cNvSpPr/>
          <p:nvPr/>
        </p:nvSpPr>
        <p:spPr>
          <a:xfrm rot="5400000">
            <a:off x="9618816" y="516648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5" name="Oval 94">
            <a:extLst>
              <a:ext uri="{FF2B5EF4-FFF2-40B4-BE49-F238E27FC236}">
                <a16:creationId xmlns:a16="http://schemas.microsoft.com/office/drawing/2014/main" id="{BDD11F87-DA81-9510-C1CB-0AF4093562CB}"/>
              </a:ext>
            </a:extLst>
          </p:cNvPr>
          <p:cNvSpPr/>
          <p:nvPr/>
        </p:nvSpPr>
        <p:spPr>
          <a:xfrm rot="5400000">
            <a:off x="9618816" y="30434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7" name="Straight Connector 96">
            <a:extLst>
              <a:ext uri="{FF2B5EF4-FFF2-40B4-BE49-F238E27FC236}">
                <a16:creationId xmlns:a16="http://schemas.microsoft.com/office/drawing/2014/main" id="{6205DD86-315C-53B6-CEEF-A9919650168E}"/>
              </a:ext>
            </a:extLst>
          </p:cNvPr>
          <p:cNvCxnSpPr>
            <a:cxnSpLocks/>
            <a:stCxn id="55" idx="4"/>
            <a:endCxn id="39" idx="0"/>
          </p:cNvCxnSpPr>
          <p:nvPr/>
        </p:nvCxnSpPr>
        <p:spPr>
          <a:xfrm flipH="1">
            <a:off x="9050590" y="4146970"/>
            <a:ext cx="56822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0" name="Oval 99">
            <a:extLst>
              <a:ext uri="{FF2B5EF4-FFF2-40B4-BE49-F238E27FC236}">
                <a16:creationId xmlns:a16="http://schemas.microsoft.com/office/drawing/2014/main" id="{BDD11F87-DA81-9510-C1CB-0AF4093562CB}"/>
              </a:ext>
            </a:extLst>
          </p:cNvPr>
          <p:cNvSpPr/>
          <p:nvPr/>
        </p:nvSpPr>
        <p:spPr>
          <a:xfrm rot="5400000">
            <a:off x="10331041" y="40749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1" name="Straight Connector 100">
            <a:extLst>
              <a:ext uri="{FF2B5EF4-FFF2-40B4-BE49-F238E27FC236}">
                <a16:creationId xmlns:a16="http://schemas.microsoft.com/office/drawing/2014/main" id="{6205DD86-315C-53B6-CEEF-A9919650168E}"/>
              </a:ext>
            </a:extLst>
          </p:cNvPr>
          <p:cNvCxnSpPr>
            <a:cxnSpLocks/>
            <a:stCxn id="100" idx="4"/>
            <a:endCxn id="55" idx="0"/>
          </p:cNvCxnSpPr>
          <p:nvPr/>
        </p:nvCxnSpPr>
        <p:spPr>
          <a:xfrm flipH="1">
            <a:off x="9762816" y="4146970"/>
            <a:ext cx="5682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3" name="TextBox 102"/>
          <p:cNvSpPr txBox="1"/>
          <p:nvPr/>
        </p:nvSpPr>
        <p:spPr>
          <a:xfrm>
            <a:off x="9856557" y="4976870"/>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104" name="TextBox 103"/>
          <p:cNvSpPr txBox="1"/>
          <p:nvPr/>
        </p:nvSpPr>
        <p:spPr>
          <a:xfrm>
            <a:off x="8393096" y="4901274"/>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05" name="Oval 104"/>
          <p:cNvSpPr/>
          <p:nvPr/>
        </p:nvSpPr>
        <p:spPr>
          <a:xfrm>
            <a:off x="8782253" y="3973781"/>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6" name="Oval 105"/>
          <p:cNvSpPr/>
          <p:nvPr/>
        </p:nvSpPr>
        <p:spPr>
          <a:xfrm>
            <a:off x="9506666" y="3977002"/>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7" name="Oval 106"/>
          <p:cNvSpPr/>
          <p:nvPr/>
        </p:nvSpPr>
        <p:spPr>
          <a:xfrm>
            <a:off x="10226892" y="3973781"/>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2" name="Oval 41"/>
          <p:cNvSpPr/>
          <p:nvPr/>
        </p:nvSpPr>
        <p:spPr>
          <a:xfrm>
            <a:off x="8777196" y="2983341"/>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3" name="Oval 42"/>
          <p:cNvSpPr/>
          <p:nvPr/>
        </p:nvSpPr>
        <p:spPr>
          <a:xfrm>
            <a:off x="9506666" y="2983340"/>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4" name="Oval 43"/>
          <p:cNvSpPr/>
          <p:nvPr/>
        </p:nvSpPr>
        <p:spPr>
          <a:xfrm>
            <a:off x="8771284" y="5051840"/>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6" name="Oval 45"/>
          <p:cNvSpPr/>
          <p:nvPr/>
        </p:nvSpPr>
        <p:spPr>
          <a:xfrm>
            <a:off x="9506666" y="5048869"/>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2916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9" presetClass="emph" presetSubtype="0" fill="hold" grpId="0" nodeType="clickEffect">
                                  <p:stCondLst>
                                    <p:cond delay="0"/>
                                  </p:stCondLst>
                                  <p:childTnLst>
                                    <p:animClr clrSpc="rgb" dir="cw">
                                      <p:cBhvr override="childStyle">
                                        <p:cTn id="14" dur="500" fill="hold"/>
                                        <p:tgtEl>
                                          <p:spTgt spid="38"/>
                                        </p:tgtEl>
                                        <p:attrNameLst>
                                          <p:attrName>style.color</p:attrName>
                                        </p:attrNameLst>
                                      </p:cBhvr>
                                      <p:to>
                                        <a:srgbClr val="FFFF00"/>
                                      </p:to>
                                    </p:animClr>
                                    <p:animClr clrSpc="rgb" dir="cw">
                                      <p:cBhvr>
                                        <p:cTn id="15" dur="500" fill="hold"/>
                                        <p:tgtEl>
                                          <p:spTgt spid="38"/>
                                        </p:tgtEl>
                                        <p:attrNameLst>
                                          <p:attrName>fillcolor</p:attrName>
                                        </p:attrNameLst>
                                      </p:cBhvr>
                                      <p:to>
                                        <a:srgbClr val="FFFF00"/>
                                      </p:to>
                                    </p:animClr>
                                    <p:set>
                                      <p:cBhvr>
                                        <p:cTn id="16" dur="500" fill="hold"/>
                                        <p:tgtEl>
                                          <p:spTgt spid="38"/>
                                        </p:tgtEl>
                                        <p:attrNameLst>
                                          <p:attrName>fill.type</p:attrName>
                                        </p:attrNameLst>
                                      </p:cBhvr>
                                      <p:to>
                                        <p:strVal val="solid"/>
                                      </p:to>
                                    </p:set>
                                    <p:set>
                                      <p:cBhvr>
                                        <p:cTn id="17" dur="500" fill="hold"/>
                                        <p:tgtEl>
                                          <p:spTgt spid="38"/>
                                        </p:tgtEl>
                                        <p:attrNameLst>
                                          <p:attrName>fill.on</p:attrName>
                                        </p:attrNameLst>
                                      </p:cBhvr>
                                      <p:to>
                                        <p:strVal val="true"/>
                                      </p:to>
                                    </p:set>
                                  </p:childTnLst>
                                </p:cTn>
                              </p:par>
                              <p:par>
                                <p:cTn id="18" presetID="19" presetClass="emph" presetSubtype="0" fill="hold" grpId="0" nodeType="withEffect">
                                  <p:stCondLst>
                                    <p:cond delay="0"/>
                                  </p:stCondLst>
                                  <p:childTnLst>
                                    <p:animClr clrSpc="rgb" dir="cw">
                                      <p:cBhvr override="childStyle">
                                        <p:cTn id="19" dur="500" fill="hold"/>
                                        <p:tgtEl>
                                          <p:spTgt spid="39"/>
                                        </p:tgtEl>
                                        <p:attrNameLst>
                                          <p:attrName>style.color</p:attrName>
                                        </p:attrNameLst>
                                      </p:cBhvr>
                                      <p:to>
                                        <a:srgbClr val="FFFF00"/>
                                      </p:to>
                                    </p:animClr>
                                    <p:animClr clrSpc="rgb" dir="cw">
                                      <p:cBhvr>
                                        <p:cTn id="20" dur="500" fill="hold"/>
                                        <p:tgtEl>
                                          <p:spTgt spid="39"/>
                                        </p:tgtEl>
                                        <p:attrNameLst>
                                          <p:attrName>fillcolor</p:attrName>
                                        </p:attrNameLst>
                                      </p:cBhvr>
                                      <p:to>
                                        <a:srgbClr val="FFFF00"/>
                                      </p:to>
                                    </p:animClr>
                                    <p:set>
                                      <p:cBhvr>
                                        <p:cTn id="21" dur="500" fill="hold"/>
                                        <p:tgtEl>
                                          <p:spTgt spid="39"/>
                                        </p:tgtEl>
                                        <p:attrNameLst>
                                          <p:attrName>fill.type</p:attrName>
                                        </p:attrNameLst>
                                      </p:cBhvr>
                                      <p:to>
                                        <p:strVal val="solid"/>
                                      </p:to>
                                    </p:set>
                                    <p:set>
                                      <p:cBhvr>
                                        <p:cTn id="22" dur="500" fill="hold"/>
                                        <p:tgtEl>
                                          <p:spTgt spid="39"/>
                                        </p:tgtEl>
                                        <p:attrNameLst>
                                          <p:attrName>fill.on</p:attrName>
                                        </p:attrNameLst>
                                      </p:cBhvr>
                                      <p:to>
                                        <p:strVal val="true"/>
                                      </p:to>
                                    </p:set>
                                  </p:childTnLst>
                                </p:cTn>
                              </p:par>
                              <p:par>
                                <p:cTn id="23" presetID="19" presetClass="emph" presetSubtype="0" fill="hold" grpId="0" nodeType="withEffect">
                                  <p:stCondLst>
                                    <p:cond delay="0"/>
                                  </p:stCondLst>
                                  <p:childTnLst>
                                    <p:animClr clrSpc="rgb" dir="cw">
                                      <p:cBhvr override="childStyle">
                                        <p:cTn id="24" dur="500" fill="hold"/>
                                        <p:tgtEl>
                                          <p:spTgt spid="55"/>
                                        </p:tgtEl>
                                        <p:attrNameLst>
                                          <p:attrName>style.color</p:attrName>
                                        </p:attrNameLst>
                                      </p:cBhvr>
                                      <p:to>
                                        <a:srgbClr val="FFFF00"/>
                                      </p:to>
                                    </p:animClr>
                                    <p:animClr clrSpc="rgb" dir="cw">
                                      <p:cBhvr>
                                        <p:cTn id="25" dur="500" fill="hold"/>
                                        <p:tgtEl>
                                          <p:spTgt spid="55"/>
                                        </p:tgtEl>
                                        <p:attrNameLst>
                                          <p:attrName>fillcolor</p:attrName>
                                        </p:attrNameLst>
                                      </p:cBhvr>
                                      <p:to>
                                        <a:srgbClr val="FFFF00"/>
                                      </p:to>
                                    </p:animClr>
                                    <p:set>
                                      <p:cBhvr>
                                        <p:cTn id="26" dur="500" fill="hold"/>
                                        <p:tgtEl>
                                          <p:spTgt spid="55"/>
                                        </p:tgtEl>
                                        <p:attrNameLst>
                                          <p:attrName>fill.type</p:attrName>
                                        </p:attrNameLst>
                                      </p:cBhvr>
                                      <p:to>
                                        <p:strVal val="solid"/>
                                      </p:to>
                                    </p:set>
                                    <p:set>
                                      <p:cBhvr>
                                        <p:cTn id="27" dur="500" fill="hold"/>
                                        <p:tgtEl>
                                          <p:spTgt spid="55"/>
                                        </p:tgtEl>
                                        <p:attrNameLst>
                                          <p:attrName>fill.on</p:attrName>
                                        </p:attrNameLst>
                                      </p:cBhvr>
                                      <p:to>
                                        <p:strVal val="true"/>
                                      </p:to>
                                    </p:set>
                                  </p:childTnLst>
                                </p:cTn>
                              </p:par>
                              <p:par>
                                <p:cTn id="28" presetID="19" presetClass="emph" presetSubtype="0" fill="hold" grpId="0" nodeType="withEffect">
                                  <p:stCondLst>
                                    <p:cond delay="0"/>
                                  </p:stCondLst>
                                  <p:childTnLst>
                                    <p:animClr clrSpc="rgb" dir="cw">
                                      <p:cBhvr override="childStyle">
                                        <p:cTn id="29" dur="500" fill="hold"/>
                                        <p:tgtEl>
                                          <p:spTgt spid="100"/>
                                        </p:tgtEl>
                                        <p:attrNameLst>
                                          <p:attrName>style.color</p:attrName>
                                        </p:attrNameLst>
                                      </p:cBhvr>
                                      <p:to>
                                        <a:srgbClr val="FFFF00"/>
                                      </p:to>
                                    </p:animClr>
                                    <p:animClr clrSpc="rgb" dir="cw">
                                      <p:cBhvr>
                                        <p:cTn id="30" dur="500" fill="hold"/>
                                        <p:tgtEl>
                                          <p:spTgt spid="100"/>
                                        </p:tgtEl>
                                        <p:attrNameLst>
                                          <p:attrName>fillcolor</p:attrName>
                                        </p:attrNameLst>
                                      </p:cBhvr>
                                      <p:to>
                                        <a:srgbClr val="FFFF00"/>
                                      </p:to>
                                    </p:animClr>
                                    <p:set>
                                      <p:cBhvr>
                                        <p:cTn id="31" dur="500" fill="hold"/>
                                        <p:tgtEl>
                                          <p:spTgt spid="100"/>
                                        </p:tgtEl>
                                        <p:attrNameLst>
                                          <p:attrName>fill.type</p:attrName>
                                        </p:attrNameLst>
                                      </p:cBhvr>
                                      <p:to>
                                        <p:strVal val="solid"/>
                                      </p:to>
                                    </p:set>
                                    <p:set>
                                      <p:cBhvr>
                                        <p:cTn id="32" dur="500" fill="hold"/>
                                        <p:tgtEl>
                                          <p:spTgt spid="100"/>
                                        </p:tgtEl>
                                        <p:attrNameLst>
                                          <p:attrName>fill.on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wipe(down)">
                                      <p:cBhvr>
                                        <p:cTn id="37" dur="500"/>
                                        <p:tgtEl>
                                          <p:spTgt spid="67"/>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05"/>
                                        </p:tgtEl>
                                        <p:attrNameLst>
                                          <p:attrName>style.visibility</p:attrName>
                                        </p:attrNameLst>
                                      </p:cBhvr>
                                      <p:to>
                                        <p:strVal val="visible"/>
                                      </p:to>
                                    </p:set>
                                    <p:animEffect transition="in" filter="wipe(down)">
                                      <p:cBhvr>
                                        <p:cTn id="40" dur="500"/>
                                        <p:tgtEl>
                                          <p:spTgt spid="105"/>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06"/>
                                        </p:tgtEl>
                                        <p:attrNameLst>
                                          <p:attrName>style.visibility</p:attrName>
                                        </p:attrNameLst>
                                      </p:cBhvr>
                                      <p:to>
                                        <p:strVal val="visible"/>
                                      </p:to>
                                    </p:set>
                                    <p:animEffect transition="in" filter="wipe(down)">
                                      <p:cBhvr>
                                        <p:cTn id="43" dur="500"/>
                                        <p:tgtEl>
                                          <p:spTgt spid="106"/>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07"/>
                                        </p:tgtEl>
                                        <p:attrNameLst>
                                          <p:attrName>style.visibility</p:attrName>
                                        </p:attrNameLst>
                                      </p:cBhvr>
                                      <p:to>
                                        <p:strVal val="visible"/>
                                      </p:to>
                                    </p:set>
                                    <p:animEffect transition="in" filter="wipe(down)">
                                      <p:cBhvr>
                                        <p:cTn id="46" dur="500"/>
                                        <p:tgtEl>
                                          <p:spTgt spid="107"/>
                                        </p:tgtEl>
                                      </p:cBhvr>
                                    </p:animEffect>
                                  </p:childTnLst>
                                </p:cTn>
                              </p:par>
                            </p:childTnLst>
                          </p:cTn>
                        </p:par>
                      </p:childTnLst>
                    </p:cTn>
                  </p:par>
                  <p:par>
                    <p:cTn id="47" fill="hold">
                      <p:stCondLst>
                        <p:cond delay="indefinite"/>
                      </p:stCondLst>
                      <p:childTnLst>
                        <p:par>
                          <p:cTn id="48" fill="hold">
                            <p:stCondLst>
                              <p:cond delay="0"/>
                            </p:stCondLst>
                            <p:childTnLst>
                              <p:par>
                                <p:cTn id="49" presetID="19" presetClass="emph" presetSubtype="0" fill="hold" grpId="0" nodeType="clickEffect">
                                  <p:stCondLst>
                                    <p:cond delay="0"/>
                                  </p:stCondLst>
                                  <p:childTnLst>
                                    <p:animClr clrSpc="rgb" dir="cw">
                                      <p:cBhvr override="childStyle">
                                        <p:cTn id="50" dur="500" fill="hold"/>
                                        <p:tgtEl>
                                          <p:spTgt spid="37"/>
                                        </p:tgtEl>
                                        <p:attrNameLst>
                                          <p:attrName>style.color</p:attrName>
                                        </p:attrNameLst>
                                      </p:cBhvr>
                                      <p:to>
                                        <a:srgbClr val="00BBD3"/>
                                      </p:to>
                                    </p:animClr>
                                    <p:animClr clrSpc="rgb" dir="cw">
                                      <p:cBhvr>
                                        <p:cTn id="51" dur="500" fill="hold"/>
                                        <p:tgtEl>
                                          <p:spTgt spid="37"/>
                                        </p:tgtEl>
                                        <p:attrNameLst>
                                          <p:attrName>fillcolor</p:attrName>
                                        </p:attrNameLst>
                                      </p:cBhvr>
                                      <p:to>
                                        <a:srgbClr val="00BBD3"/>
                                      </p:to>
                                    </p:animClr>
                                    <p:set>
                                      <p:cBhvr>
                                        <p:cTn id="52" dur="500" fill="hold"/>
                                        <p:tgtEl>
                                          <p:spTgt spid="37"/>
                                        </p:tgtEl>
                                        <p:attrNameLst>
                                          <p:attrName>fill.type</p:attrName>
                                        </p:attrNameLst>
                                      </p:cBhvr>
                                      <p:to>
                                        <p:strVal val="solid"/>
                                      </p:to>
                                    </p:set>
                                    <p:set>
                                      <p:cBhvr>
                                        <p:cTn id="53" dur="500" fill="hold"/>
                                        <p:tgtEl>
                                          <p:spTgt spid="37"/>
                                        </p:tgtEl>
                                        <p:attrNameLst>
                                          <p:attrName>fill.on</p:attrName>
                                        </p:attrNameLst>
                                      </p:cBhvr>
                                      <p:to>
                                        <p:strVal val="true"/>
                                      </p:to>
                                    </p:set>
                                  </p:childTnLst>
                                </p:cTn>
                              </p:par>
                              <p:par>
                                <p:cTn id="54" presetID="19" presetClass="emph" presetSubtype="0" fill="hold" grpId="0" nodeType="withEffect">
                                  <p:stCondLst>
                                    <p:cond delay="0"/>
                                  </p:stCondLst>
                                  <p:childTnLst>
                                    <p:animClr clrSpc="rgb" dir="cw">
                                      <p:cBhvr override="childStyle">
                                        <p:cTn id="55" dur="500" fill="hold"/>
                                        <p:tgtEl>
                                          <p:spTgt spid="95"/>
                                        </p:tgtEl>
                                        <p:attrNameLst>
                                          <p:attrName>style.color</p:attrName>
                                        </p:attrNameLst>
                                      </p:cBhvr>
                                      <p:to>
                                        <a:srgbClr val="00BBD3"/>
                                      </p:to>
                                    </p:animClr>
                                    <p:animClr clrSpc="rgb" dir="cw">
                                      <p:cBhvr>
                                        <p:cTn id="56" dur="500" fill="hold"/>
                                        <p:tgtEl>
                                          <p:spTgt spid="95"/>
                                        </p:tgtEl>
                                        <p:attrNameLst>
                                          <p:attrName>fillcolor</p:attrName>
                                        </p:attrNameLst>
                                      </p:cBhvr>
                                      <p:to>
                                        <a:srgbClr val="00BBD3"/>
                                      </p:to>
                                    </p:animClr>
                                    <p:set>
                                      <p:cBhvr>
                                        <p:cTn id="57" dur="500" fill="hold"/>
                                        <p:tgtEl>
                                          <p:spTgt spid="95"/>
                                        </p:tgtEl>
                                        <p:attrNameLst>
                                          <p:attrName>fill.type</p:attrName>
                                        </p:attrNameLst>
                                      </p:cBhvr>
                                      <p:to>
                                        <p:strVal val="solid"/>
                                      </p:to>
                                    </p:set>
                                    <p:set>
                                      <p:cBhvr>
                                        <p:cTn id="58" dur="500" fill="hold"/>
                                        <p:tgtEl>
                                          <p:spTgt spid="95"/>
                                        </p:tgtEl>
                                        <p:attrNameLst>
                                          <p:attrName>fill.on</p:attrName>
                                        </p:attrNameLst>
                                      </p:cBhvr>
                                      <p:to>
                                        <p:strVal val="true"/>
                                      </p:to>
                                    </p:set>
                                  </p:childTnLst>
                                </p:cTn>
                              </p:par>
                              <p:par>
                                <p:cTn id="59" presetID="19" presetClass="emph" presetSubtype="0" fill="hold" grpId="0" nodeType="withEffect">
                                  <p:stCondLst>
                                    <p:cond delay="0"/>
                                  </p:stCondLst>
                                  <p:childTnLst>
                                    <p:animClr clrSpc="rgb" dir="cw">
                                      <p:cBhvr override="childStyle">
                                        <p:cTn id="60" dur="500" fill="hold"/>
                                        <p:tgtEl>
                                          <p:spTgt spid="88"/>
                                        </p:tgtEl>
                                        <p:attrNameLst>
                                          <p:attrName>style.color</p:attrName>
                                        </p:attrNameLst>
                                      </p:cBhvr>
                                      <p:to>
                                        <a:srgbClr val="00BBD3"/>
                                      </p:to>
                                    </p:animClr>
                                    <p:animClr clrSpc="rgb" dir="cw">
                                      <p:cBhvr>
                                        <p:cTn id="61" dur="500" fill="hold"/>
                                        <p:tgtEl>
                                          <p:spTgt spid="88"/>
                                        </p:tgtEl>
                                        <p:attrNameLst>
                                          <p:attrName>fillcolor</p:attrName>
                                        </p:attrNameLst>
                                      </p:cBhvr>
                                      <p:to>
                                        <a:srgbClr val="00BBD3"/>
                                      </p:to>
                                    </p:animClr>
                                    <p:set>
                                      <p:cBhvr>
                                        <p:cTn id="62" dur="500" fill="hold"/>
                                        <p:tgtEl>
                                          <p:spTgt spid="88"/>
                                        </p:tgtEl>
                                        <p:attrNameLst>
                                          <p:attrName>fill.type</p:attrName>
                                        </p:attrNameLst>
                                      </p:cBhvr>
                                      <p:to>
                                        <p:strVal val="solid"/>
                                      </p:to>
                                    </p:set>
                                    <p:set>
                                      <p:cBhvr>
                                        <p:cTn id="63" dur="500" fill="hold"/>
                                        <p:tgtEl>
                                          <p:spTgt spid="88"/>
                                        </p:tgtEl>
                                        <p:attrNameLst>
                                          <p:attrName>fill.on</p:attrName>
                                        </p:attrNameLst>
                                      </p:cBhvr>
                                      <p:to>
                                        <p:strVal val="true"/>
                                      </p:to>
                                    </p:set>
                                  </p:childTnLst>
                                </p:cTn>
                              </p:par>
                              <p:par>
                                <p:cTn id="64" presetID="19" presetClass="emph" presetSubtype="0" fill="hold" grpId="0" nodeType="withEffect">
                                  <p:stCondLst>
                                    <p:cond delay="0"/>
                                  </p:stCondLst>
                                  <p:childTnLst>
                                    <p:animClr clrSpc="rgb" dir="cw">
                                      <p:cBhvr override="childStyle">
                                        <p:cTn id="65" dur="500" fill="hold"/>
                                        <p:tgtEl>
                                          <p:spTgt spid="86"/>
                                        </p:tgtEl>
                                        <p:attrNameLst>
                                          <p:attrName>style.color</p:attrName>
                                        </p:attrNameLst>
                                      </p:cBhvr>
                                      <p:to>
                                        <a:srgbClr val="00BBD3"/>
                                      </p:to>
                                    </p:animClr>
                                    <p:animClr clrSpc="rgb" dir="cw">
                                      <p:cBhvr>
                                        <p:cTn id="66" dur="500" fill="hold"/>
                                        <p:tgtEl>
                                          <p:spTgt spid="86"/>
                                        </p:tgtEl>
                                        <p:attrNameLst>
                                          <p:attrName>fillcolor</p:attrName>
                                        </p:attrNameLst>
                                      </p:cBhvr>
                                      <p:to>
                                        <a:srgbClr val="00BBD3"/>
                                      </p:to>
                                    </p:animClr>
                                    <p:set>
                                      <p:cBhvr>
                                        <p:cTn id="67" dur="500" fill="hold"/>
                                        <p:tgtEl>
                                          <p:spTgt spid="86"/>
                                        </p:tgtEl>
                                        <p:attrNameLst>
                                          <p:attrName>fill.type</p:attrName>
                                        </p:attrNameLst>
                                      </p:cBhvr>
                                      <p:to>
                                        <p:strVal val="solid"/>
                                      </p:to>
                                    </p:set>
                                    <p:set>
                                      <p:cBhvr>
                                        <p:cTn id="68" dur="500" fill="hold"/>
                                        <p:tgtEl>
                                          <p:spTgt spid="86"/>
                                        </p:tgtEl>
                                        <p:attrNameLst>
                                          <p:attrName>fill.on</p:attrName>
                                        </p:attrNameLst>
                                      </p:cBhvr>
                                      <p:to>
                                        <p:strVal val="tru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67"/>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105"/>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106"/>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107"/>
                                        </p:tgtEl>
                                        <p:attrNameLst>
                                          <p:attrName>style.visibility</p:attrName>
                                        </p:attrNameLst>
                                      </p:cBhvr>
                                      <p:to>
                                        <p:strVal val="hidden"/>
                                      </p:to>
                                    </p:set>
                                  </p:childTnLst>
                                </p:cTn>
                              </p:par>
                              <p:par>
                                <p:cTn id="91" presetID="19" presetClass="emph" presetSubtype="0" fill="hold" grpId="1" nodeType="withEffect">
                                  <p:stCondLst>
                                    <p:cond delay="0"/>
                                  </p:stCondLst>
                                  <p:childTnLst>
                                    <p:animClr clrSpc="rgb" dir="cw">
                                      <p:cBhvr override="childStyle">
                                        <p:cTn id="92" dur="500" fill="hold"/>
                                        <p:tgtEl>
                                          <p:spTgt spid="38"/>
                                        </p:tgtEl>
                                        <p:attrNameLst>
                                          <p:attrName>style.color</p:attrName>
                                        </p:attrNameLst>
                                      </p:cBhvr>
                                      <p:to>
                                        <a:srgbClr val="212121"/>
                                      </p:to>
                                    </p:animClr>
                                    <p:animClr clrSpc="rgb" dir="cw">
                                      <p:cBhvr>
                                        <p:cTn id="93" dur="500" fill="hold"/>
                                        <p:tgtEl>
                                          <p:spTgt spid="38"/>
                                        </p:tgtEl>
                                        <p:attrNameLst>
                                          <p:attrName>fillcolor</p:attrName>
                                        </p:attrNameLst>
                                      </p:cBhvr>
                                      <p:to>
                                        <a:srgbClr val="212121"/>
                                      </p:to>
                                    </p:animClr>
                                    <p:set>
                                      <p:cBhvr>
                                        <p:cTn id="94" dur="500" fill="hold"/>
                                        <p:tgtEl>
                                          <p:spTgt spid="38"/>
                                        </p:tgtEl>
                                        <p:attrNameLst>
                                          <p:attrName>fill.type</p:attrName>
                                        </p:attrNameLst>
                                      </p:cBhvr>
                                      <p:to>
                                        <p:strVal val="solid"/>
                                      </p:to>
                                    </p:set>
                                    <p:set>
                                      <p:cBhvr>
                                        <p:cTn id="95" dur="500" fill="hold"/>
                                        <p:tgtEl>
                                          <p:spTgt spid="38"/>
                                        </p:tgtEl>
                                        <p:attrNameLst>
                                          <p:attrName>fill.on</p:attrName>
                                        </p:attrNameLst>
                                      </p:cBhvr>
                                      <p:to>
                                        <p:strVal val="true"/>
                                      </p:to>
                                    </p:set>
                                  </p:childTnLst>
                                </p:cTn>
                              </p:par>
                              <p:par>
                                <p:cTn id="96" presetID="19" presetClass="emph" presetSubtype="0" fill="hold" grpId="1" nodeType="withEffect">
                                  <p:stCondLst>
                                    <p:cond delay="0"/>
                                  </p:stCondLst>
                                  <p:childTnLst>
                                    <p:animClr clrSpc="rgb" dir="cw">
                                      <p:cBhvr override="childStyle">
                                        <p:cTn id="97" dur="500" fill="hold"/>
                                        <p:tgtEl>
                                          <p:spTgt spid="39"/>
                                        </p:tgtEl>
                                        <p:attrNameLst>
                                          <p:attrName>style.color</p:attrName>
                                        </p:attrNameLst>
                                      </p:cBhvr>
                                      <p:to>
                                        <a:srgbClr val="212121"/>
                                      </p:to>
                                    </p:animClr>
                                    <p:animClr clrSpc="rgb" dir="cw">
                                      <p:cBhvr>
                                        <p:cTn id="98" dur="500" fill="hold"/>
                                        <p:tgtEl>
                                          <p:spTgt spid="39"/>
                                        </p:tgtEl>
                                        <p:attrNameLst>
                                          <p:attrName>fillcolor</p:attrName>
                                        </p:attrNameLst>
                                      </p:cBhvr>
                                      <p:to>
                                        <a:srgbClr val="212121"/>
                                      </p:to>
                                    </p:animClr>
                                    <p:set>
                                      <p:cBhvr>
                                        <p:cTn id="99" dur="500" fill="hold"/>
                                        <p:tgtEl>
                                          <p:spTgt spid="39"/>
                                        </p:tgtEl>
                                        <p:attrNameLst>
                                          <p:attrName>fill.type</p:attrName>
                                        </p:attrNameLst>
                                      </p:cBhvr>
                                      <p:to>
                                        <p:strVal val="solid"/>
                                      </p:to>
                                    </p:set>
                                    <p:set>
                                      <p:cBhvr>
                                        <p:cTn id="100" dur="500" fill="hold"/>
                                        <p:tgtEl>
                                          <p:spTgt spid="39"/>
                                        </p:tgtEl>
                                        <p:attrNameLst>
                                          <p:attrName>fill.on</p:attrName>
                                        </p:attrNameLst>
                                      </p:cBhvr>
                                      <p:to>
                                        <p:strVal val="true"/>
                                      </p:to>
                                    </p:set>
                                  </p:childTnLst>
                                </p:cTn>
                              </p:par>
                              <p:par>
                                <p:cTn id="101" presetID="19" presetClass="emph" presetSubtype="0" fill="hold" grpId="1" nodeType="withEffect">
                                  <p:stCondLst>
                                    <p:cond delay="0"/>
                                  </p:stCondLst>
                                  <p:childTnLst>
                                    <p:animClr clrSpc="rgb" dir="cw">
                                      <p:cBhvr override="childStyle">
                                        <p:cTn id="102" dur="500" fill="hold"/>
                                        <p:tgtEl>
                                          <p:spTgt spid="55"/>
                                        </p:tgtEl>
                                        <p:attrNameLst>
                                          <p:attrName>style.color</p:attrName>
                                        </p:attrNameLst>
                                      </p:cBhvr>
                                      <p:to>
                                        <a:srgbClr val="212121"/>
                                      </p:to>
                                    </p:animClr>
                                    <p:animClr clrSpc="rgb" dir="cw">
                                      <p:cBhvr>
                                        <p:cTn id="103" dur="500" fill="hold"/>
                                        <p:tgtEl>
                                          <p:spTgt spid="55"/>
                                        </p:tgtEl>
                                        <p:attrNameLst>
                                          <p:attrName>fillcolor</p:attrName>
                                        </p:attrNameLst>
                                      </p:cBhvr>
                                      <p:to>
                                        <a:srgbClr val="212121"/>
                                      </p:to>
                                    </p:animClr>
                                    <p:set>
                                      <p:cBhvr>
                                        <p:cTn id="104" dur="500" fill="hold"/>
                                        <p:tgtEl>
                                          <p:spTgt spid="55"/>
                                        </p:tgtEl>
                                        <p:attrNameLst>
                                          <p:attrName>fill.type</p:attrName>
                                        </p:attrNameLst>
                                      </p:cBhvr>
                                      <p:to>
                                        <p:strVal val="solid"/>
                                      </p:to>
                                    </p:set>
                                    <p:set>
                                      <p:cBhvr>
                                        <p:cTn id="105" dur="500" fill="hold"/>
                                        <p:tgtEl>
                                          <p:spTgt spid="55"/>
                                        </p:tgtEl>
                                        <p:attrNameLst>
                                          <p:attrName>fill.on</p:attrName>
                                        </p:attrNameLst>
                                      </p:cBhvr>
                                      <p:to>
                                        <p:strVal val="true"/>
                                      </p:to>
                                    </p:set>
                                  </p:childTnLst>
                                </p:cTn>
                              </p:par>
                              <p:par>
                                <p:cTn id="106" presetID="19" presetClass="emph" presetSubtype="0" fill="hold" grpId="1" nodeType="withEffect">
                                  <p:stCondLst>
                                    <p:cond delay="0"/>
                                  </p:stCondLst>
                                  <p:childTnLst>
                                    <p:animClr clrSpc="rgb" dir="cw">
                                      <p:cBhvr override="childStyle">
                                        <p:cTn id="107" dur="500" fill="hold"/>
                                        <p:tgtEl>
                                          <p:spTgt spid="100"/>
                                        </p:tgtEl>
                                        <p:attrNameLst>
                                          <p:attrName>style.color</p:attrName>
                                        </p:attrNameLst>
                                      </p:cBhvr>
                                      <p:to>
                                        <a:srgbClr val="212121"/>
                                      </p:to>
                                    </p:animClr>
                                    <p:animClr clrSpc="rgb" dir="cw">
                                      <p:cBhvr>
                                        <p:cTn id="108" dur="500" fill="hold"/>
                                        <p:tgtEl>
                                          <p:spTgt spid="100"/>
                                        </p:tgtEl>
                                        <p:attrNameLst>
                                          <p:attrName>fillcolor</p:attrName>
                                        </p:attrNameLst>
                                      </p:cBhvr>
                                      <p:to>
                                        <a:srgbClr val="212121"/>
                                      </p:to>
                                    </p:animClr>
                                    <p:set>
                                      <p:cBhvr>
                                        <p:cTn id="109" dur="500" fill="hold"/>
                                        <p:tgtEl>
                                          <p:spTgt spid="100"/>
                                        </p:tgtEl>
                                        <p:attrNameLst>
                                          <p:attrName>fill.type</p:attrName>
                                        </p:attrNameLst>
                                      </p:cBhvr>
                                      <p:to>
                                        <p:strVal val="solid"/>
                                      </p:to>
                                    </p:set>
                                    <p:set>
                                      <p:cBhvr>
                                        <p:cTn id="110" dur="500" fill="hold"/>
                                        <p:tgtEl>
                                          <p:spTgt spid="100"/>
                                        </p:tgtEl>
                                        <p:attrNameLst>
                                          <p:attrName>fill.on</p:attrName>
                                        </p:attrNameLst>
                                      </p:cBhvr>
                                      <p:to>
                                        <p:strVal val="true"/>
                                      </p:to>
                                    </p:set>
                                  </p:childTnLst>
                                </p:cTn>
                              </p:par>
                              <p:par>
                                <p:cTn id="111" presetID="19" presetClass="emph" presetSubtype="0" fill="hold" grpId="1" nodeType="withEffect">
                                  <p:stCondLst>
                                    <p:cond delay="0"/>
                                  </p:stCondLst>
                                  <p:childTnLst>
                                    <p:animClr clrSpc="rgb" dir="cw">
                                      <p:cBhvr override="childStyle">
                                        <p:cTn id="112" dur="500" fill="hold"/>
                                        <p:tgtEl>
                                          <p:spTgt spid="37"/>
                                        </p:tgtEl>
                                        <p:attrNameLst>
                                          <p:attrName>style.color</p:attrName>
                                        </p:attrNameLst>
                                      </p:cBhvr>
                                      <p:to>
                                        <a:srgbClr val="212121"/>
                                      </p:to>
                                    </p:animClr>
                                    <p:animClr clrSpc="rgb" dir="cw">
                                      <p:cBhvr>
                                        <p:cTn id="113" dur="500" fill="hold"/>
                                        <p:tgtEl>
                                          <p:spTgt spid="37"/>
                                        </p:tgtEl>
                                        <p:attrNameLst>
                                          <p:attrName>fillcolor</p:attrName>
                                        </p:attrNameLst>
                                      </p:cBhvr>
                                      <p:to>
                                        <a:srgbClr val="212121"/>
                                      </p:to>
                                    </p:animClr>
                                    <p:set>
                                      <p:cBhvr>
                                        <p:cTn id="114" dur="500" fill="hold"/>
                                        <p:tgtEl>
                                          <p:spTgt spid="37"/>
                                        </p:tgtEl>
                                        <p:attrNameLst>
                                          <p:attrName>fill.type</p:attrName>
                                        </p:attrNameLst>
                                      </p:cBhvr>
                                      <p:to>
                                        <p:strVal val="solid"/>
                                      </p:to>
                                    </p:set>
                                    <p:set>
                                      <p:cBhvr>
                                        <p:cTn id="115" dur="500" fill="hold"/>
                                        <p:tgtEl>
                                          <p:spTgt spid="37"/>
                                        </p:tgtEl>
                                        <p:attrNameLst>
                                          <p:attrName>fill.on</p:attrName>
                                        </p:attrNameLst>
                                      </p:cBhvr>
                                      <p:to>
                                        <p:strVal val="true"/>
                                      </p:to>
                                    </p:set>
                                  </p:childTnLst>
                                </p:cTn>
                              </p:par>
                              <p:par>
                                <p:cTn id="116" presetID="19" presetClass="emph" presetSubtype="0" fill="hold" grpId="1" nodeType="withEffect">
                                  <p:stCondLst>
                                    <p:cond delay="0"/>
                                  </p:stCondLst>
                                  <p:childTnLst>
                                    <p:animClr clrSpc="rgb" dir="cw">
                                      <p:cBhvr override="childStyle">
                                        <p:cTn id="117" dur="500" fill="hold"/>
                                        <p:tgtEl>
                                          <p:spTgt spid="95"/>
                                        </p:tgtEl>
                                        <p:attrNameLst>
                                          <p:attrName>style.color</p:attrName>
                                        </p:attrNameLst>
                                      </p:cBhvr>
                                      <p:to>
                                        <a:srgbClr val="212121"/>
                                      </p:to>
                                    </p:animClr>
                                    <p:animClr clrSpc="rgb" dir="cw">
                                      <p:cBhvr>
                                        <p:cTn id="118" dur="500" fill="hold"/>
                                        <p:tgtEl>
                                          <p:spTgt spid="95"/>
                                        </p:tgtEl>
                                        <p:attrNameLst>
                                          <p:attrName>fillcolor</p:attrName>
                                        </p:attrNameLst>
                                      </p:cBhvr>
                                      <p:to>
                                        <a:srgbClr val="212121"/>
                                      </p:to>
                                    </p:animClr>
                                    <p:set>
                                      <p:cBhvr>
                                        <p:cTn id="119" dur="500" fill="hold"/>
                                        <p:tgtEl>
                                          <p:spTgt spid="95"/>
                                        </p:tgtEl>
                                        <p:attrNameLst>
                                          <p:attrName>fill.type</p:attrName>
                                        </p:attrNameLst>
                                      </p:cBhvr>
                                      <p:to>
                                        <p:strVal val="solid"/>
                                      </p:to>
                                    </p:set>
                                    <p:set>
                                      <p:cBhvr>
                                        <p:cTn id="120" dur="500" fill="hold"/>
                                        <p:tgtEl>
                                          <p:spTgt spid="95"/>
                                        </p:tgtEl>
                                        <p:attrNameLst>
                                          <p:attrName>fill.on</p:attrName>
                                        </p:attrNameLst>
                                      </p:cBhvr>
                                      <p:to>
                                        <p:strVal val="true"/>
                                      </p:to>
                                    </p:set>
                                  </p:childTnLst>
                                </p:cTn>
                              </p:par>
                              <p:par>
                                <p:cTn id="121" presetID="19" presetClass="emph" presetSubtype="0" fill="hold" grpId="1" nodeType="withEffect">
                                  <p:stCondLst>
                                    <p:cond delay="0"/>
                                  </p:stCondLst>
                                  <p:childTnLst>
                                    <p:animClr clrSpc="rgb" dir="cw">
                                      <p:cBhvr override="childStyle">
                                        <p:cTn id="122" dur="500" fill="hold"/>
                                        <p:tgtEl>
                                          <p:spTgt spid="88"/>
                                        </p:tgtEl>
                                        <p:attrNameLst>
                                          <p:attrName>style.color</p:attrName>
                                        </p:attrNameLst>
                                      </p:cBhvr>
                                      <p:to>
                                        <a:srgbClr val="212121"/>
                                      </p:to>
                                    </p:animClr>
                                    <p:animClr clrSpc="rgb" dir="cw">
                                      <p:cBhvr>
                                        <p:cTn id="123" dur="500" fill="hold"/>
                                        <p:tgtEl>
                                          <p:spTgt spid="88"/>
                                        </p:tgtEl>
                                        <p:attrNameLst>
                                          <p:attrName>fillcolor</p:attrName>
                                        </p:attrNameLst>
                                      </p:cBhvr>
                                      <p:to>
                                        <a:srgbClr val="212121"/>
                                      </p:to>
                                    </p:animClr>
                                    <p:set>
                                      <p:cBhvr>
                                        <p:cTn id="124" dur="500" fill="hold"/>
                                        <p:tgtEl>
                                          <p:spTgt spid="88"/>
                                        </p:tgtEl>
                                        <p:attrNameLst>
                                          <p:attrName>fill.type</p:attrName>
                                        </p:attrNameLst>
                                      </p:cBhvr>
                                      <p:to>
                                        <p:strVal val="solid"/>
                                      </p:to>
                                    </p:set>
                                    <p:set>
                                      <p:cBhvr>
                                        <p:cTn id="125" dur="500" fill="hold"/>
                                        <p:tgtEl>
                                          <p:spTgt spid="88"/>
                                        </p:tgtEl>
                                        <p:attrNameLst>
                                          <p:attrName>fill.on</p:attrName>
                                        </p:attrNameLst>
                                      </p:cBhvr>
                                      <p:to>
                                        <p:strVal val="true"/>
                                      </p:to>
                                    </p:set>
                                  </p:childTnLst>
                                </p:cTn>
                              </p:par>
                              <p:par>
                                <p:cTn id="126" presetID="19" presetClass="emph" presetSubtype="0" fill="hold" grpId="1" nodeType="withEffect">
                                  <p:stCondLst>
                                    <p:cond delay="0"/>
                                  </p:stCondLst>
                                  <p:childTnLst>
                                    <p:animClr clrSpc="rgb" dir="cw">
                                      <p:cBhvr override="childStyle">
                                        <p:cTn id="127" dur="500" fill="hold"/>
                                        <p:tgtEl>
                                          <p:spTgt spid="86"/>
                                        </p:tgtEl>
                                        <p:attrNameLst>
                                          <p:attrName>style.color</p:attrName>
                                        </p:attrNameLst>
                                      </p:cBhvr>
                                      <p:to>
                                        <a:srgbClr val="212121"/>
                                      </p:to>
                                    </p:animClr>
                                    <p:animClr clrSpc="rgb" dir="cw">
                                      <p:cBhvr>
                                        <p:cTn id="128" dur="500" fill="hold"/>
                                        <p:tgtEl>
                                          <p:spTgt spid="86"/>
                                        </p:tgtEl>
                                        <p:attrNameLst>
                                          <p:attrName>fillcolor</p:attrName>
                                        </p:attrNameLst>
                                      </p:cBhvr>
                                      <p:to>
                                        <a:srgbClr val="212121"/>
                                      </p:to>
                                    </p:animClr>
                                    <p:set>
                                      <p:cBhvr>
                                        <p:cTn id="129" dur="500" fill="hold"/>
                                        <p:tgtEl>
                                          <p:spTgt spid="86"/>
                                        </p:tgtEl>
                                        <p:attrNameLst>
                                          <p:attrName>fill.type</p:attrName>
                                        </p:attrNameLst>
                                      </p:cBhvr>
                                      <p:to>
                                        <p:strVal val="solid"/>
                                      </p:to>
                                    </p:set>
                                    <p:set>
                                      <p:cBhvr>
                                        <p:cTn id="130" dur="500" fill="hold"/>
                                        <p:tgtEl>
                                          <p:spTgt spid="86"/>
                                        </p:tgtEl>
                                        <p:attrNameLst>
                                          <p:attrName>fill.on</p:attrName>
                                        </p:attrNameLst>
                                      </p:cBhvr>
                                      <p:to>
                                        <p:strVal val="true"/>
                                      </p:to>
                                    </p:set>
                                  </p:childTnLst>
                                </p:cTn>
                              </p:par>
                            </p:childTnLst>
                          </p:cTn>
                        </p:par>
                      </p:childTnLst>
                    </p:cTn>
                  </p:par>
                  <p:par>
                    <p:cTn id="131" fill="hold">
                      <p:stCondLst>
                        <p:cond delay="indefinite"/>
                      </p:stCondLst>
                      <p:childTnLst>
                        <p:par>
                          <p:cTn id="132" fill="hold">
                            <p:stCondLst>
                              <p:cond delay="0"/>
                            </p:stCondLst>
                            <p:childTnLst>
                              <p:par>
                                <p:cTn id="133" presetID="19" presetClass="emph" presetSubtype="0" fill="hold" grpId="2" nodeType="clickEffect">
                                  <p:stCondLst>
                                    <p:cond delay="0"/>
                                  </p:stCondLst>
                                  <p:childTnLst>
                                    <p:animClr clrSpc="rgb" dir="cw">
                                      <p:cBhvr override="childStyle">
                                        <p:cTn id="134" dur="500" fill="hold"/>
                                        <p:tgtEl>
                                          <p:spTgt spid="37"/>
                                        </p:tgtEl>
                                        <p:attrNameLst>
                                          <p:attrName>style.color</p:attrName>
                                        </p:attrNameLst>
                                      </p:cBhvr>
                                      <p:to>
                                        <a:srgbClr val="FFFF00"/>
                                      </p:to>
                                    </p:animClr>
                                    <p:animClr clrSpc="rgb" dir="cw">
                                      <p:cBhvr>
                                        <p:cTn id="135" dur="500" fill="hold"/>
                                        <p:tgtEl>
                                          <p:spTgt spid="37"/>
                                        </p:tgtEl>
                                        <p:attrNameLst>
                                          <p:attrName>fillcolor</p:attrName>
                                        </p:attrNameLst>
                                      </p:cBhvr>
                                      <p:to>
                                        <a:srgbClr val="FFFF00"/>
                                      </p:to>
                                    </p:animClr>
                                    <p:set>
                                      <p:cBhvr>
                                        <p:cTn id="136" dur="500" fill="hold"/>
                                        <p:tgtEl>
                                          <p:spTgt spid="37"/>
                                        </p:tgtEl>
                                        <p:attrNameLst>
                                          <p:attrName>fill.type</p:attrName>
                                        </p:attrNameLst>
                                      </p:cBhvr>
                                      <p:to>
                                        <p:strVal val="solid"/>
                                      </p:to>
                                    </p:set>
                                    <p:set>
                                      <p:cBhvr>
                                        <p:cTn id="137" dur="500" fill="hold"/>
                                        <p:tgtEl>
                                          <p:spTgt spid="37"/>
                                        </p:tgtEl>
                                        <p:attrNameLst>
                                          <p:attrName>fill.on</p:attrName>
                                        </p:attrNameLst>
                                      </p:cBhvr>
                                      <p:to>
                                        <p:strVal val="true"/>
                                      </p:to>
                                    </p:set>
                                  </p:childTnLst>
                                </p:cTn>
                              </p:par>
                              <p:par>
                                <p:cTn id="138" presetID="19" presetClass="emph" presetSubtype="0" fill="hold" grpId="2" nodeType="withEffect">
                                  <p:stCondLst>
                                    <p:cond delay="0"/>
                                  </p:stCondLst>
                                  <p:childTnLst>
                                    <p:animClr clrSpc="rgb" dir="cw">
                                      <p:cBhvr override="childStyle">
                                        <p:cTn id="139" dur="500" fill="hold"/>
                                        <p:tgtEl>
                                          <p:spTgt spid="95"/>
                                        </p:tgtEl>
                                        <p:attrNameLst>
                                          <p:attrName>style.color</p:attrName>
                                        </p:attrNameLst>
                                      </p:cBhvr>
                                      <p:to>
                                        <a:srgbClr val="FFFF00"/>
                                      </p:to>
                                    </p:animClr>
                                    <p:animClr clrSpc="rgb" dir="cw">
                                      <p:cBhvr>
                                        <p:cTn id="140" dur="500" fill="hold"/>
                                        <p:tgtEl>
                                          <p:spTgt spid="95"/>
                                        </p:tgtEl>
                                        <p:attrNameLst>
                                          <p:attrName>fillcolor</p:attrName>
                                        </p:attrNameLst>
                                      </p:cBhvr>
                                      <p:to>
                                        <a:srgbClr val="FFFF00"/>
                                      </p:to>
                                    </p:animClr>
                                    <p:set>
                                      <p:cBhvr>
                                        <p:cTn id="141" dur="500" fill="hold"/>
                                        <p:tgtEl>
                                          <p:spTgt spid="95"/>
                                        </p:tgtEl>
                                        <p:attrNameLst>
                                          <p:attrName>fill.type</p:attrName>
                                        </p:attrNameLst>
                                      </p:cBhvr>
                                      <p:to>
                                        <p:strVal val="solid"/>
                                      </p:to>
                                    </p:set>
                                    <p:set>
                                      <p:cBhvr>
                                        <p:cTn id="142" dur="500" fill="hold"/>
                                        <p:tgtEl>
                                          <p:spTgt spid="95"/>
                                        </p:tgtEl>
                                        <p:attrNameLst>
                                          <p:attrName>fill.on</p:attrName>
                                        </p:attrNameLst>
                                      </p:cBhvr>
                                      <p:to>
                                        <p:strVal val="true"/>
                                      </p:to>
                                    </p:set>
                                  </p:childTnLst>
                                </p:cTn>
                              </p:par>
                              <p:par>
                                <p:cTn id="143" presetID="19" presetClass="emph" presetSubtype="0" fill="hold" grpId="2" nodeType="withEffect">
                                  <p:stCondLst>
                                    <p:cond delay="0"/>
                                  </p:stCondLst>
                                  <p:childTnLst>
                                    <p:animClr clrSpc="rgb" dir="cw">
                                      <p:cBhvr override="childStyle">
                                        <p:cTn id="144" dur="500" fill="hold"/>
                                        <p:tgtEl>
                                          <p:spTgt spid="88"/>
                                        </p:tgtEl>
                                        <p:attrNameLst>
                                          <p:attrName>style.color</p:attrName>
                                        </p:attrNameLst>
                                      </p:cBhvr>
                                      <p:to>
                                        <a:srgbClr val="FFFF00"/>
                                      </p:to>
                                    </p:animClr>
                                    <p:animClr clrSpc="rgb" dir="cw">
                                      <p:cBhvr>
                                        <p:cTn id="145" dur="500" fill="hold"/>
                                        <p:tgtEl>
                                          <p:spTgt spid="88"/>
                                        </p:tgtEl>
                                        <p:attrNameLst>
                                          <p:attrName>fillcolor</p:attrName>
                                        </p:attrNameLst>
                                      </p:cBhvr>
                                      <p:to>
                                        <a:srgbClr val="FFFF00"/>
                                      </p:to>
                                    </p:animClr>
                                    <p:set>
                                      <p:cBhvr>
                                        <p:cTn id="146" dur="500" fill="hold"/>
                                        <p:tgtEl>
                                          <p:spTgt spid="88"/>
                                        </p:tgtEl>
                                        <p:attrNameLst>
                                          <p:attrName>fill.type</p:attrName>
                                        </p:attrNameLst>
                                      </p:cBhvr>
                                      <p:to>
                                        <p:strVal val="solid"/>
                                      </p:to>
                                    </p:set>
                                    <p:set>
                                      <p:cBhvr>
                                        <p:cTn id="147" dur="500" fill="hold"/>
                                        <p:tgtEl>
                                          <p:spTgt spid="88"/>
                                        </p:tgtEl>
                                        <p:attrNameLst>
                                          <p:attrName>fill.on</p:attrName>
                                        </p:attrNameLst>
                                      </p:cBhvr>
                                      <p:to>
                                        <p:strVal val="true"/>
                                      </p:to>
                                    </p:set>
                                  </p:childTnLst>
                                </p:cTn>
                              </p:par>
                              <p:par>
                                <p:cTn id="148" presetID="19" presetClass="emph" presetSubtype="0" fill="hold" grpId="2" nodeType="withEffect">
                                  <p:stCondLst>
                                    <p:cond delay="0"/>
                                  </p:stCondLst>
                                  <p:childTnLst>
                                    <p:animClr clrSpc="rgb" dir="cw">
                                      <p:cBhvr override="childStyle">
                                        <p:cTn id="149" dur="500" fill="hold"/>
                                        <p:tgtEl>
                                          <p:spTgt spid="86"/>
                                        </p:tgtEl>
                                        <p:attrNameLst>
                                          <p:attrName>style.color</p:attrName>
                                        </p:attrNameLst>
                                      </p:cBhvr>
                                      <p:to>
                                        <a:srgbClr val="FFFF00"/>
                                      </p:to>
                                    </p:animClr>
                                    <p:animClr clrSpc="rgb" dir="cw">
                                      <p:cBhvr>
                                        <p:cTn id="150" dur="500" fill="hold"/>
                                        <p:tgtEl>
                                          <p:spTgt spid="86"/>
                                        </p:tgtEl>
                                        <p:attrNameLst>
                                          <p:attrName>fillcolor</p:attrName>
                                        </p:attrNameLst>
                                      </p:cBhvr>
                                      <p:to>
                                        <a:srgbClr val="FFFF00"/>
                                      </p:to>
                                    </p:animClr>
                                    <p:set>
                                      <p:cBhvr>
                                        <p:cTn id="151" dur="500" fill="hold"/>
                                        <p:tgtEl>
                                          <p:spTgt spid="86"/>
                                        </p:tgtEl>
                                        <p:attrNameLst>
                                          <p:attrName>fill.type</p:attrName>
                                        </p:attrNameLst>
                                      </p:cBhvr>
                                      <p:to>
                                        <p:strVal val="solid"/>
                                      </p:to>
                                    </p:set>
                                    <p:set>
                                      <p:cBhvr>
                                        <p:cTn id="152" dur="500" fill="hold"/>
                                        <p:tgtEl>
                                          <p:spTgt spid="86"/>
                                        </p:tgtEl>
                                        <p:attrNameLst>
                                          <p:attrName>fill.on</p:attrName>
                                        </p:attrNameLst>
                                      </p:cBhvr>
                                      <p:to>
                                        <p:strVal val="true"/>
                                      </p:to>
                                    </p:set>
                                  </p:childTnLst>
                                </p:cTn>
                              </p:par>
                            </p:childTnLst>
                          </p:cTn>
                        </p:par>
                      </p:childTnLst>
                    </p:cTn>
                  </p:par>
                  <p:par>
                    <p:cTn id="153" fill="hold">
                      <p:stCondLst>
                        <p:cond delay="indefinite"/>
                      </p:stCondLst>
                      <p:childTnLst>
                        <p:par>
                          <p:cTn id="154" fill="hold">
                            <p:stCondLst>
                              <p:cond delay="0"/>
                            </p:stCondLst>
                            <p:childTnLst>
                              <p:par>
                                <p:cTn id="155" presetID="22" presetClass="entr" presetSubtype="4" fill="hold" grpId="0" nodeType="clickEffect">
                                  <p:stCondLst>
                                    <p:cond delay="0"/>
                                  </p:stCondLst>
                                  <p:childTnLst>
                                    <p:set>
                                      <p:cBhvr>
                                        <p:cTn id="156" dur="1" fill="hold">
                                          <p:stCondLst>
                                            <p:cond delay="0"/>
                                          </p:stCondLst>
                                        </p:cTn>
                                        <p:tgtEl>
                                          <p:spTgt spid="42"/>
                                        </p:tgtEl>
                                        <p:attrNameLst>
                                          <p:attrName>style.visibility</p:attrName>
                                        </p:attrNameLst>
                                      </p:cBhvr>
                                      <p:to>
                                        <p:strVal val="visible"/>
                                      </p:to>
                                    </p:set>
                                    <p:animEffect transition="in" filter="wipe(down)">
                                      <p:cBhvr>
                                        <p:cTn id="157" dur="500"/>
                                        <p:tgtEl>
                                          <p:spTgt spid="42"/>
                                        </p:tgtEl>
                                      </p:cBhvr>
                                    </p:animEffect>
                                  </p:childTnLst>
                                </p:cTn>
                              </p:par>
                              <p:par>
                                <p:cTn id="158" presetID="22" presetClass="entr" presetSubtype="4" fill="hold" grpId="0" nodeType="withEffect">
                                  <p:stCondLst>
                                    <p:cond delay="0"/>
                                  </p:stCondLst>
                                  <p:childTnLst>
                                    <p:set>
                                      <p:cBhvr>
                                        <p:cTn id="159" dur="1" fill="hold">
                                          <p:stCondLst>
                                            <p:cond delay="0"/>
                                          </p:stCondLst>
                                        </p:cTn>
                                        <p:tgtEl>
                                          <p:spTgt spid="43"/>
                                        </p:tgtEl>
                                        <p:attrNameLst>
                                          <p:attrName>style.visibility</p:attrName>
                                        </p:attrNameLst>
                                      </p:cBhvr>
                                      <p:to>
                                        <p:strVal val="visible"/>
                                      </p:to>
                                    </p:set>
                                    <p:animEffect transition="in" filter="wipe(down)">
                                      <p:cBhvr>
                                        <p:cTn id="160" dur="500"/>
                                        <p:tgtEl>
                                          <p:spTgt spid="43"/>
                                        </p:tgtEl>
                                      </p:cBhvr>
                                    </p:animEffect>
                                  </p:childTnLst>
                                </p:cTn>
                              </p:par>
                              <p:par>
                                <p:cTn id="161" presetID="22" presetClass="entr" presetSubtype="4" fill="hold" grpId="0" nodeType="withEffect">
                                  <p:stCondLst>
                                    <p:cond delay="0"/>
                                  </p:stCondLst>
                                  <p:childTnLst>
                                    <p:set>
                                      <p:cBhvr>
                                        <p:cTn id="162" dur="1" fill="hold">
                                          <p:stCondLst>
                                            <p:cond delay="0"/>
                                          </p:stCondLst>
                                        </p:cTn>
                                        <p:tgtEl>
                                          <p:spTgt spid="44"/>
                                        </p:tgtEl>
                                        <p:attrNameLst>
                                          <p:attrName>style.visibility</p:attrName>
                                        </p:attrNameLst>
                                      </p:cBhvr>
                                      <p:to>
                                        <p:strVal val="visible"/>
                                      </p:to>
                                    </p:set>
                                    <p:animEffect transition="in" filter="wipe(down)">
                                      <p:cBhvr>
                                        <p:cTn id="163" dur="500"/>
                                        <p:tgtEl>
                                          <p:spTgt spid="44"/>
                                        </p:tgtEl>
                                      </p:cBhvr>
                                    </p:animEffect>
                                  </p:childTnLst>
                                </p:cTn>
                              </p:par>
                              <p:par>
                                <p:cTn id="164" presetID="22" presetClass="entr" presetSubtype="4" fill="hold" grpId="0" nodeType="withEffect">
                                  <p:stCondLst>
                                    <p:cond delay="0"/>
                                  </p:stCondLst>
                                  <p:childTnLst>
                                    <p:set>
                                      <p:cBhvr>
                                        <p:cTn id="165" dur="1" fill="hold">
                                          <p:stCondLst>
                                            <p:cond delay="0"/>
                                          </p:stCondLst>
                                        </p:cTn>
                                        <p:tgtEl>
                                          <p:spTgt spid="46"/>
                                        </p:tgtEl>
                                        <p:attrNameLst>
                                          <p:attrName>style.visibility</p:attrName>
                                        </p:attrNameLst>
                                      </p:cBhvr>
                                      <p:to>
                                        <p:strVal val="visible"/>
                                      </p:to>
                                    </p:set>
                                    <p:animEffect transition="in" filter="wipe(down)">
                                      <p:cBhvr>
                                        <p:cTn id="166" dur="500"/>
                                        <p:tgtEl>
                                          <p:spTgt spid="46"/>
                                        </p:tgtEl>
                                      </p:cBhvr>
                                    </p:animEffect>
                                  </p:childTnLst>
                                </p:cTn>
                              </p:par>
                            </p:childTnLst>
                          </p:cTn>
                        </p:par>
                      </p:childTnLst>
                    </p:cTn>
                  </p:par>
                  <p:par>
                    <p:cTn id="167" fill="hold">
                      <p:stCondLst>
                        <p:cond delay="indefinite"/>
                      </p:stCondLst>
                      <p:childTnLst>
                        <p:par>
                          <p:cTn id="168" fill="hold">
                            <p:stCondLst>
                              <p:cond delay="0"/>
                            </p:stCondLst>
                            <p:childTnLst>
                              <p:par>
                                <p:cTn id="169" presetID="19" presetClass="emph" presetSubtype="0" fill="hold" grpId="2" nodeType="clickEffect">
                                  <p:stCondLst>
                                    <p:cond delay="0"/>
                                  </p:stCondLst>
                                  <p:childTnLst>
                                    <p:animClr clrSpc="rgb" dir="cw">
                                      <p:cBhvr override="childStyle">
                                        <p:cTn id="170" dur="500" fill="hold"/>
                                        <p:tgtEl>
                                          <p:spTgt spid="39"/>
                                        </p:tgtEl>
                                        <p:attrNameLst>
                                          <p:attrName>style.color</p:attrName>
                                        </p:attrNameLst>
                                      </p:cBhvr>
                                      <p:to>
                                        <a:schemeClr val="accent2"/>
                                      </p:to>
                                    </p:animClr>
                                    <p:animClr clrSpc="rgb" dir="cw">
                                      <p:cBhvr>
                                        <p:cTn id="171" dur="500" fill="hold"/>
                                        <p:tgtEl>
                                          <p:spTgt spid="39"/>
                                        </p:tgtEl>
                                        <p:attrNameLst>
                                          <p:attrName>fillcolor</p:attrName>
                                        </p:attrNameLst>
                                      </p:cBhvr>
                                      <p:to>
                                        <a:schemeClr val="accent2"/>
                                      </p:to>
                                    </p:animClr>
                                    <p:set>
                                      <p:cBhvr>
                                        <p:cTn id="172" dur="500" fill="hold"/>
                                        <p:tgtEl>
                                          <p:spTgt spid="39"/>
                                        </p:tgtEl>
                                        <p:attrNameLst>
                                          <p:attrName>fill.type</p:attrName>
                                        </p:attrNameLst>
                                      </p:cBhvr>
                                      <p:to>
                                        <p:strVal val="solid"/>
                                      </p:to>
                                    </p:set>
                                    <p:set>
                                      <p:cBhvr>
                                        <p:cTn id="173" dur="500" fill="hold"/>
                                        <p:tgtEl>
                                          <p:spTgt spid="39"/>
                                        </p:tgtEl>
                                        <p:attrNameLst>
                                          <p:attrName>fill.on</p:attrName>
                                        </p:attrNameLst>
                                      </p:cBhvr>
                                      <p:to>
                                        <p:strVal val="true"/>
                                      </p:to>
                                    </p:set>
                                  </p:childTnLst>
                                </p:cTn>
                              </p:par>
                              <p:par>
                                <p:cTn id="174" presetID="19" presetClass="emph" presetSubtype="0" fill="hold" grpId="2" nodeType="withEffect">
                                  <p:stCondLst>
                                    <p:cond delay="0"/>
                                  </p:stCondLst>
                                  <p:childTnLst>
                                    <p:animClr clrSpc="rgb" dir="cw">
                                      <p:cBhvr override="childStyle">
                                        <p:cTn id="175" dur="500" fill="hold"/>
                                        <p:tgtEl>
                                          <p:spTgt spid="55"/>
                                        </p:tgtEl>
                                        <p:attrNameLst>
                                          <p:attrName>style.color</p:attrName>
                                        </p:attrNameLst>
                                      </p:cBhvr>
                                      <p:to>
                                        <a:schemeClr val="accent2"/>
                                      </p:to>
                                    </p:animClr>
                                    <p:animClr clrSpc="rgb" dir="cw">
                                      <p:cBhvr>
                                        <p:cTn id="176" dur="500" fill="hold"/>
                                        <p:tgtEl>
                                          <p:spTgt spid="55"/>
                                        </p:tgtEl>
                                        <p:attrNameLst>
                                          <p:attrName>fillcolor</p:attrName>
                                        </p:attrNameLst>
                                      </p:cBhvr>
                                      <p:to>
                                        <a:schemeClr val="accent2"/>
                                      </p:to>
                                    </p:animClr>
                                    <p:set>
                                      <p:cBhvr>
                                        <p:cTn id="177" dur="500" fill="hold"/>
                                        <p:tgtEl>
                                          <p:spTgt spid="55"/>
                                        </p:tgtEl>
                                        <p:attrNameLst>
                                          <p:attrName>fill.type</p:attrName>
                                        </p:attrNameLst>
                                      </p:cBhvr>
                                      <p:to>
                                        <p:strVal val="solid"/>
                                      </p:to>
                                    </p:set>
                                    <p:set>
                                      <p:cBhvr>
                                        <p:cTn id="178" dur="500" fill="hold"/>
                                        <p:tgtEl>
                                          <p:spTgt spid="55"/>
                                        </p:tgtEl>
                                        <p:attrNameLst>
                                          <p:attrName>fill.on</p:attrName>
                                        </p:attrNameLst>
                                      </p:cBhvr>
                                      <p:to>
                                        <p:strVal val="tru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7" grpId="1" animBg="1"/>
      <p:bldP spid="37" grpId="2" animBg="1"/>
      <p:bldP spid="38" grpId="0" animBg="1"/>
      <p:bldP spid="38" grpId="1" animBg="1"/>
      <p:bldP spid="39" grpId="0" animBg="1"/>
      <p:bldP spid="39" grpId="1" animBg="1"/>
      <p:bldP spid="39" grpId="2" animBg="1"/>
      <p:bldP spid="55" grpId="0" animBg="1"/>
      <p:bldP spid="55" grpId="1" animBg="1"/>
      <p:bldP spid="55" grpId="2" animBg="1"/>
      <p:bldP spid="64" grpId="0"/>
      <p:bldP spid="67" grpId="0" animBg="1"/>
      <p:bldP spid="67" grpId="1" animBg="1"/>
      <p:bldP spid="86" grpId="0" animBg="1"/>
      <p:bldP spid="86" grpId="1" animBg="1"/>
      <p:bldP spid="86" grpId="2" animBg="1"/>
      <p:bldP spid="88" grpId="0" animBg="1"/>
      <p:bldP spid="88" grpId="1" animBg="1"/>
      <p:bldP spid="88" grpId="2" animBg="1"/>
      <p:bldP spid="95" grpId="0" animBg="1"/>
      <p:bldP spid="95" grpId="1" animBg="1"/>
      <p:bldP spid="95" grpId="2" animBg="1"/>
      <p:bldP spid="100" grpId="0" animBg="1"/>
      <p:bldP spid="100" grpId="1" animBg="1"/>
      <p:bldP spid="105" grpId="0" animBg="1"/>
      <p:bldP spid="105" grpId="1" animBg="1"/>
      <p:bldP spid="106" grpId="0" animBg="1"/>
      <p:bldP spid="106" grpId="1" animBg="1"/>
      <p:bldP spid="107" grpId="0" animBg="1"/>
      <p:bldP spid="107" grpId="1" animBg="1"/>
      <p:bldP spid="42" grpId="0" animBg="1"/>
      <p:bldP spid="43" grpId="0" animBg="1"/>
      <p:bldP spid="44" grpId="0" animBg="1"/>
      <p:bldP spid="4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uFill>
                  <a:solidFill>
                    <a:schemeClr val="bg1"/>
                  </a:solidFill>
                </a:uFill>
              </a:rPr>
              <a:t>Method – 2</a:t>
            </a:r>
            <a:br>
              <a:rPr lang="en-US" dirty="0">
                <a:hlinkClick r:id="" action="ppaction://noaction">
                  <a:extLst>
                    <a:ext uri="{A12FA001-AC4F-418D-AE19-62706E023703}">
                      <ahyp:hlinkClr xmlns:ahyp="http://schemas.microsoft.com/office/drawing/2018/hyperlinkcolor" val="tx"/>
                    </a:ext>
                  </a:extLst>
                </a:hlinkClick>
              </a:rPr>
            </a:br>
            <a:r>
              <a:rPr lang="en-US" dirty="0"/>
              <a:t>Domination Number and Total Domination</a:t>
            </a:r>
          </a:p>
        </p:txBody>
      </p:sp>
    </p:spTree>
    <p:extLst>
      <p:ext uri="{BB962C8B-B14F-4D97-AF65-F5344CB8AC3E}">
        <p14:creationId xmlns:p14="http://schemas.microsoft.com/office/powerpoint/2010/main" val="75628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Domination number </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31180" y="863444"/>
                <a:ext cx="11859820" cy="5590565"/>
              </a:xfrm>
            </p:spPr>
            <p:txBody>
              <a:bodyPr/>
              <a:lstStyle/>
              <a:p>
                <a:pPr>
                  <a:lnSpc>
                    <a:spcPct val="150000"/>
                  </a:lnSpc>
                </a:pPr>
                <a:r>
                  <a:rPr lang="en-US" dirty="0"/>
                  <a:t>A dominating set with minimum cardinality is called a: </a:t>
                </a:r>
              </a:p>
              <a:p>
                <a:pPr marL="0" indent="0">
                  <a:lnSpc>
                    <a:spcPct val="150000"/>
                  </a:lnSpc>
                  <a:buNone/>
                </a:pPr>
                <a:r>
                  <a:rPr lang="en-US" b="1" dirty="0"/>
                  <a:t>				             Minimum Dominating Set</a:t>
                </a:r>
                <a:r>
                  <a:rPr lang="en-US" dirty="0"/>
                  <a:t>.</a:t>
                </a:r>
              </a:p>
              <a:p>
                <a:pPr>
                  <a:lnSpc>
                    <a:spcPct val="150000"/>
                  </a:lnSpc>
                </a:pPr>
                <a:r>
                  <a:rPr lang="en-US" dirty="0"/>
                  <a:t>Its cardinality is called the: </a:t>
                </a:r>
              </a:p>
              <a:p>
                <a:pPr marL="0" indent="0">
                  <a:lnSpc>
                    <a:spcPct val="150000"/>
                  </a:lnSpc>
                  <a:buNone/>
                </a:pPr>
                <a:r>
                  <a:rPr lang="en-US" b="1" dirty="0"/>
                  <a:t>				                 Domination Number. </a:t>
                </a:r>
              </a:p>
              <a:p>
                <a:pPr>
                  <a:lnSpc>
                    <a:spcPct val="150000"/>
                  </a:lnSpc>
                </a:pPr>
                <a:r>
                  <a:rPr lang="en-US" dirty="0"/>
                  <a:t>It is denoted by:</a:t>
                </a:r>
              </a:p>
              <a:p>
                <a:pPr marL="0" indent="0">
                  <a:lnSpc>
                    <a:spcPct val="150000"/>
                  </a:lnSpc>
                  <a:buNone/>
                </a:pPr>
                <a:r>
                  <a:rPr lang="en-US" dirty="0"/>
                  <a:t>				</a:t>
                </a:r>
                <a14:m>
                  <m:oMath xmlns:m="http://schemas.openxmlformats.org/officeDocument/2006/math">
                    <m:r>
                      <a:rPr lang="en-US" i="0" dirty="0" smtClean="0">
                        <a:latin typeface="Cambria Math" panose="02040503050406030204" pitchFamily="18" charset="0"/>
                      </a:rPr>
                      <m:t> </m:t>
                    </m:r>
                    <m:r>
                      <a:rPr lang="en-US" b="0" i="0" dirty="0" smtClean="0">
                        <a:latin typeface="Cambria Math" panose="02040503050406030204" pitchFamily="18" charset="0"/>
                      </a:rPr>
                      <m:t>                              </m:t>
                    </m:r>
                    <m:r>
                      <a:rPr lang="en-US" b="1" i="0" dirty="0" smtClean="0">
                        <a:latin typeface="Cambria Math" panose="02040503050406030204" pitchFamily="18" charset="0"/>
                      </a:rPr>
                      <m:t>𝛄</m:t>
                    </m:r>
                    <m:d>
                      <m:dPr>
                        <m:ctrlPr>
                          <a:rPr lang="en-US" b="1" i="1" dirty="0" smtClean="0">
                            <a:latin typeface="Cambria Math" panose="02040503050406030204" pitchFamily="18" charset="0"/>
                          </a:rPr>
                        </m:ctrlPr>
                      </m:dPr>
                      <m:e>
                        <m:r>
                          <a:rPr lang="en-US" b="1" i="0" dirty="0" smtClean="0">
                            <a:latin typeface="Cambria Math" panose="02040503050406030204" pitchFamily="18" charset="0"/>
                          </a:rPr>
                          <m:t>𝐆</m:t>
                        </m:r>
                      </m:e>
                    </m:d>
                  </m:oMath>
                </a14:m>
                <a:r>
                  <a:rPr lang="en-US" b="1" dirty="0"/>
                  <a:t>. </a:t>
                </a:r>
              </a:p>
              <a:p>
                <a:pPr marL="0" indent="0">
                  <a:buNone/>
                </a:pP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31180" y="863444"/>
                <a:ext cx="11859820" cy="5590565"/>
              </a:xfrm>
              <a:blipFill rotWithShape="0">
                <a:blip r:embed="rId2"/>
                <a:stretch>
                  <a:fillRect l="-977"/>
                </a:stretch>
              </a:blipFill>
            </p:spPr>
            <p:txBody>
              <a:bodyPr/>
              <a:lstStyle/>
              <a:p>
                <a:r>
                  <a:rPr lang="en-US">
                    <a:noFill/>
                  </a:rPr>
                  <a:t> </a:t>
                </a:r>
              </a:p>
            </p:txBody>
          </p:sp>
        </mc:Fallback>
      </mc:AlternateContent>
    </p:spTree>
    <p:extLst>
      <p:ext uri="{BB962C8B-B14F-4D97-AF65-F5344CB8AC3E}">
        <p14:creationId xmlns:p14="http://schemas.microsoft.com/office/powerpoint/2010/main" val="142934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Example: Domination number </a:t>
            </a:r>
          </a:p>
        </p:txBody>
      </p:sp>
      <p:sp>
        <p:nvSpPr>
          <p:cNvPr id="4" name="Oval 3">
            <a:extLst>
              <a:ext uri="{FF2B5EF4-FFF2-40B4-BE49-F238E27FC236}">
                <a16:creationId xmlns:a16="http://schemas.microsoft.com/office/drawing/2014/main" id="{BDD11F87-DA81-9510-C1CB-0AF4093562CB}"/>
              </a:ext>
            </a:extLst>
          </p:cNvPr>
          <p:cNvSpPr/>
          <p:nvPr/>
        </p:nvSpPr>
        <p:spPr>
          <a:xfrm rot="5400000">
            <a:off x="9626309" y="19212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8184922" y="40741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11067697" y="40741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4" idx="5"/>
            <a:endCxn id="6" idx="1"/>
          </p:cNvCxnSpPr>
          <p:nvPr/>
        </p:nvCxnSpPr>
        <p:spPr>
          <a:xfrm flipH="1">
            <a:off x="8307834" y="2044137"/>
            <a:ext cx="1339563" cy="205106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6205DD86-315C-53B6-CEEF-A9919650168E}"/>
              </a:ext>
            </a:extLst>
          </p:cNvPr>
          <p:cNvCxnSpPr>
            <a:cxnSpLocks/>
            <a:stCxn id="4" idx="7"/>
            <a:endCxn id="7" idx="3"/>
          </p:cNvCxnSpPr>
          <p:nvPr/>
        </p:nvCxnSpPr>
        <p:spPr>
          <a:xfrm>
            <a:off x="9749221" y="2044137"/>
            <a:ext cx="1339564" cy="205106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6205DD86-315C-53B6-CEEF-A9919650168E}"/>
              </a:ext>
            </a:extLst>
          </p:cNvPr>
          <p:cNvCxnSpPr>
            <a:cxnSpLocks/>
            <a:stCxn id="7" idx="4"/>
            <a:endCxn id="6" idx="0"/>
          </p:cNvCxnSpPr>
          <p:nvPr/>
        </p:nvCxnSpPr>
        <p:spPr>
          <a:xfrm flipH="1">
            <a:off x="8328922" y="4146110"/>
            <a:ext cx="273877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 name="TextBox 16"/>
          <p:cNvSpPr txBox="1"/>
          <p:nvPr/>
        </p:nvSpPr>
        <p:spPr>
          <a:xfrm>
            <a:off x="8084068" y="4146110"/>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8" name="TextBox 17"/>
          <p:cNvSpPr txBox="1"/>
          <p:nvPr/>
        </p:nvSpPr>
        <p:spPr>
          <a:xfrm>
            <a:off x="10959199" y="4197023"/>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9" name="TextBox 18"/>
          <p:cNvSpPr txBox="1"/>
          <p:nvPr/>
        </p:nvSpPr>
        <p:spPr>
          <a:xfrm>
            <a:off x="9509884" y="1341851"/>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1" y="863444"/>
                <a:ext cx="7404820" cy="5590565"/>
              </a:xfrm>
            </p:spPr>
            <p:txBody>
              <a:bodyPr/>
              <a:lstStyle/>
              <a:p>
                <a:pPr>
                  <a:lnSpc>
                    <a:spcPct val="200000"/>
                  </a:lnSpc>
                </a:pPr>
                <a:r>
                  <a:rPr lang="en-US" dirty="0"/>
                  <a:t>The graph has dominating sets:</a:t>
                </a:r>
              </a:p>
              <a:p>
                <a:pPr marL="0" indent="0">
                  <a:lnSpc>
                    <a:spcPct val="200000"/>
                  </a:lnSpc>
                  <a:buNone/>
                </a:pPr>
                <a14:m>
                  <m:oMathPara xmlns:m="http://schemas.openxmlformats.org/officeDocument/2006/math">
                    <m:oMathParaPr>
                      <m:jc m:val="centerGroup"/>
                    </m:oMathParaPr>
                    <m:oMath xmlns:m="http://schemas.openxmlformats.org/officeDocument/2006/math">
                      <m:r>
                        <a:rPr lang="en-US" dirty="0">
                          <a:latin typeface="Cambria Math" panose="02040503050406030204" pitchFamily="18" charset="0"/>
                        </a:rPr>
                        <m:t>{</m:t>
                      </m:r>
                      <m:r>
                        <m:rPr>
                          <m:sty m:val="p"/>
                        </m:rPr>
                        <a:rPr lang="en-US" dirty="0">
                          <a:latin typeface="Cambria Math" panose="02040503050406030204" pitchFamily="18" charset="0"/>
                        </a:rPr>
                        <m:t>a</m:t>
                      </m:r>
                      <m:r>
                        <a:rPr lang="en-US" dirty="0">
                          <a:latin typeface="Cambria Math" panose="02040503050406030204" pitchFamily="18" charset="0"/>
                        </a:rPr>
                        <m:t>}, {</m:t>
                      </m:r>
                      <m:r>
                        <m:rPr>
                          <m:sty m:val="p"/>
                        </m:rPr>
                        <a:rPr lang="en-US" dirty="0">
                          <a:latin typeface="Cambria Math" panose="02040503050406030204" pitchFamily="18" charset="0"/>
                        </a:rPr>
                        <m:t>b</m:t>
                      </m:r>
                      <m:r>
                        <a:rPr lang="en-US" dirty="0">
                          <a:latin typeface="Cambria Math" panose="02040503050406030204" pitchFamily="18" charset="0"/>
                        </a:rPr>
                        <m:t>}, {</m:t>
                      </m:r>
                      <m:r>
                        <m:rPr>
                          <m:sty m:val="p"/>
                        </m:rPr>
                        <a:rPr lang="en-US" dirty="0">
                          <a:latin typeface="Cambria Math" panose="02040503050406030204" pitchFamily="18" charset="0"/>
                        </a:rPr>
                        <m:t>c</m:t>
                      </m:r>
                      <m:r>
                        <a:rPr lang="en-US" dirty="0">
                          <a:latin typeface="Cambria Math" panose="02040503050406030204" pitchFamily="18" charset="0"/>
                        </a:rPr>
                        <m:t>}, {</m:t>
                      </m:r>
                      <m:r>
                        <m:rPr>
                          <m:sty m:val="p"/>
                        </m:rPr>
                        <a:rPr lang="en-US" dirty="0" err="1">
                          <a:latin typeface="Cambria Math" panose="02040503050406030204" pitchFamily="18" charset="0"/>
                        </a:rPr>
                        <m:t>a</m:t>
                      </m:r>
                      <m:r>
                        <a:rPr lang="en-US" dirty="0" err="1">
                          <a:latin typeface="Cambria Math" panose="02040503050406030204" pitchFamily="18" charset="0"/>
                        </a:rPr>
                        <m:t>,</m:t>
                      </m:r>
                      <m:r>
                        <m:rPr>
                          <m:sty m:val="p"/>
                        </m:rPr>
                        <a:rPr lang="en-US" dirty="0" err="1">
                          <a:latin typeface="Cambria Math" panose="02040503050406030204" pitchFamily="18" charset="0"/>
                        </a:rPr>
                        <m:t>b</m:t>
                      </m:r>
                      <m:r>
                        <a:rPr lang="en-US" dirty="0">
                          <a:latin typeface="Cambria Math" panose="02040503050406030204" pitchFamily="18" charset="0"/>
                        </a:rPr>
                        <m:t>}, {</m:t>
                      </m:r>
                      <m:r>
                        <m:rPr>
                          <m:sty m:val="p"/>
                        </m:rPr>
                        <a:rPr lang="en-US" dirty="0" err="1">
                          <a:latin typeface="Cambria Math" panose="02040503050406030204" pitchFamily="18" charset="0"/>
                        </a:rPr>
                        <m:t>a</m:t>
                      </m:r>
                      <m:r>
                        <a:rPr lang="en-US" dirty="0" err="1">
                          <a:latin typeface="Cambria Math" panose="02040503050406030204" pitchFamily="18" charset="0"/>
                        </a:rPr>
                        <m:t>,</m:t>
                      </m:r>
                      <m:r>
                        <m:rPr>
                          <m:sty m:val="p"/>
                        </m:rPr>
                        <a:rPr lang="en-US" dirty="0" err="1">
                          <a:latin typeface="Cambria Math" panose="02040503050406030204" pitchFamily="18" charset="0"/>
                        </a:rPr>
                        <m:t>c</m:t>
                      </m:r>
                      <m:r>
                        <a:rPr lang="en-US" dirty="0">
                          <a:latin typeface="Cambria Math" panose="02040503050406030204" pitchFamily="18" charset="0"/>
                        </a:rPr>
                        <m:t>}, {</m:t>
                      </m:r>
                      <m:r>
                        <m:rPr>
                          <m:sty m:val="p"/>
                        </m:rPr>
                        <a:rPr lang="en-US" dirty="0" err="1">
                          <a:latin typeface="Cambria Math" panose="02040503050406030204" pitchFamily="18" charset="0"/>
                        </a:rPr>
                        <m:t>b</m:t>
                      </m:r>
                      <m:r>
                        <a:rPr lang="en-US" dirty="0" err="1">
                          <a:latin typeface="Cambria Math" panose="02040503050406030204" pitchFamily="18" charset="0"/>
                        </a:rPr>
                        <m:t>,</m:t>
                      </m:r>
                      <m:r>
                        <m:rPr>
                          <m:sty m:val="p"/>
                        </m:rPr>
                        <a:rPr lang="en-US" dirty="0" err="1">
                          <a:latin typeface="Cambria Math" panose="02040503050406030204" pitchFamily="18" charset="0"/>
                        </a:rPr>
                        <m:t>c</m:t>
                      </m:r>
                      <m:r>
                        <a:rPr lang="en-US" dirty="0">
                          <a:latin typeface="Cambria Math" panose="02040503050406030204" pitchFamily="18" charset="0"/>
                        </a:rPr>
                        <m:t>}, {</m:t>
                      </m:r>
                      <m:r>
                        <m:rPr>
                          <m:sty m:val="p"/>
                        </m:rPr>
                        <a:rPr lang="en-US" dirty="0" err="1">
                          <a:latin typeface="Cambria Math" panose="02040503050406030204" pitchFamily="18" charset="0"/>
                        </a:rPr>
                        <m:t>a</m:t>
                      </m:r>
                      <m:r>
                        <a:rPr lang="en-US" dirty="0" err="1">
                          <a:latin typeface="Cambria Math" panose="02040503050406030204" pitchFamily="18" charset="0"/>
                        </a:rPr>
                        <m:t>,</m:t>
                      </m:r>
                      <m:r>
                        <m:rPr>
                          <m:sty m:val="p"/>
                        </m:rPr>
                        <a:rPr lang="en-US" dirty="0" err="1">
                          <a:latin typeface="Cambria Math" panose="02040503050406030204" pitchFamily="18" charset="0"/>
                        </a:rPr>
                        <m:t>b</m:t>
                      </m:r>
                      <m:r>
                        <a:rPr lang="en-US" dirty="0" err="1">
                          <a:latin typeface="Cambria Math" panose="02040503050406030204" pitchFamily="18" charset="0"/>
                        </a:rPr>
                        <m:t>,</m:t>
                      </m:r>
                      <m:r>
                        <m:rPr>
                          <m:sty m:val="p"/>
                        </m:rPr>
                        <a:rPr lang="en-US" dirty="0" err="1">
                          <a:latin typeface="Cambria Math" panose="02040503050406030204" pitchFamily="18" charset="0"/>
                        </a:rPr>
                        <m:t>c</m:t>
                      </m:r>
                      <m:r>
                        <a:rPr lang="en-US" dirty="0">
                          <a:latin typeface="Cambria Math" panose="02040503050406030204" pitchFamily="18" charset="0"/>
                        </a:rPr>
                        <m:t>}</m:t>
                      </m:r>
                    </m:oMath>
                  </m:oMathPara>
                </a14:m>
                <a:endParaRPr lang="en-US" dirty="0"/>
              </a:p>
              <a:p>
                <a:pPr>
                  <a:lnSpc>
                    <a:spcPct val="200000"/>
                  </a:lnSpc>
                </a:pPr>
                <a:r>
                  <a:rPr lang="en-US" dirty="0"/>
                  <a:t>Minimum dominating sets are:</a:t>
                </a:r>
              </a:p>
              <a:p>
                <a:pPr marL="0" indent="0">
                  <a:lnSpc>
                    <a:spcPct val="200000"/>
                  </a:lnSpc>
                  <a:buNone/>
                </a:pPr>
                <a14:m>
                  <m:oMathPara xmlns:m="http://schemas.openxmlformats.org/officeDocument/2006/math">
                    <m:oMathParaPr>
                      <m:jc m:val="centerGroup"/>
                    </m:oMathParaPr>
                    <m:oMath xmlns:m="http://schemas.openxmlformats.org/officeDocument/2006/math">
                      <m:d>
                        <m:dPr>
                          <m:begChr m:val="{"/>
                          <m:endChr m:val="}"/>
                          <m:ctrlPr>
                            <a:rPr lang="en-US" i="1" dirty="0">
                              <a:latin typeface="Cambria Math" panose="02040503050406030204" pitchFamily="18" charset="0"/>
                            </a:rPr>
                          </m:ctrlPr>
                        </m:dPr>
                        <m:e>
                          <m:r>
                            <m:rPr>
                              <m:sty m:val="p"/>
                            </m:rPr>
                            <a:rPr lang="en-US" dirty="0">
                              <a:latin typeface="Cambria Math" panose="02040503050406030204" pitchFamily="18" charset="0"/>
                            </a:rPr>
                            <m:t>a</m:t>
                          </m:r>
                        </m:e>
                      </m:d>
                      <m:r>
                        <a:rPr lang="en-US" dirty="0">
                          <a:latin typeface="Cambria Math" panose="02040503050406030204" pitchFamily="18" charset="0"/>
                        </a:rPr>
                        <m:t>, </m:t>
                      </m:r>
                      <m:d>
                        <m:dPr>
                          <m:begChr m:val="{"/>
                          <m:endChr m:val="}"/>
                          <m:ctrlPr>
                            <a:rPr lang="en-US" i="1" dirty="0">
                              <a:latin typeface="Cambria Math" panose="02040503050406030204" pitchFamily="18" charset="0"/>
                            </a:rPr>
                          </m:ctrlPr>
                        </m:dPr>
                        <m:e>
                          <m:r>
                            <m:rPr>
                              <m:sty m:val="p"/>
                            </m:rPr>
                            <a:rPr lang="en-US" dirty="0">
                              <a:latin typeface="Cambria Math" panose="02040503050406030204" pitchFamily="18" charset="0"/>
                            </a:rPr>
                            <m:t>b</m:t>
                          </m:r>
                        </m:e>
                      </m:d>
                      <m:r>
                        <a:rPr lang="en-US" dirty="0">
                          <a:latin typeface="Cambria Math" panose="02040503050406030204" pitchFamily="18" charset="0"/>
                        </a:rPr>
                        <m:t>, </m:t>
                      </m:r>
                      <m:d>
                        <m:dPr>
                          <m:begChr m:val="{"/>
                          <m:endChr m:val="}"/>
                          <m:ctrlPr>
                            <a:rPr lang="en-US" i="1" dirty="0">
                              <a:latin typeface="Cambria Math" panose="02040503050406030204" pitchFamily="18" charset="0"/>
                            </a:rPr>
                          </m:ctrlPr>
                        </m:dPr>
                        <m:e>
                          <m:r>
                            <m:rPr>
                              <m:sty m:val="p"/>
                            </m:rPr>
                            <a:rPr lang="en-US" dirty="0">
                              <a:latin typeface="Cambria Math" panose="02040503050406030204" pitchFamily="18" charset="0"/>
                            </a:rPr>
                            <m:t>c</m:t>
                          </m:r>
                        </m:e>
                      </m:d>
                    </m:oMath>
                  </m:oMathPara>
                </a14:m>
                <a:endParaRPr lang="en-US" dirty="0"/>
              </a:p>
              <a:p>
                <a:pPr>
                  <a:lnSpc>
                    <a:spcPct val="200000"/>
                  </a:lnSpc>
                </a:pPr>
                <a:r>
                  <a:rPr lang="en-US" dirty="0"/>
                  <a:t>Hence, </a:t>
                </a:r>
                <a14:m>
                  <m:oMath xmlns:m="http://schemas.openxmlformats.org/officeDocument/2006/math">
                    <m:r>
                      <m:rPr>
                        <m:sty m:val="p"/>
                      </m:rPr>
                      <a:rPr lang="el-GR" i="0" dirty="0" smtClean="0">
                        <a:latin typeface="Cambria Math" panose="02040503050406030204" pitchFamily="18" charset="0"/>
                      </a:rPr>
                      <m:t>γ</m:t>
                    </m:r>
                    <m:r>
                      <a:rPr lang="el-GR" i="0" dirty="0" smtClean="0">
                        <a:latin typeface="Cambria Math" panose="02040503050406030204" pitchFamily="18" charset="0"/>
                      </a:rPr>
                      <m:t>(</m:t>
                    </m:r>
                    <m:r>
                      <m:rPr>
                        <m:sty m:val="p"/>
                      </m:rPr>
                      <a:rPr lang="en-US" i="0" dirty="0">
                        <a:latin typeface="Cambria Math" panose="02040503050406030204" pitchFamily="18" charset="0"/>
                      </a:rPr>
                      <m:t>G</m:t>
                    </m:r>
                    <m:r>
                      <a:rPr lang="en-US" i="0" dirty="0" smtClean="0">
                        <a:latin typeface="Cambria Math" panose="02040503050406030204" pitchFamily="18" charset="0"/>
                      </a:rPr>
                      <m:t>)=1</m:t>
                    </m:r>
                  </m:oMath>
                </a14:m>
                <a:r>
                  <a:rPr lang="en-US" dirty="0"/>
                  <a:t>​</a:t>
                </a:r>
              </a:p>
              <a:p>
                <a:endParaRPr lang="en-US" dirty="0"/>
              </a:p>
              <a:p>
                <a:pPr marL="0"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1" y="863444"/>
                <a:ext cx="7404820" cy="5590565"/>
              </a:xfrm>
              <a:blipFill rotWithShape="0">
                <a:blip r:embed="rId2"/>
                <a:stretch>
                  <a:fillRect l="-1565"/>
                </a:stretch>
              </a:blipFill>
            </p:spPr>
            <p:txBody>
              <a:bodyPr/>
              <a:lstStyle/>
              <a:p>
                <a:r>
                  <a:rPr lang="en-US">
                    <a:noFill/>
                  </a:rPr>
                  <a:t> </a:t>
                </a:r>
              </a:p>
            </p:txBody>
          </p:sp>
        </mc:Fallback>
      </mc:AlternateContent>
    </p:spTree>
    <p:extLst>
      <p:ext uri="{BB962C8B-B14F-4D97-AF65-F5344CB8AC3E}">
        <p14:creationId xmlns:p14="http://schemas.microsoft.com/office/powerpoint/2010/main" val="3837263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 the domination number of below graph </a:t>
            </a:r>
          </a:p>
        </p:txBody>
      </p:sp>
      <p:cxnSp>
        <p:nvCxnSpPr>
          <p:cNvPr id="66" name="Straight Connector 65">
            <a:extLst>
              <a:ext uri="{FF2B5EF4-FFF2-40B4-BE49-F238E27FC236}">
                <a16:creationId xmlns:a16="http://schemas.microsoft.com/office/drawing/2014/main" id="{6205DD86-315C-53B6-CEEF-A9919650168E}"/>
              </a:ext>
            </a:extLst>
          </p:cNvPr>
          <p:cNvCxnSpPr>
            <a:cxnSpLocks/>
            <a:stCxn id="82" idx="4"/>
            <a:endCxn id="88" idx="1"/>
          </p:cNvCxnSpPr>
          <p:nvPr/>
        </p:nvCxnSpPr>
        <p:spPr>
          <a:xfrm flipH="1">
            <a:off x="4619320" y="1289099"/>
            <a:ext cx="1344361" cy="70337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a:extLst>
              <a:ext uri="{FF2B5EF4-FFF2-40B4-BE49-F238E27FC236}">
                <a16:creationId xmlns:a16="http://schemas.microsoft.com/office/drawing/2014/main" id="{6205DD86-315C-53B6-CEEF-A9919650168E}"/>
              </a:ext>
            </a:extLst>
          </p:cNvPr>
          <p:cNvCxnSpPr>
            <a:cxnSpLocks/>
            <a:stCxn id="83" idx="2"/>
            <a:endCxn id="88" idx="6"/>
          </p:cNvCxnSpPr>
          <p:nvPr/>
        </p:nvCxnSpPr>
        <p:spPr>
          <a:xfrm flipV="1">
            <a:off x="4568408" y="2112933"/>
            <a:ext cx="0" cy="86409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stCxn id="92" idx="2"/>
          </p:cNvCxnSpPr>
          <p:nvPr/>
        </p:nvCxnSpPr>
        <p:spPr>
          <a:xfrm flipV="1">
            <a:off x="4564370" y="3118155"/>
            <a:ext cx="4046" cy="1012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9" name="Straight Connector 68">
            <a:extLst>
              <a:ext uri="{FF2B5EF4-FFF2-40B4-BE49-F238E27FC236}">
                <a16:creationId xmlns:a16="http://schemas.microsoft.com/office/drawing/2014/main" id="{6205DD86-315C-53B6-CEEF-A9919650168E}"/>
              </a:ext>
            </a:extLst>
          </p:cNvPr>
          <p:cNvCxnSpPr>
            <a:cxnSpLocks/>
            <a:stCxn id="89" idx="2"/>
            <a:endCxn id="92" idx="6"/>
          </p:cNvCxnSpPr>
          <p:nvPr/>
        </p:nvCxnSpPr>
        <p:spPr>
          <a:xfrm flipH="1" flipV="1">
            <a:off x="4564370" y="4271728"/>
            <a:ext cx="4054" cy="129758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0" name="Straight Connector 69">
            <a:extLst>
              <a:ext uri="{FF2B5EF4-FFF2-40B4-BE49-F238E27FC236}">
                <a16:creationId xmlns:a16="http://schemas.microsoft.com/office/drawing/2014/main" id="{6205DD86-315C-53B6-CEEF-A9919650168E}"/>
              </a:ext>
            </a:extLst>
          </p:cNvPr>
          <p:cNvCxnSpPr>
            <a:cxnSpLocks/>
            <a:stCxn id="87" idx="2"/>
            <a:endCxn id="91" idx="6"/>
          </p:cNvCxnSpPr>
          <p:nvPr/>
        </p:nvCxnSpPr>
        <p:spPr>
          <a:xfrm flipH="1" flipV="1">
            <a:off x="7448728" y="2119330"/>
            <a:ext cx="16" cy="85769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Straight Connector 70">
            <a:extLst>
              <a:ext uri="{FF2B5EF4-FFF2-40B4-BE49-F238E27FC236}">
                <a16:creationId xmlns:a16="http://schemas.microsoft.com/office/drawing/2014/main" id="{6205DD86-315C-53B6-CEEF-A9919650168E}"/>
              </a:ext>
            </a:extLst>
          </p:cNvPr>
          <p:cNvCxnSpPr>
            <a:cxnSpLocks/>
            <a:stCxn id="87" idx="6"/>
            <a:endCxn id="84" idx="2"/>
          </p:cNvCxnSpPr>
          <p:nvPr/>
        </p:nvCxnSpPr>
        <p:spPr>
          <a:xfrm flipH="1">
            <a:off x="7448728" y="3118155"/>
            <a:ext cx="16" cy="101100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a:extLst>
              <a:ext uri="{FF2B5EF4-FFF2-40B4-BE49-F238E27FC236}">
                <a16:creationId xmlns:a16="http://schemas.microsoft.com/office/drawing/2014/main" id="{6205DD86-315C-53B6-CEEF-A9919650168E}"/>
              </a:ext>
            </a:extLst>
          </p:cNvPr>
          <p:cNvCxnSpPr>
            <a:cxnSpLocks/>
            <a:stCxn id="84" idx="6"/>
            <a:endCxn id="86" idx="2"/>
          </p:cNvCxnSpPr>
          <p:nvPr/>
        </p:nvCxnSpPr>
        <p:spPr>
          <a:xfrm>
            <a:off x="7448728" y="4270283"/>
            <a:ext cx="16" cy="129903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a:extLst>
              <a:ext uri="{FF2B5EF4-FFF2-40B4-BE49-F238E27FC236}">
                <a16:creationId xmlns:a16="http://schemas.microsoft.com/office/drawing/2014/main" id="{6205DD86-315C-53B6-CEEF-A9919650168E}"/>
              </a:ext>
            </a:extLst>
          </p:cNvPr>
          <p:cNvCxnSpPr>
            <a:cxnSpLocks/>
            <a:stCxn id="91" idx="3"/>
            <a:endCxn id="82" idx="0"/>
          </p:cNvCxnSpPr>
          <p:nvPr/>
        </p:nvCxnSpPr>
        <p:spPr>
          <a:xfrm flipH="1" flipV="1">
            <a:off x="6107681" y="1289099"/>
            <a:ext cx="1290135" cy="7097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a:extLst>
              <a:ext uri="{FF2B5EF4-FFF2-40B4-BE49-F238E27FC236}">
                <a16:creationId xmlns:a16="http://schemas.microsoft.com/office/drawing/2014/main" id="{6205DD86-315C-53B6-CEEF-A9919650168E}"/>
              </a:ext>
            </a:extLst>
          </p:cNvPr>
          <p:cNvCxnSpPr>
            <a:cxnSpLocks/>
            <a:stCxn id="85" idx="5"/>
            <a:endCxn id="89" idx="1"/>
          </p:cNvCxnSpPr>
          <p:nvPr/>
        </p:nvCxnSpPr>
        <p:spPr>
          <a:xfrm flipH="1">
            <a:off x="4619336" y="4249616"/>
            <a:ext cx="1365433" cy="13403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a:extLst>
              <a:ext uri="{FF2B5EF4-FFF2-40B4-BE49-F238E27FC236}">
                <a16:creationId xmlns:a16="http://schemas.microsoft.com/office/drawing/2014/main" id="{6205DD86-315C-53B6-CEEF-A9919650168E}"/>
              </a:ext>
            </a:extLst>
          </p:cNvPr>
          <p:cNvCxnSpPr>
            <a:cxnSpLocks/>
            <a:stCxn id="85" idx="7"/>
            <a:endCxn id="86" idx="3"/>
          </p:cNvCxnSpPr>
          <p:nvPr/>
        </p:nvCxnSpPr>
        <p:spPr>
          <a:xfrm>
            <a:off x="6086593" y="4249616"/>
            <a:ext cx="1311239" cy="13403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Straight Connector 75">
            <a:extLst>
              <a:ext uri="{FF2B5EF4-FFF2-40B4-BE49-F238E27FC236}">
                <a16:creationId xmlns:a16="http://schemas.microsoft.com/office/drawing/2014/main" id="{6205DD86-315C-53B6-CEEF-A9919650168E}"/>
              </a:ext>
            </a:extLst>
          </p:cNvPr>
          <p:cNvCxnSpPr>
            <a:cxnSpLocks/>
            <a:stCxn id="90" idx="3"/>
            <a:endCxn id="88" idx="0"/>
          </p:cNvCxnSpPr>
          <p:nvPr/>
        </p:nvCxnSpPr>
        <p:spPr>
          <a:xfrm flipH="1" flipV="1">
            <a:off x="4640408" y="2042370"/>
            <a:ext cx="1317256" cy="74219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6205DD86-315C-53B6-CEEF-A9919650168E}"/>
              </a:ext>
            </a:extLst>
          </p:cNvPr>
          <p:cNvCxnSpPr>
            <a:cxnSpLocks/>
            <a:stCxn id="90" idx="1"/>
            <a:endCxn id="91" idx="4"/>
          </p:cNvCxnSpPr>
          <p:nvPr/>
        </p:nvCxnSpPr>
        <p:spPr>
          <a:xfrm flipV="1">
            <a:off x="6059488" y="2048767"/>
            <a:ext cx="1317240" cy="73579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90" idx="5"/>
            <a:endCxn id="92" idx="1"/>
          </p:cNvCxnSpPr>
          <p:nvPr/>
        </p:nvCxnSpPr>
        <p:spPr>
          <a:xfrm flipH="1">
            <a:off x="4615282" y="2884354"/>
            <a:ext cx="1342382" cy="12669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84" idx="3"/>
            <a:endCxn id="90" idx="7"/>
          </p:cNvCxnSpPr>
          <p:nvPr/>
        </p:nvCxnSpPr>
        <p:spPr>
          <a:xfrm flipH="1" flipV="1">
            <a:off x="6059488" y="2884354"/>
            <a:ext cx="1338328" cy="12654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6205DD86-315C-53B6-CEEF-A9919650168E}"/>
              </a:ext>
            </a:extLst>
          </p:cNvPr>
          <p:cNvCxnSpPr>
            <a:cxnSpLocks/>
            <a:stCxn id="87" idx="5"/>
            <a:endCxn id="85" idx="1"/>
          </p:cNvCxnSpPr>
          <p:nvPr/>
        </p:nvCxnSpPr>
        <p:spPr>
          <a:xfrm flipH="1">
            <a:off x="6086593" y="3097488"/>
            <a:ext cx="1311239" cy="1052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85" idx="3"/>
            <a:endCxn id="83" idx="7"/>
          </p:cNvCxnSpPr>
          <p:nvPr/>
        </p:nvCxnSpPr>
        <p:spPr>
          <a:xfrm flipH="1" flipV="1">
            <a:off x="4619320" y="3097488"/>
            <a:ext cx="1365449" cy="1052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2" name="Oval 81">
            <a:extLst>
              <a:ext uri="{FF2B5EF4-FFF2-40B4-BE49-F238E27FC236}">
                <a16:creationId xmlns:a16="http://schemas.microsoft.com/office/drawing/2014/main" id="{BDD11F87-DA81-9510-C1CB-0AF4093562CB}"/>
              </a:ext>
            </a:extLst>
          </p:cNvPr>
          <p:cNvSpPr/>
          <p:nvPr/>
        </p:nvSpPr>
        <p:spPr>
          <a:xfrm rot="5400000">
            <a:off x="5965118" y="121709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3" name="Oval 82">
            <a:extLst>
              <a:ext uri="{FF2B5EF4-FFF2-40B4-BE49-F238E27FC236}">
                <a16:creationId xmlns:a16="http://schemas.microsoft.com/office/drawing/2014/main" id="{BDD11F87-DA81-9510-C1CB-0AF4093562CB}"/>
              </a:ext>
            </a:extLst>
          </p:cNvPr>
          <p:cNvSpPr/>
          <p:nvPr/>
        </p:nvSpPr>
        <p:spPr>
          <a:xfrm rot="5400000">
            <a:off x="4497845" y="297559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4" name="Oval 83">
            <a:extLst>
              <a:ext uri="{FF2B5EF4-FFF2-40B4-BE49-F238E27FC236}">
                <a16:creationId xmlns:a16="http://schemas.microsoft.com/office/drawing/2014/main" id="{BDD11F87-DA81-9510-C1CB-0AF4093562CB}"/>
              </a:ext>
            </a:extLst>
          </p:cNvPr>
          <p:cNvSpPr/>
          <p:nvPr/>
        </p:nvSpPr>
        <p:spPr>
          <a:xfrm rot="5400000">
            <a:off x="7378165" y="412772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5" name="Oval 84">
            <a:extLst>
              <a:ext uri="{FF2B5EF4-FFF2-40B4-BE49-F238E27FC236}">
                <a16:creationId xmlns:a16="http://schemas.microsoft.com/office/drawing/2014/main" id="{BDD11F87-DA81-9510-C1CB-0AF4093562CB}"/>
              </a:ext>
            </a:extLst>
          </p:cNvPr>
          <p:cNvSpPr/>
          <p:nvPr/>
        </p:nvSpPr>
        <p:spPr>
          <a:xfrm rot="5400000">
            <a:off x="5965118" y="412772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6" name="Oval 85">
            <a:extLst>
              <a:ext uri="{FF2B5EF4-FFF2-40B4-BE49-F238E27FC236}">
                <a16:creationId xmlns:a16="http://schemas.microsoft.com/office/drawing/2014/main" id="{BDD11F87-DA81-9510-C1CB-0AF4093562CB}"/>
              </a:ext>
            </a:extLst>
          </p:cNvPr>
          <p:cNvSpPr/>
          <p:nvPr/>
        </p:nvSpPr>
        <p:spPr>
          <a:xfrm rot="5400000">
            <a:off x="7378181" y="556788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7" name="Oval 86">
            <a:extLst>
              <a:ext uri="{FF2B5EF4-FFF2-40B4-BE49-F238E27FC236}">
                <a16:creationId xmlns:a16="http://schemas.microsoft.com/office/drawing/2014/main" id="{BDD11F87-DA81-9510-C1CB-0AF4093562CB}"/>
              </a:ext>
            </a:extLst>
          </p:cNvPr>
          <p:cNvSpPr/>
          <p:nvPr/>
        </p:nvSpPr>
        <p:spPr>
          <a:xfrm rot="5400000">
            <a:off x="7378181" y="297559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8" name="Oval 87">
            <a:extLst>
              <a:ext uri="{FF2B5EF4-FFF2-40B4-BE49-F238E27FC236}">
                <a16:creationId xmlns:a16="http://schemas.microsoft.com/office/drawing/2014/main" id="{BDD11F87-DA81-9510-C1CB-0AF4093562CB}"/>
              </a:ext>
            </a:extLst>
          </p:cNvPr>
          <p:cNvSpPr/>
          <p:nvPr/>
        </p:nvSpPr>
        <p:spPr>
          <a:xfrm rot="5400000">
            <a:off x="4497845" y="197037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9" name="Oval 88">
            <a:extLst>
              <a:ext uri="{FF2B5EF4-FFF2-40B4-BE49-F238E27FC236}">
                <a16:creationId xmlns:a16="http://schemas.microsoft.com/office/drawing/2014/main" id="{BDD11F87-DA81-9510-C1CB-0AF4093562CB}"/>
              </a:ext>
            </a:extLst>
          </p:cNvPr>
          <p:cNvSpPr/>
          <p:nvPr/>
        </p:nvSpPr>
        <p:spPr>
          <a:xfrm rot="5400000">
            <a:off x="4497861" y="556788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0" name="Oval 89">
            <a:extLst>
              <a:ext uri="{FF2B5EF4-FFF2-40B4-BE49-F238E27FC236}">
                <a16:creationId xmlns:a16="http://schemas.microsoft.com/office/drawing/2014/main" id="{BDD11F87-DA81-9510-C1CB-0AF4093562CB}"/>
              </a:ext>
            </a:extLst>
          </p:cNvPr>
          <p:cNvSpPr/>
          <p:nvPr/>
        </p:nvSpPr>
        <p:spPr>
          <a:xfrm rot="5400000">
            <a:off x="5938013" y="276245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1" name="Oval 90">
            <a:extLst>
              <a:ext uri="{FF2B5EF4-FFF2-40B4-BE49-F238E27FC236}">
                <a16:creationId xmlns:a16="http://schemas.microsoft.com/office/drawing/2014/main" id="{BDD11F87-DA81-9510-C1CB-0AF4093562CB}"/>
              </a:ext>
            </a:extLst>
          </p:cNvPr>
          <p:cNvSpPr/>
          <p:nvPr/>
        </p:nvSpPr>
        <p:spPr>
          <a:xfrm rot="5400000">
            <a:off x="7378165" y="197676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2" name="Oval 91">
            <a:extLst>
              <a:ext uri="{FF2B5EF4-FFF2-40B4-BE49-F238E27FC236}">
                <a16:creationId xmlns:a16="http://schemas.microsoft.com/office/drawing/2014/main" id="{BDD11F87-DA81-9510-C1CB-0AF4093562CB}"/>
              </a:ext>
            </a:extLst>
          </p:cNvPr>
          <p:cNvSpPr/>
          <p:nvPr/>
        </p:nvSpPr>
        <p:spPr>
          <a:xfrm rot="5400000">
            <a:off x="4493807" y="412916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3" name="TextBox 92"/>
          <p:cNvSpPr txBox="1"/>
          <p:nvPr/>
        </p:nvSpPr>
        <p:spPr>
          <a:xfrm>
            <a:off x="4390330" y="5592849"/>
            <a:ext cx="356188" cy="523220"/>
          </a:xfrm>
          <a:prstGeom prst="rect">
            <a:avLst/>
          </a:prstGeom>
          <a:noFill/>
        </p:spPr>
        <p:txBody>
          <a:bodyPr wrap="none" rtlCol="0">
            <a:spAutoFit/>
          </a:bodyPr>
          <a:lstStyle/>
          <a:p>
            <a:r>
              <a:rPr lang="en-US" sz="2800" dirty="0">
                <a:solidFill>
                  <a:srgbClr val="C00000"/>
                </a:solidFill>
              </a:rPr>
              <a:t>a</a:t>
            </a:r>
            <a:endParaRPr lang="en-US" dirty="0">
              <a:solidFill>
                <a:srgbClr val="C00000"/>
              </a:solidFill>
            </a:endParaRPr>
          </a:p>
        </p:txBody>
      </p:sp>
      <p:sp>
        <p:nvSpPr>
          <p:cNvPr id="94" name="TextBox 93"/>
          <p:cNvSpPr txBox="1"/>
          <p:nvPr/>
        </p:nvSpPr>
        <p:spPr>
          <a:xfrm>
            <a:off x="7277900" y="5592849"/>
            <a:ext cx="360996" cy="523220"/>
          </a:xfrm>
          <a:prstGeom prst="rect">
            <a:avLst/>
          </a:prstGeom>
          <a:noFill/>
        </p:spPr>
        <p:txBody>
          <a:bodyPr wrap="none" rtlCol="0">
            <a:spAutoFit/>
          </a:bodyPr>
          <a:lstStyle/>
          <a:p>
            <a:r>
              <a:rPr lang="en-US" sz="2800" dirty="0">
                <a:solidFill>
                  <a:srgbClr val="C00000"/>
                </a:solidFill>
              </a:rPr>
              <a:t>b</a:t>
            </a:r>
          </a:p>
        </p:txBody>
      </p:sp>
      <p:sp>
        <p:nvSpPr>
          <p:cNvPr id="95" name="TextBox 94"/>
          <p:cNvSpPr txBox="1"/>
          <p:nvPr/>
        </p:nvSpPr>
        <p:spPr>
          <a:xfrm>
            <a:off x="4218640" y="3982251"/>
            <a:ext cx="349776" cy="523220"/>
          </a:xfrm>
          <a:prstGeom prst="rect">
            <a:avLst/>
          </a:prstGeom>
          <a:noFill/>
        </p:spPr>
        <p:txBody>
          <a:bodyPr wrap="none" rtlCol="0">
            <a:spAutoFit/>
          </a:bodyPr>
          <a:lstStyle/>
          <a:p>
            <a:r>
              <a:rPr lang="en-US" sz="2800" dirty="0">
                <a:solidFill>
                  <a:srgbClr val="C00000"/>
                </a:solidFill>
              </a:rPr>
              <a:t>c</a:t>
            </a:r>
          </a:p>
        </p:txBody>
      </p:sp>
      <p:sp>
        <p:nvSpPr>
          <p:cNvPr id="96" name="TextBox 95"/>
          <p:cNvSpPr txBox="1"/>
          <p:nvPr/>
        </p:nvSpPr>
        <p:spPr>
          <a:xfrm>
            <a:off x="7472535" y="3982251"/>
            <a:ext cx="362600" cy="523220"/>
          </a:xfrm>
          <a:prstGeom prst="rect">
            <a:avLst/>
          </a:prstGeom>
          <a:noFill/>
        </p:spPr>
        <p:txBody>
          <a:bodyPr wrap="none" rtlCol="0">
            <a:spAutoFit/>
          </a:bodyPr>
          <a:lstStyle/>
          <a:p>
            <a:r>
              <a:rPr lang="en-US" sz="2800" dirty="0">
                <a:solidFill>
                  <a:srgbClr val="C00000"/>
                </a:solidFill>
              </a:rPr>
              <a:t>d</a:t>
            </a:r>
          </a:p>
        </p:txBody>
      </p:sp>
      <p:sp>
        <p:nvSpPr>
          <p:cNvPr id="97" name="TextBox 96"/>
          <p:cNvSpPr txBox="1"/>
          <p:nvPr/>
        </p:nvSpPr>
        <p:spPr>
          <a:xfrm>
            <a:off x="4215434" y="2752429"/>
            <a:ext cx="352982" cy="523220"/>
          </a:xfrm>
          <a:prstGeom prst="rect">
            <a:avLst/>
          </a:prstGeom>
          <a:noFill/>
        </p:spPr>
        <p:txBody>
          <a:bodyPr wrap="none" rtlCol="0">
            <a:spAutoFit/>
          </a:bodyPr>
          <a:lstStyle/>
          <a:p>
            <a:r>
              <a:rPr lang="en-US" sz="2800" dirty="0">
                <a:solidFill>
                  <a:srgbClr val="C00000"/>
                </a:solidFill>
              </a:rPr>
              <a:t>e</a:t>
            </a:r>
          </a:p>
        </p:txBody>
      </p:sp>
      <p:sp>
        <p:nvSpPr>
          <p:cNvPr id="98" name="TextBox 97"/>
          <p:cNvSpPr txBox="1"/>
          <p:nvPr/>
        </p:nvSpPr>
        <p:spPr>
          <a:xfrm>
            <a:off x="7467792" y="2754004"/>
            <a:ext cx="293670" cy="523220"/>
          </a:xfrm>
          <a:prstGeom prst="rect">
            <a:avLst/>
          </a:prstGeom>
          <a:noFill/>
        </p:spPr>
        <p:txBody>
          <a:bodyPr wrap="none" rtlCol="0">
            <a:spAutoFit/>
          </a:bodyPr>
          <a:lstStyle/>
          <a:p>
            <a:r>
              <a:rPr lang="en-US" sz="2800" dirty="0">
                <a:solidFill>
                  <a:srgbClr val="C00000"/>
                </a:solidFill>
              </a:rPr>
              <a:t>f</a:t>
            </a:r>
          </a:p>
        </p:txBody>
      </p:sp>
      <p:sp>
        <p:nvSpPr>
          <p:cNvPr id="99" name="TextBox 98"/>
          <p:cNvSpPr txBox="1"/>
          <p:nvPr/>
        </p:nvSpPr>
        <p:spPr>
          <a:xfrm>
            <a:off x="7446000" y="1710197"/>
            <a:ext cx="352982" cy="523220"/>
          </a:xfrm>
          <a:prstGeom prst="rect">
            <a:avLst/>
          </a:prstGeom>
          <a:noFill/>
        </p:spPr>
        <p:txBody>
          <a:bodyPr wrap="none" rtlCol="0">
            <a:spAutoFit/>
          </a:bodyPr>
          <a:lstStyle/>
          <a:p>
            <a:r>
              <a:rPr lang="en-US" sz="2800" dirty="0">
                <a:solidFill>
                  <a:srgbClr val="C00000"/>
                </a:solidFill>
              </a:rPr>
              <a:t>g</a:t>
            </a:r>
          </a:p>
        </p:txBody>
      </p:sp>
      <p:sp>
        <p:nvSpPr>
          <p:cNvPr id="100" name="TextBox 99"/>
          <p:cNvSpPr txBox="1"/>
          <p:nvPr/>
        </p:nvSpPr>
        <p:spPr>
          <a:xfrm>
            <a:off x="4210618" y="1787157"/>
            <a:ext cx="357790" cy="523220"/>
          </a:xfrm>
          <a:prstGeom prst="rect">
            <a:avLst/>
          </a:prstGeom>
          <a:noFill/>
        </p:spPr>
        <p:txBody>
          <a:bodyPr wrap="none" rtlCol="0">
            <a:spAutoFit/>
          </a:bodyPr>
          <a:lstStyle/>
          <a:p>
            <a:r>
              <a:rPr lang="en-US" sz="2800" dirty="0">
                <a:solidFill>
                  <a:srgbClr val="C00000"/>
                </a:solidFill>
              </a:rPr>
              <a:t>h</a:t>
            </a:r>
          </a:p>
        </p:txBody>
      </p:sp>
      <p:sp>
        <p:nvSpPr>
          <p:cNvPr id="101" name="TextBox 100"/>
          <p:cNvSpPr txBox="1"/>
          <p:nvPr/>
        </p:nvSpPr>
        <p:spPr>
          <a:xfrm>
            <a:off x="5872451" y="782521"/>
            <a:ext cx="340158" cy="523220"/>
          </a:xfrm>
          <a:prstGeom prst="rect">
            <a:avLst/>
          </a:prstGeom>
          <a:noFill/>
        </p:spPr>
        <p:txBody>
          <a:bodyPr wrap="none" rtlCol="0">
            <a:spAutoFit/>
          </a:bodyPr>
          <a:lstStyle/>
          <a:p>
            <a:r>
              <a:rPr lang="en-US" sz="2800" dirty="0">
                <a:solidFill>
                  <a:srgbClr val="C00000"/>
                </a:solidFill>
              </a:rPr>
              <a:t>x</a:t>
            </a:r>
          </a:p>
        </p:txBody>
      </p:sp>
      <p:sp>
        <p:nvSpPr>
          <p:cNvPr id="102" name="TextBox 101"/>
          <p:cNvSpPr txBox="1"/>
          <p:nvPr/>
        </p:nvSpPr>
        <p:spPr>
          <a:xfrm>
            <a:off x="5878030" y="2259000"/>
            <a:ext cx="346570" cy="523220"/>
          </a:xfrm>
          <a:prstGeom prst="rect">
            <a:avLst/>
          </a:prstGeom>
          <a:noFill/>
        </p:spPr>
        <p:txBody>
          <a:bodyPr wrap="none" rtlCol="0">
            <a:spAutoFit/>
          </a:bodyPr>
          <a:lstStyle/>
          <a:p>
            <a:r>
              <a:rPr lang="en-US" sz="2800" dirty="0">
                <a:solidFill>
                  <a:srgbClr val="C00000"/>
                </a:solidFill>
              </a:rPr>
              <a:t>y</a:t>
            </a:r>
          </a:p>
        </p:txBody>
      </p:sp>
      <p:sp>
        <p:nvSpPr>
          <p:cNvPr id="103" name="TextBox 102"/>
          <p:cNvSpPr txBox="1"/>
          <p:nvPr/>
        </p:nvSpPr>
        <p:spPr>
          <a:xfrm>
            <a:off x="5878030" y="3625780"/>
            <a:ext cx="325730" cy="523220"/>
          </a:xfrm>
          <a:prstGeom prst="rect">
            <a:avLst/>
          </a:prstGeom>
          <a:noFill/>
        </p:spPr>
        <p:txBody>
          <a:bodyPr wrap="none" rtlCol="0">
            <a:spAutoFit/>
          </a:bodyPr>
          <a:lstStyle/>
          <a:p>
            <a:r>
              <a:rPr lang="en-US" sz="2800" dirty="0">
                <a:solidFill>
                  <a:srgbClr val="C00000"/>
                </a:solidFill>
              </a:rPr>
              <a:t>z</a:t>
            </a:r>
          </a:p>
        </p:txBody>
      </p:sp>
    </p:spTree>
    <p:extLst>
      <p:ext uri="{BB962C8B-B14F-4D97-AF65-F5344CB8AC3E}">
        <p14:creationId xmlns:p14="http://schemas.microsoft.com/office/powerpoint/2010/main" val="17004779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Finding a Dominating Set</a:t>
            </a:r>
          </a:p>
        </p:txBody>
      </p:sp>
      <p:sp>
        <p:nvSpPr>
          <p:cNvPr id="45" name="Oval 44"/>
          <p:cNvSpPr/>
          <p:nvPr/>
        </p:nvSpPr>
        <p:spPr>
          <a:xfrm>
            <a:off x="8390999" y="999000"/>
            <a:ext cx="380907" cy="427329"/>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1" y="863444"/>
                <a:ext cx="5964819" cy="5590565"/>
              </a:xfrm>
            </p:spPr>
            <p:txBody>
              <a:bodyPr/>
              <a:lstStyle/>
              <a:p>
                <a:pPr marL="0" indent="0">
                  <a:buNone/>
                </a:pPr>
                <a:r>
                  <a:rPr lang="en-US" b="1" dirty="0"/>
                  <a:t>Observation:</a:t>
                </a:r>
              </a:p>
              <a:p>
                <a:r>
                  <a:rPr lang="en-US" dirty="0"/>
                  <a:t>The set </a:t>
                </a:r>
                <a14:m>
                  <m:oMath xmlns:m="http://schemas.openxmlformats.org/officeDocument/2006/math">
                    <m:r>
                      <m:rPr>
                        <m:sty m:val="p"/>
                      </m:rPr>
                      <a:rPr lang="en-US" i="0" dirty="0" smtClean="0">
                        <a:latin typeface="Cambria Math" panose="02040503050406030204" pitchFamily="18" charset="0"/>
                      </a:rPr>
                      <m:t>S</m:t>
                    </m:r>
                    <m:r>
                      <a:rPr lang="en-US" i="0"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r>
                          <m:rPr>
                            <m:sty m:val="p"/>
                          </m:rPr>
                          <a:rPr lang="en-US" i="0" dirty="0" err="1">
                            <a:latin typeface="Cambria Math" panose="02040503050406030204" pitchFamily="18" charset="0"/>
                          </a:rPr>
                          <m:t>x</m:t>
                        </m:r>
                        <m:r>
                          <a:rPr lang="en-US" i="0" dirty="0" err="1">
                            <a:latin typeface="Cambria Math" panose="02040503050406030204" pitchFamily="18" charset="0"/>
                          </a:rPr>
                          <m:t>, </m:t>
                        </m:r>
                        <m:r>
                          <m:rPr>
                            <m:sty m:val="p"/>
                          </m:rPr>
                          <a:rPr lang="en-US" i="0" dirty="0" err="1">
                            <a:latin typeface="Cambria Math" panose="02040503050406030204" pitchFamily="18" charset="0"/>
                          </a:rPr>
                          <m:t>y</m:t>
                        </m:r>
                        <m:r>
                          <a:rPr lang="en-US" i="0" dirty="0" err="1">
                            <a:latin typeface="Cambria Math" panose="02040503050406030204" pitchFamily="18" charset="0"/>
                          </a:rPr>
                          <m:t>, </m:t>
                        </m:r>
                        <m:r>
                          <m:rPr>
                            <m:sty m:val="p"/>
                          </m:rPr>
                          <a:rPr lang="en-US" i="0" dirty="0" err="1">
                            <a:latin typeface="Cambria Math" panose="02040503050406030204" pitchFamily="18" charset="0"/>
                          </a:rPr>
                          <m:t>z</m:t>
                        </m:r>
                      </m:e>
                    </m:d>
                  </m:oMath>
                </a14:m>
                <a:r>
                  <a:rPr lang="en-US" dirty="0"/>
                  <a:t> is a dominating set of</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G</m:t>
                    </m:r>
                  </m:oMath>
                </a14:m>
                <a:r>
                  <a:rPr lang="en-US" dirty="0"/>
                  <a:t>.</a:t>
                </a:r>
              </a:p>
              <a:p>
                <a:r>
                  <a:rPr lang="en-US" dirty="0"/>
                  <a:t>Therefore, </a:t>
                </a:r>
                <a14:m>
                  <m:oMath xmlns:m="http://schemas.openxmlformats.org/officeDocument/2006/math">
                    <m:r>
                      <m:rPr>
                        <m:sty m:val="p"/>
                      </m:rPr>
                      <a:rPr lang="el-GR" i="0" dirty="0" smtClean="0">
                        <a:latin typeface="Cambria Math" panose="02040503050406030204" pitchFamily="18" charset="0"/>
                      </a:rPr>
                      <m:t>γ</m:t>
                    </m:r>
                    <m:d>
                      <m:dPr>
                        <m:ctrlPr>
                          <a:rPr lang="el-GR" i="1" dirty="0" smtClean="0">
                            <a:latin typeface="Cambria Math" panose="02040503050406030204" pitchFamily="18" charset="0"/>
                          </a:rPr>
                        </m:ctrlPr>
                      </m:dPr>
                      <m:e>
                        <m:r>
                          <m:rPr>
                            <m:sty m:val="p"/>
                          </m:rPr>
                          <a:rPr lang="en-US" i="0" dirty="0">
                            <a:latin typeface="Cambria Math" panose="02040503050406030204" pitchFamily="18" charset="0"/>
                          </a:rPr>
                          <m:t>G</m:t>
                        </m:r>
                      </m:e>
                    </m:d>
                    <m:r>
                      <a:rPr lang="en-US" i="0" dirty="0" smtClean="0">
                        <a:latin typeface="Cambria Math" panose="02040503050406030204" pitchFamily="18" charset="0"/>
                      </a:rPr>
                      <m:t>≤3</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1" y="863444"/>
                <a:ext cx="5964819" cy="5590565"/>
              </a:xfrm>
              <a:blipFill rotWithShape="0">
                <a:blip r:embed="rId2"/>
                <a:stretch>
                  <a:fillRect l="-2147" t="-1963" r="-2045"/>
                </a:stretch>
              </a:blipFill>
            </p:spPr>
            <p:txBody>
              <a:bodyPr/>
              <a:lstStyle/>
              <a:p>
                <a:r>
                  <a:rPr lang="en-US">
                    <a:noFill/>
                  </a:rPr>
                  <a:t> </a:t>
                </a:r>
              </a:p>
            </p:txBody>
          </p:sp>
        </mc:Fallback>
      </mc:AlternateContent>
      <p:cxnSp>
        <p:nvCxnSpPr>
          <p:cNvPr id="46" name="Straight Connector 45">
            <a:extLst>
              <a:ext uri="{FF2B5EF4-FFF2-40B4-BE49-F238E27FC236}">
                <a16:creationId xmlns:a16="http://schemas.microsoft.com/office/drawing/2014/main" id="{6205DD86-315C-53B6-CEEF-A9919650168E}"/>
              </a:ext>
            </a:extLst>
          </p:cNvPr>
          <p:cNvCxnSpPr>
            <a:cxnSpLocks/>
            <a:stCxn id="62" idx="4"/>
            <a:endCxn id="68" idx="1"/>
          </p:cNvCxnSpPr>
          <p:nvPr/>
        </p:nvCxnSpPr>
        <p:spPr>
          <a:xfrm flipH="1">
            <a:off x="7172639" y="1199419"/>
            <a:ext cx="1344361" cy="70337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6205DD86-315C-53B6-CEEF-A9919650168E}"/>
              </a:ext>
            </a:extLst>
          </p:cNvPr>
          <p:cNvCxnSpPr>
            <a:cxnSpLocks/>
            <a:stCxn id="63" idx="2"/>
            <a:endCxn id="68" idx="6"/>
          </p:cNvCxnSpPr>
          <p:nvPr/>
        </p:nvCxnSpPr>
        <p:spPr>
          <a:xfrm flipV="1">
            <a:off x="7097793" y="2023253"/>
            <a:ext cx="23934" cy="10186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72" idx="2"/>
          </p:cNvCxnSpPr>
          <p:nvPr/>
        </p:nvCxnSpPr>
        <p:spPr>
          <a:xfrm flipV="1">
            <a:off x="7117689" y="3028475"/>
            <a:ext cx="4046" cy="1012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69" idx="2"/>
            <a:endCxn id="72" idx="6"/>
          </p:cNvCxnSpPr>
          <p:nvPr/>
        </p:nvCxnSpPr>
        <p:spPr>
          <a:xfrm flipH="1" flipV="1">
            <a:off x="7117689" y="4182048"/>
            <a:ext cx="4054" cy="129758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67" idx="2"/>
            <a:endCxn id="71" idx="6"/>
          </p:cNvCxnSpPr>
          <p:nvPr/>
        </p:nvCxnSpPr>
        <p:spPr>
          <a:xfrm flipV="1">
            <a:off x="9978129" y="2029650"/>
            <a:ext cx="23918" cy="101228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6205DD86-315C-53B6-CEEF-A9919650168E}"/>
              </a:ext>
            </a:extLst>
          </p:cNvPr>
          <p:cNvCxnSpPr>
            <a:cxnSpLocks/>
            <a:stCxn id="67" idx="6"/>
            <a:endCxn id="64" idx="2"/>
          </p:cNvCxnSpPr>
          <p:nvPr/>
        </p:nvCxnSpPr>
        <p:spPr>
          <a:xfrm>
            <a:off x="9978129" y="3183062"/>
            <a:ext cx="23918" cy="8564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6205DD86-315C-53B6-CEEF-A9919650168E}"/>
              </a:ext>
            </a:extLst>
          </p:cNvPr>
          <p:cNvCxnSpPr>
            <a:cxnSpLocks/>
            <a:stCxn id="64" idx="6"/>
            <a:endCxn id="66" idx="2"/>
          </p:cNvCxnSpPr>
          <p:nvPr/>
        </p:nvCxnSpPr>
        <p:spPr>
          <a:xfrm>
            <a:off x="10002047" y="4180603"/>
            <a:ext cx="16" cy="129903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6205DD86-315C-53B6-CEEF-A9919650168E}"/>
              </a:ext>
            </a:extLst>
          </p:cNvPr>
          <p:cNvCxnSpPr>
            <a:cxnSpLocks/>
            <a:stCxn id="71" idx="3"/>
            <a:endCxn id="62" idx="0"/>
          </p:cNvCxnSpPr>
          <p:nvPr/>
        </p:nvCxnSpPr>
        <p:spPr>
          <a:xfrm flipH="1" flipV="1">
            <a:off x="8661000" y="1199419"/>
            <a:ext cx="1290135" cy="7097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a:extLst>
              <a:ext uri="{FF2B5EF4-FFF2-40B4-BE49-F238E27FC236}">
                <a16:creationId xmlns:a16="http://schemas.microsoft.com/office/drawing/2014/main" id="{6205DD86-315C-53B6-CEEF-A9919650168E}"/>
              </a:ext>
            </a:extLst>
          </p:cNvPr>
          <p:cNvCxnSpPr>
            <a:cxnSpLocks/>
            <a:stCxn id="65" idx="5"/>
            <a:endCxn id="69" idx="1"/>
          </p:cNvCxnSpPr>
          <p:nvPr/>
        </p:nvCxnSpPr>
        <p:spPr>
          <a:xfrm flipH="1">
            <a:off x="7172655" y="4159936"/>
            <a:ext cx="1365433" cy="13403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a:extLst>
              <a:ext uri="{FF2B5EF4-FFF2-40B4-BE49-F238E27FC236}">
                <a16:creationId xmlns:a16="http://schemas.microsoft.com/office/drawing/2014/main" id="{6205DD86-315C-53B6-CEEF-A9919650168E}"/>
              </a:ext>
            </a:extLst>
          </p:cNvPr>
          <p:cNvCxnSpPr>
            <a:cxnSpLocks/>
            <a:stCxn id="65" idx="7"/>
            <a:endCxn id="66" idx="3"/>
          </p:cNvCxnSpPr>
          <p:nvPr/>
        </p:nvCxnSpPr>
        <p:spPr>
          <a:xfrm>
            <a:off x="8639912" y="4159936"/>
            <a:ext cx="1311239" cy="13403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a:extLst>
              <a:ext uri="{FF2B5EF4-FFF2-40B4-BE49-F238E27FC236}">
                <a16:creationId xmlns:a16="http://schemas.microsoft.com/office/drawing/2014/main" id="{6205DD86-315C-53B6-CEEF-A9919650168E}"/>
              </a:ext>
            </a:extLst>
          </p:cNvPr>
          <p:cNvCxnSpPr>
            <a:cxnSpLocks/>
            <a:stCxn id="70" idx="3"/>
            <a:endCxn id="68" idx="0"/>
          </p:cNvCxnSpPr>
          <p:nvPr/>
        </p:nvCxnSpPr>
        <p:spPr>
          <a:xfrm flipH="1" flipV="1">
            <a:off x="7193727" y="1952690"/>
            <a:ext cx="1317256" cy="74219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205DD86-315C-53B6-CEEF-A9919650168E}"/>
              </a:ext>
            </a:extLst>
          </p:cNvPr>
          <p:cNvCxnSpPr>
            <a:cxnSpLocks/>
            <a:stCxn id="70" idx="1"/>
            <a:endCxn id="71" idx="4"/>
          </p:cNvCxnSpPr>
          <p:nvPr/>
        </p:nvCxnSpPr>
        <p:spPr>
          <a:xfrm flipV="1">
            <a:off x="8612807" y="1959087"/>
            <a:ext cx="1317240" cy="73579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205DD86-315C-53B6-CEEF-A9919650168E}"/>
              </a:ext>
            </a:extLst>
          </p:cNvPr>
          <p:cNvCxnSpPr>
            <a:cxnSpLocks/>
            <a:stCxn id="70" idx="5"/>
            <a:endCxn id="72" idx="1"/>
          </p:cNvCxnSpPr>
          <p:nvPr/>
        </p:nvCxnSpPr>
        <p:spPr>
          <a:xfrm flipH="1">
            <a:off x="7168601" y="2794674"/>
            <a:ext cx="1342382" cy="12669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205DD86-315C-53B6-CEEF-A9919650168E}"/>
              </a:ext>
            </a:extLst>
          </p:cNvPr>
          <p:cNvCxnSpPr>
            <a:cxnSpLocks/>
            <a:stCxn id="64" idx="3"/>
            <a:endCxn id="70" idx="7"/>
          </p:cNvCxnSpPr>
          <p:nvPr/>
        </p:nvCxnSpPr>
        <p:spPr>
          <a:xfrm flipH="1" flipV="1">
            <a:off x="8612807" y="2794674"/>
            <a:ext cx="1338328" cy="12654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6205DD86-315C-53B6-CEEF-A9919650168E}"/>
              </a:ext>
            </a:extLst>
          </p:cNvPr>
          <p:cNvCxnSpPr>
            <a:cxnSpLocks/>
            <a:stCxn id="67" idx="5"/>
            <a:endCxn id="65" idx="1"/>
          </p:cNvCxnSpPr>
          <p:nvPr/>
        </p:nvCxnSpPr>
        <p:spPr>
          <a:xfrm flipH="1">
            <a:off x="8639912" y="3162395"/>
            <a:ext cx="1287305" cy="89774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205DD86-315C-53B6-CEEF-A9919650168E}"/>
              </a:ext>
            </a:extLst>
          </p:cNvPr>
          <p:cNvCxnSpPr>
            <a:cxnSpLocks/>
            <a:stCxn id="65" idx="3"/>
            <a:endCxn id="63" idx="7"/>
          </p:cNvCxnSpPr>
          <p:nvPr/>
        </p:nvCxnSpPr>
        <p:spPr>
          <a:xfrm flipH="1" flipV="1">
            <a:off x="7148705" y="3162395"/>
            <a:ext cx="1389383" cy="89774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2" name="Oval 61">
            <a:extLst>
              <a:ext uri="{FF2B5EF4-FFF2-40B4-BE49-F238E27FC236}">
                <a16:creationId xmlns:a16="http://schemas.microsoft.com/office/drawing/2014/main" id="{BDD11F87-DA81-9510-C1CB-0AF4093562CB}"/>
              </a:ext>
            </a:extLst>
          </p:cNvPr>
          <p:cNvSpPr/>
          <p:nvPr/>
        </p:nvSpPr>
        <p:spPr>
          <a:xfrm rot="5400000">
            <a:off x="8518437" y="112741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3" name="Oval 62">
            <a:extLst>
              <a:ext uri="{FF2B5EF4-FFF2-40B4-BE49-F238E27FC236}">
                <a16:creationId xmlns:a16="http://schemas.microsoft.com/office/drawing/2014/main" id="{BDD11F87-DA81-9510-C1CB-0AF4093562CB}"/>
              </a:ext>
            </a:extLst>
          </p:cNvPr>
          <p:cNvSpPr/>
          <p:nvPr/>
        </p:nvSpPr>
        <p:spPr>
          <a:xfrm rot="5400000">
            <a:off x="7027230" y="304049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4" name="Oval 63">
            <a:extLst>
              <a:ext uri="{FF2B5EF4-FFF2-40B4-BE49-F238E27FC236}">
                <a16:creationId xmlns:a16="http://schemas.microsoft.com/office/drawing/2014/main" id="{BDD11F87-DA81-9510-C1CB-0AF4093562CB}"/>
              </a:ext>
            </a:extLst>
          </p:cNvPr>
          <p:cNvSpPr/>
          <p:nvPr/>
        </p:nvSpPr>
        <p:spPr>
          <a:xfrm rot="5400000">
            <a:off x="9931484" y="403804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5" name="Oval 64">
            <a:extLst>
              <a:ext uri="{FF2B5EF4-FFF2-40B4-BE49-F238E27FC236}">
                <a16:creationId xmlns:a16="http://schemas.microsoft.com/office/drawing/2014/main" id="{BDD11F87-DA81-9510-C1CB-0AF4093562CB}"/>
              </a:ext>
            </a:extLst>
          </p:cNvPr>
          <p:cNvSpPr/>
          <p:nvPr/>
        </p:nvSpPr>
        <p:spPr>
          <a:xfrm rot="5400000">
            <a:off x="8518437" y="403804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6" name="Oval 65">
            <a:extLst>
              <a:ext uri="{FF2B5EF4-FFF2-40B4-BE49-F238E27FC236}">
                <a16:creationId xmlns:a16="http://schemas.microsoft.com/office/drawing/2014/main" id="{BDD11F87-DA81-9510-C1CB-0AF4093562CB}"/>
              </a:ext>
            </a:extLst>
          </p:cNvPr>
          <p:cNvSpPr/>
          <p:nvPr/>
        </p:nvSpPr>
        <p:spPr>
          <a:xfrm rot="5400000">
            <a:off x="9931500" y="54782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7" name="Oval 66">
            <a:extLst>
              <a:ext uri="{FF2B5EF4-FFF2-40B4-BE49-F238E27FC236}">
                <a16:creationId xmlns:a16="http://schemas.microsoft.com/office/drawing/2014/main" id="{BDD11F87-DA81-9510-C1CB-0AF4093562CB}"/>
              </a:ext>
            </a:extLst>
          </p:cNvPr>
          <p:cNvSpPr/>
          <p:nvPr/>
        </p:nvSpPr>
        <p:spPr>
          <a:xfrm rot="5400000">
            <a:off x="9907566" y="304049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8" name="Oval 67">
            <a:extLst>
              <a:ext uri="{FF2B5EF4-FFF2-40B4-BE49-F238E27FC236}">
                <a16:creationId xmlns:a16="http://schemas.microsoft.com/office/drawing/2014/main" id="{BDD11F87-DA81-9510-C1CB-0AF4093562CB}"/>
              </a:ext>
            </a:extLst>
          </p:cNvPr>
          <p:cNvSpPr/>
          <p:nvPr/>
        </p:nvSpPr>
        <p:spPr>
          <a:xfrm rot="5400000">
            <a:off x="7051164" y="188069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9" name="Oval 68">
            <a:extLst>
              <a:ext uri="{FF2B5EF4-FFF2-40B4-BE49-F238E27FC236}">
                <a16:creationId xmlns:a16="http://schemas.microsoft.com/office/drawing/2014/main" id="{BDD11F87-DA81-9510-C1CB-0AF4093562CB}"/>
              </a:ext>
            </a:extLst>
          </p:cNvPr>
          <p:cNvSpPr/>
          <p:nvPr/>
        </p:nvSpPr>
        <p:spPr>
          <a:xfrm rot="5400000">
            <a:off x="7051180" y="54782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0" name="Oval 69">
            <a:extLst>
              <a:ext uri="{FF2B5EF4-FFF2-40B4-BE49-F238E27FC236}">
                <a16:creationId xmlns:a16="http://schemas.microsoft.com/office/drawing/2014/main" id="{BDD11F87-DA81-9510-C1CB-0AF4093562CB}"/>
              </a:ext>
            </a:extLst>
          </p:cNvPr>
          <p:cNvSpPr/>
          <p:nvPr/>
        </p:nvSpPr>
        <p:spPr>
          <a:xfrm rot="5400000">
            <a:off x="8491332" y="267277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1" name="Oval 70">
            <a:extLst>
              <a:ext uri="{FF2B5EF4-FFF2-40B4-BE49-F238E27FC236}">
                <a16:creationId xmlns:a16="http://schemas.microsoft.com/office/drawing/2014/main" id="{BDD11F87-DA81-9510-C1CB-0AF4093562CB}"/>
              </a:ext>
            </a:extLst>
          </p:cNvPr>
          <p:cNvSpPr/>
          <p:nvPr/>
        </p:nvSpPr>
        <p:spPr>
          <a:xfrm rot="5400000">
            <a:off x="9931484" y="188708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2" name="Oval 71">
            <a:extLst>
              <a:ext uri="{FF2B5EF4-FFF2-40B4-BE49-F238E27FC236}">
                <a16:creationId xmlns:a16="http://schemas.microsoft.com/office/drawing/2014/main" id="{BDD11F87-DA81-9510-C1CB-0AF4093562CB}"/>
              </a:ext>
            </a:extLst>
          </p:cNvPr>
          <p:cNvSpPr/>
          <p:nvPr/>
        </p:nvSpPr>
        <p:spPr>
          <a:xfrm rot="5400000">
            <a:off x="7047126" y="40394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3" name="TextBox 72"/>
          <p:cNvSpPr txBox="1"/>
          <p:nvPr/>
        </p:nvSpPr>
        <p:spPr>
          <a:xfrm>
            <a:off x="6919715" y="5657756"/>
            <a:ext cx="356188" cy="523220"/>
          </a:xfrm>
          <a:prstGeom prst="rect">
            <a:avLst/>
          </a:prstGeom>
          <a:noFill/>
        </p:spPr>
        <p:txBody>
          <a:bodyPr wrap="none" rtlCol="0">
            <a:spAutoFit/>
          </a:bodyPr>
          <a:lstStyle/>
          <a:p>
            <a:r>
              <a:rPr lang="en-US" sz="2800" dirty="0">
                <a:solidFill>
                  <a:srgbClr val="C00000"/>
                </a:solidFill>
              </a:rPr>
              <a:t>a</a:t>
            </a:r>
            <a:endParaRPr lang="en-US" dirty="0">
              <a:solidFill>
                <a:srgbClr val="C00000"/>
              </a:solidFill>
            </a:endParaRPr>
          </a:p>
        </p:txBody>
      </p:sp>
      <p:sp>
        <p:nvSpPr>
          <p:cNvPr id="74" name="TextBox 73"/>
          <p:cNvSpPr txBox="1"/>
          <p:nvPr/>
        </p:nvSpPr>
        <p:spPr>
          <a:xfrm>
            <a:off x="9846158" y="5641405"/>
            <a:ext cx="360996" cy="523220"/>
          </a:xfrm>
          <a:prstGeom prst="rect">
            <a:avLst/>
          </a:prstGeom>
          <a:noFill/>
        </p:spPr>
        <p:txBody>
          <a:bodyPr wrap="none" rtlCol="0">
            <a:spAutoFit/>
          </a:bodyPr>
          <a:lstStyle/>
          <a:p>
            <a:r>
              <a:rPr lang="en-US" sz="2800" dirty="0">
                <a:solidFill>
                  <a:srgbClr val="C00000"/>
                </a:solidFill>
              </a:rPr>
              <a:t>b</a:t>
            </a:r>
          </a:p>
        </p:txBody>
      </p:sp>
      <p:sp>
        <p:nvSpPr>
          <p:cNvPr id="75" name="TextBox 74"/>
          <p:cNvSpPr txBox="1"/>
          <p:nvPr/>
        </p:nvSpPr>
        <p:spPr>
          <a:xfrm>
            <a:off x="6771959" y="3892571"/>
            <a:ext cx="349776" cy="523220"/>
          </a:xfrm>
          <a:prstGeom prst="rect">
            <a:avLst/>
          </a:prstGeom>
          <a:noFill/>
        </p:spPr>
        <p:txBody>
          <a:bodyPr wrap="none" rtlCol="0">
            <a:spAutoFit/>
          </a:bodyPr>
          <a:lstStyle/>
          <a:p>
            <a:r>
              <a:rPr lang="en-US" sz="2800" dirty="0">
                <a:solidFill>
                  <a:srgbClr val="C00000"/>
                </a:solidFill>
              </a:rPr>
              <a:t>c</a:t>
            </a:r>
          </a:p>
        </p:txBody>
      </p:sp>
      <p:sp>
        <p:nvSpPr>
          <p:cNvPr id="76" name="TextBox 75"/>
          <p:cNvSpPr txBox="1"/>
          <p:nvPr/>
        </p:nvSpPr>
        <p:spPr>
          <a:xfrm>
            <a:off x="10025854" y="3892571"/>
            <a:ext cx="362600" cy="523220"/>
          </a:xfrm>
          <a:prstGeom prst="rect">
            <a:avLst/>
          </a:prstGeom>
          <a:noFill/>
        </p:spPr>
        <p:txBody>
          <a:bodyPr wrap="none" rtlCol="0">
            <a:spAutoFit/>
          </a:bodyPr>
          <a:lstStyle/>
          <a:p>
            <a:r>
              <a:rPr lang="en-US" sz="2800" dirty="0">
                <a:solidFill>
                  <a:srgbClr val="C00000"/>
                </a:solidFill>
              </a:rPr>
              <a:t>d</a:t>
            </a:r>
          </a:p>
        </p:txBody>
      </p:sp>
      <p:sp>
        <p:nvSpPr>
          <p:cNvPr id="77" name="TextBox 76"/>
          <p:cNvSpPr txBox="1"/>
          <p:nvPr/>
        </p:nvSpPr>
        <p:spPr>
          <a:xfrm>
            <a:off x="6768753" y="2662749"/>
            <a:ext cx="352982" cy="523220"/>
          </a:xfrm>
          <a:prstGeom prst="rect">
            <a:avLst/>
          </a:prstGeom>
          <a:noFill/>
        </p:spPr>
        <p:txBody>
          <a:bodyPr wrap="none" rtlCol="0">
            <a:spAutoFit/>
          </a:bodyPr>
          <a:lstStyle/>
          <a:p>
            <a:r>
              <a:rPr lang="en-US" sz="2800" dirty="0">
                <a:solidFill>
                  <a:srgbClr val="C00000"/>
                </a:solidFill>
              </a:rPr>
              <a:t>e</a:t>
            </a:r>
          </a:p>
        </p:txBody>
      </p:sp>
      <p:sp>
        <p:nvSpPr>
          <p:cNvPr id="78" name="TextBox 77"/>
          <p:cNvSpPr txBox="1"/>
          <p:nvPr/>
        </p:nvSpPr>
        <p:spPr>
          <a:xfrm>
            <a:off x="10021111" y="2664324"/>
            <a:ext cx="293670" cy="523220"/>
          </a:xfrm>
          <a:prstGeom prst="rect">
            <a:avLst/>
          </a:prstGeom>
          <a:noFill/>
        </p:spPr>
        <p:txBody>
          <a:bodyPr wrap="none" rtlCol="0">
            <a:spAutoFit/>
          </a:bodyPr>
          <a:lstStyle/>
          <a:p>
            <a:r>
              <a:rPr lang="en-US" sz="2800" dirty="0">
                <a:solidFill>
                  <a:srgbClr val="C00000"/>
                </a:solidFill>
              </a:rPr>
              <a:t>f</a:t>
            </a:r>
          </a:p>
        </p:txBody>
      </p:sp>
      <p:sp>
        <p:nvSpPr>
          <p:cNvPr id="79" name="TextBox 78"/>
          <p:cNvSpPr txBox="1"/>
          <p:nvPr/>
        </p:nvSpPr>
        <p:spPr>
          <a:xfrm>
            <a:off x="9999319" y="1620517"/>
            <a:ext cx="352982" cy="523220"/>
          </a:xfrm>
          <a:prstGeom prst="rect">
            <a:avLst/>
          </a:prstGeom>
          <a:noFill/>
        </p:spPr>
        <p:txBody>
          <a:bodyPr wrap="none" rtlCol="0">
            <a:spAutoFit/>
          </a:bodyPr>
          <a:lstStyle/>
          <a:p>
            <a:r>
              <a:rPr lang="en-US" sz="2800" dirty="0">
                <a:solidFill>
                  <a:srgbClr val="C00000"/>
                </a:solidFill>
              </a:rPr>
              <a:t>g</a:t>
            </a:r>
          </a:p>
        </p:txBody>
      </p:sp>
      <p:sp>
        <p:nvSpPr>
          <p:cNvPr id="80" name="TextBox 79"/>
          <p:cNvSpPr txBox="1"/>
          <p:nvPr/>
        </p:nvSpPr>
        <p:spPr>
          <a:xfrm>
            <a:off x="6763937" y="1697477"/>
            <a:ext cx="357790" cy="523220"/>
          </a:xfrm>
          <a:prstGeom prst="rect">
            <a:avLst/>
          </a:prstGeom>
          <a:noFill/>
        </p:spPr>
        <p:txBody>
          <a:bodyPr wrap="none" rtlCol="0">
            <a:spAutoFit/>
          </a:bodyPr>
          <a:lstStyle/>
          <a:p>
            <a:r>
              <a:rPr lang="en-US" sz="2800" dirty="0">
                <a:solidFill>
                  <a:srgbClr val="C00000"/>
                </a:solidFill>
              </a:rPr>
              <a:t>h</a:t>
            </a:r>
          </a:p>
        </p:txBody>
      </p:sp>
      <p:sp>
        <p:nvSpPr>
          <p:cNvPr id="81" name="TextBox 80"/>
          <p:cNvSpPr txBox="1"/>
          <p:nvPr/>
        </p:nvSpPr>
        <p:spPr>
          <a:xfrm>
            <a:off x="8415699" y="1346192"/>
            <a:ext cx="340158" cy="523220"/>
          </a:xfrm>
          <a:prstGeom prst="rect">
            <a:avLst/>
          </a:prstGeom>
          <a:noFill/>
        </p:spPr>
        <p:txBody>
          <a:bodyPr wrap="none" rtlCol="0">
            <a:spAutoFit/>
          </a:bodyPr>
          <a:lstStyle/>
          <a:p>
            <a:r>
              <a:rPr lang="en-US" sz="2800" dirty="0">
                <a:solidFill>
                  <a:srgbClr val="C00000"/>
                </a:solidFill>
              </a:rPr>
              <a:t>x</a:t>
            </a:r>
          </a:p>
        </p:txBody>
      </p:sp>
      <p:sp>
        <p:nvSpPr>
          <p:cNvPr id="82" name="TextBox 81"/>
          <p:cNvSpPr txBox="1"/>
          <p:nvPr/>
        </p:nvSpPr>
        <p:spPr>
          <a:xfrm>
            <a:off x="8415699" y="2791809"/>
            <a:ext cx="346570" cy="523220"/>
          </a:xfrm>
          <a:prstGeom prst="rect">
            <a:avLst/>
          </a:prstGeom>
          <a:noFill/>
        </p:spPr>
        <p:txBody>
          <a:bodyPr wrap="none" rtlCol="0">
            <a:spAutoFit/>
          </a:bodyPr>
          <a:lstStyle/>
          <a:p>
            <a:r>
              <a:rPr lang="en-US" sz="2800" dirty="0">
                <a:solidFill>
                  <a:srgbClr val="C00000"/>
                </a:solidFill>
              </a:rPr>
              <a:t>y</a:t>
            </a:r>
          </a:p>
        </p:txBody>
      </p:sp>
      <p:sp>
        <p:nvSpPr>
          <p:cNvPr id="83" name="TextBox 82"/>
          <p:cNvSpPr txBox="1"/>
          <p:nvPr/>
        </p:nvSpPr>
        <p:spPr>
          <a:xfrm>
            <a:off x="8446177" y="4273278"/>
            <a:ext cx="325730" cy="523220"/>
          </a:xfrm>
          <a:prstGeom prst="rect">
            <a:avLst/>
          </a:prstGeom>
          <a:noFill/>
        </p:spPr>
        <p:txBody>
          <a:bodyPr wrap="none" rtlCol="0">
            <a:spAutoFit/>
          </a:bodyPr>
          <a:lstStyle/>
          <a:p>
            <a:r>
              <a:rPr lang="en-US" sz="2800" dirty="0">
                <a:solidFill>
                  <a:srgbClr val="C00000"/>
                </a:solidFill>
              </a:rPr>
              <a:t>z</a:t>
            </a:r>
          </a:p>
        </p:txBody>
      </p:sp>
      <p:sp>
        <p:nvSpPr>
          <p:cNvPr id="84" name="Oval 83"/>
          <p:cNvSpPr/>
          <p:nvPr/>
        </p:nvSpPr>
        <p:spPr>
          <a:xfrm>
            <a:off x="8382001" y="2513622"/>
            <a:ext cx="389906" cy="488658"/>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5" name="Oval 84"/>
          <p:cNvSpPr/>
          <p:nvPr/>
        </p:nvSpPr>
        <p:spPr>
          <a:xfrm>
            <a:off x="8382001" y="3892571"/>
            <a:ext cx="389906" cy="488658"/>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637442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9" presetClass="emph" presetSubtype="0" fill="hold" grpId="0" nodeType="clickEffect">
                                  <p:stCondLst>
                                    <p:cond delay="0"/>
                                  </p:stCondLst>
                                  <p:childTnLst>
                                    <p:animClr clrSpc="rgb" dir="cw">
                                      <p:cBhvr override="childStyle">
                                        <p:cTn id="11" dur="500" fill="hold"/>
                                        <p:tgtEl>
                                          <p:spTgt spid="62"/>
                                        </p:tgtEl>
                                        <p:attrNameLst>
                                          <p:attrName>style.color</p:attrName>
                                        </p:attrNameLst>
                                      </p:cBhvr>
                                      <p:to>
                                        <a:srgbClr val="FFFF00"/>
                                      </p:to>
                                    </p:animClr>
                                    <p:animClr clrSpc="rgb" dir="cw">
                                      <p:cBhvr>
                                        <p:cTn id="12" dur="500" fill="hold"/>
                                        <p:tgtEl>
                                          <p:spTgt spid="62"/>
                                        </p:tgtEl>
                                        <p:attrNameLst>
                                          <p:attrName>fillcolor</p:attrName>
                                        </p:attrNameLst>
                                      </p:cBhvr>
                                      <p:to>
                                        <a:srgbClr val="FFFF00"/>
                                      </p:to>
                                    </p:animClr>
                                    <p:set>
                                      <p:cBhvr>
                                        <p:cTn id="13" dur="500" fill="hold"/>
                                        <p:tgtEl>
                                          <p:spTgt spid="62"/>
                                        </p:tgtEl>
                                        <p:attrNameLst>
                                          <p:attrName>fill.type</p:attrName>
                                        </p:attrNameLst>
                                      </p:cBhvr>
                                      <p:to>
                                        <p:strVal val="solid"/>
                                      </p:to>
                                    </p:set>
                                    <p:set>
                                      <p:cBhvr>
                                        <p:cTn id="14" dur="500" fill="hold"/>
                                        <p:tgtEl>
                                          <p:spTgt spid="62"/>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9" presetClass="emph" presetSubtype="0" fill="hold" grpId="0" nodeType="clickEffect">
                                  <p:stCondLst>
                                    <p:cond delay="0"/>
                                  </p:stCondLst>
                                  <p:childTnLst>
                                    <p:animClr clrSpc="rgb" dir="cw">
                                      <p:cBhvr override="childStyle">
                                        <p:cTn id="18" dur="500" fill="hold"/>
                                        <p:tgtEl>
                                          <p:spTgt spid="71"/>
                                        </p:tgtEl>
                                        <p:attrNameLst>
                                          <p:attrName>style.color</p:attrName>
                                        </p:attrNameLst>
                                      </p:cBhvr>
                                      <p:to>
                                        <a:schemeClr val="accent2"/>
                                      </p:to>
                                    </p:animClr>
                                    <p:animClr clrSpc="rgb" dir="cw">
                                      <p:cBhvr>
                                        <p:cTn id="19" dur="500" fill="hold"/>
                                        <p:tgtEl>
                                          <p:spTgt spid="71"/>
                                        </p:tgtEl>
                                        <p:attrNameLst>
                                          <p:attrName>fillcolor</p:attrName>
                                        </p:attrNameLst>
                                      </p:cBhvr>
                                      <p:to>
                                        <a:schemeClr val="accent2"/>
                                      </p:to>
                                    </p:animClr>
                                    <p:set>
                                      <p:cBhvr>
                                        <p:cTn id="20" dur="500" fill="hold"/>
                                        <p:tgtEl>
                                          <p:spTgt spid="71"/>
                                        </p:tgtEl>
                                        <p:attrNameLst>
                                          <p:attrName>fill.type</p:attrName>
                                        </p:attrNameLst>
                                      </p:cBhvr>
                                      <p:to>
                                        <p:strVal val="solid"/>
                                      </p:to>
                                    </p:set>
                                    <p:set>
                                      <p:cBhvr>
                                        <p:cTn id="21" dur="500" fill="hold"/>
                                        <p:tgtEl>
                                          <p:spTgt spid="71"/>
                                        </p:tgtEl>
                                        <p:attrNameLst>
                                          <p:attrName>fill.on</p:attrName>
                                        </p:attrNameLst>
                                      </p:cBhvr>
                                      <p:to>
                                        <p:strVal val="true"/>
                                      </p:to>
                                    </p:set>
                                  </p:childTnLst>
                                </p:cTn>
                              </p:par>
                              <p:par>
                                <p:cTn id="22" presetID="19" presetClass="emph" presetSubtype="0" fill="hold" grpId="0" nodeType="withEffect">
                                  <p:stCondLst>
                                    <p:cond delay="0"/>
                                  </p:stCondLst>
                                  <p:childTnLst>
                                    <p:animClr clrSpc="rgb" dir="cw">
                                      <p:cBhvr override="childStyle">
                                        <p:cTn id="23" dur="500" fill="hold"/>
                                        <p:tgtEl>
                                          <p:spTgt spid="68"/>
                                        </p:tgtEl>
                                        <p:attrNameLst>
                                          <p:attrName>style.color</p:attrName>
                                        </p:attrNameLst>
                                      </p:cBhvr>
                                      <p:to>
                                        <a:schemeClr val="accent2"/>
                                      </p:to>
                                    </p:animClr>
                                    <p:animClr clrSpc="rgb" dir="cw">
                                      <p:cBhvr>
                                        <p:cTn id="24" dur="500" fill="hold"/>
                                        <p:tgtEl>
                                          <p:spTgt spid="68"/>
                                        </p:tgtEl>
                                        <p:attrNameLst>
                                          <p:attrName>fillcolor</p:attrName>
                                        </p:attrNameLst>
                                      </p:cBhvr>
                                      <p:to>
                                        <a:schemeClr val="accent2"/>
                                      </p:to>
                                    </p:animClr>
                                    <p:set>
                                      <p:cBhvr>
                                        <p:cTn id="25" dur="500" fill="hold"/>
                                        <p:tgtEl>
                                          <p:spTgt spid="68"/>
                                        </p:tgtEl>
                                        <p:attrNameLst>
                                          <p:attrName>fill.type</p:attrName>
                                        </p:attrNameLst>
                                      </p:cBhvr>
                                      <p:to>
                                        <p:strVal val="solid"/>
                                      </p:to>
                                    </p:set>
                                    <p:set>
                                      <p:cBhvr>
                                        <p:cTn id="26" dur="500" fill="hold"/>
                                        <p:tgtEl>
                                          <p:spTgt spid="68"/>
                                        </p:tgtEl>
                                        <p:attrNameLst>
                                          <p:attrName>fill.on</p:attrName>
                                        </p:attrNameLst>
                                      </p:cBhvr>
                                      <p:to>
                                        <p:strVal val="true"/>
                                      </p:to>
                                    </p:set>
                                  </p:childTnLst>
                                </p:cTn>
                              </p:par>
                            </p:childTnLst>
                          </p:cTn>
                        </p:par>
                        <p:par>
                          <p:cTn id="27" fill="hold">
                            <p:stCondLst>
                              <p:cond delay="500"/>
                            </p:stCondLst>
                            <p:childTnLst>
                              <p:par>
                                <p:cTn id="28" presetID="22" presetClass="entr" presetSubtype="4" fill="hold" grpId="0" nodeType="afterEffect">
                                  <p:stCondLst>
                                    <p:cond delay="0"/>
                                  </p:stCondLst>
                                  <p:childTnLst>
                                    <p:set>
                                      <p:cBhvr>
                                        <p:cTn id="29" dur="1" fill="hold">
                                          <p:stCondLst>
                                            <p:cond delay="0"/>
                                          </p:stCondLst>
                                        </p:cTn>
                                        <p:tgtEl>
                                          <p:spTgt spid="84"/>
                                        </p:tgtEl>
                                        <p:attrNameLst>
                                          <p:attrName>style.visibility</p:attrName>
                                        </p:attrNameLst>
                                      </p:cBhvr>
                                      <p:to>
                                        <p:strVal val="visible"/>
                                      </p:to>
                                    </p:set>
                                    <p:animEffect transition="in" filter="wipe(down)">
                                      <p:cBhvr>
                                        <p:cTn id="30" dur="500"/>
                                        <p:tgtEl>
                                          <p:spTgt spid="84"/>
                                        </p:tgtEl>
                                      </p:cBhvr>
                                    </p:animEffec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grpId="0" nodeType="clickEffect">
                                  <p:stCondLst>
                                    <p:cond delay="0"/>
                                  </p:stCondLst>
                                  <p:childTnLst>
                                    <p:animClr clrSpc="rgb" dir="cw">
                                      <p:cBhvr override="childStyle">
                                        <p:cTn id="34" dur="500" fill="hold"/>
                                        <p:tgtEl>
                                          <p:spTgt spid="70"/>
                                        </p:tgtEl>
                                        <p:attrNameLst>
                                          <p:attrName>style.color</p:attrName>
                                        </p:attrNameLst>
                                      </p:cBhvr>
                                      <p:to>
                                        <a:srgbClr val="FFFF00"/>
                                      </p:to>
                                    </p:animClr>
                                    <p:animClr clrSpc="rgb" dir="cw">
                                      <p:cBhvr>
                                        <p:cTn id="35" dur="500" fill="hold"/>
                                        <p:tgtEl>
                                          <p:spTgt spid="70"/>
                                        </p:tgtEl>
                                        <p:attrNameLst>
                                          <p:attrName>fillcolor</p:attrName>
                                        </p:attrNameLst>
                                      </p:cBhvr>
                                      <p:to>
                                        <a:srgbClr val="FFFF00"/>
                                      </p:to>
                                    </p:animClr>
                                    <p:set>
                                      <p:cBhvr>
                                        <p:cTn id="36" dur="500" fill="hold"/>
                                        <p:tgtEl>
                                          <p:spTgt spid="70"/>
                                        </p:tgtEl>
                                        <p:attrNameLst>
                                          <p:attrName>fill.type</p:attrName>
                                        </p:attrNameLst>
                                      </p:cBhvr>
                                      <p:to>
                                        <p:strVal val="solid"/>
                                      </p:to>
                                    </p:set>
                                    <p:set>
                                      <p:cBhvr>
                                        <p:cTn id="37" dur="500" fill="hold"/>
                                        <p:tgtEl>
                                          <p:spTgt spid="70"/>
                                        </p:tgtEl>
                                        <p:attrNameLst>
                                          <p:attrName>fill.on</p:attrName>
                                        </p:attrNameLst>
                                      </p:cBhvr>
                                      <p:to>
                                        <p:strVal val="true"/>
                                      </p:to>
                                    </p:set>
                                  </p:childTnLst>
                                </p:cTn>
                              </p:par>
                            </p:childTnLst>
                          </p:cTn>
                        </p:par>
                      </p:childTnLst>
                    </p:cTn>
                  </p:par>
                  <p:par>
                    <p:cTn id="38" fill="hold">
                      <p:stCondLst>
                        <p:cond delay="indefinite"/>
                      </p:stCondLst>
                      <p:childTnLst>
                        <p:par>
                          <p:cTn id="39" fill="hold">
                            <p:stCondLst>
                              <p:cond delay="0"/>
                            </p:stCondLst>
                            <p:childTnLst>
                              <p:par>
                                <p:cTn id="40" presetID="19" presetClass="emph" presetSubtype="0" fill="hold" grpId="0" nodeType="clickEffect">
                                  <p:stCondLst>
                                    <p:cond delay="0"/>
                                  </p:stCondLst>
                                  <p:childTnLst>
                                    <p:animClr clrSpc="rgb" dir="cw">
                                      <p:cBhvr override="childStyle">
                                        <p:cTn id="41" dur="500" fill="hold"/>
                                        <p:tgtEl>
                                          <p:spTgt spid="72"/>
                                        </p:tgtEl>
                                        <p:attrNameLst>
                                          <p:attrName>style.color</p:attrName>
                                        </p:attrNameLst>
                                      </p:cBhvr>
                                      <p:to>
                                        <a:schemeClr val="accent2"/>
                                      </p:to>
                                    </p:animClr>
                                    <p:animClr clrSpc="rgb" dir="cw">
                                      <p:cBhvr>
                                        <p:cTn id="42" dur="500" fill="hold"/>
                                        <p:tgtEl>
                                          <p:spTgt spid="72"/>
                                        </p:tgtEl>
                                        <p:attrNameLst>
                                          <p:attrName>fillcolor</p:attrName>
                                        </p:attrNameLst>
                                      </p:cBhvr>
                                      <p:to>
                                        <a:schemeClr val="accent2"/>
                                      </p:to>
                                    </p:animClr>
                                    <p:set>
                                      <p:cBhvr>
                                        <p:cTn id="43" dur="500" fill="hold"/>
                                        <p:tgtEl>
                                          <p:spTgt spid="72"/>
                                        </p:tgtEl>
                                        <p:attrNameLst>
                                          <p:attrName>fill.type</p:attrName>
                                        </p:attrNameLst>
                                      </p:cBhvr>
                                      <p:to>
                                        <p:strVal val="solid"/>
                                      </p:to>
                                    </p:set>
                                    <p:set>
                                      <p:cBhvr>
                                        <p:cTn id="44" dur="500" fill="hold"/>
                                        <p:tgtEl>
                                          <p:spTgt spid="72"/>
                                        </p:tgtEl>
                                        <p:attrNameLst>
                                          <p:attrName>fill.on</p:attrName>
                                        </p:attrNameLst>
                                      </p:cBhvr>
                                      <p:to>
                                        <p:strVal val="true"/>
                                      </p:to>
                                    </p:set>
                                  </p:childTnLst>
                                </p:cTn>
                              </p:par>
                              <p:par>
                                <p:cTn id="45" presetID="19" presetClass="emph" presetSubtype="0" fill="hold" grpId="0" nodeType="withEffect">
                                  <p:stCondLst>
                                    <p:cond delay="0"/>
                                  </p:stCondLst>
                                  <p:childTnLst>
                                    <p:animClr clrSpc="rgb" dir="cw">
                                      <p:cBhvr override="childStyle">
                                        <p:cTn id="46" dur="500" fill="hold"/>
                                        <p:tgtEl>
                                          <p:spTgt spid="64"/>
                                        </p:tgtEl>
                                        <p:attrNameLst>
                                          <p:attrName>style.color</p:attrName>
                                        </p:attrNameLst>
                                      </p:cBhvr>
                                      <p:to>
                                        <a:schemeClr val="accent2"/>
                                      </p:to>
                                    </p:animClr>
                                    <p:animClr clrSpc="rgb" dir="cw">
                                      <p:cBhvr>
                                        <p:cTn id="47" dur="500" fill="hold"/>
                                        <p:tgtEl>
                                          <p:spTgt spid="64"/>
                                        </p:tgtEl>
                                        <p:attrNameLst>
                                          <p:attrName>fillcolor</p:attrName>
                                        </p:attrNameLst>
                                      </p:cBhvr>
                                      <p:to>
                                        <a:schemeClr val="accent2"/>
                                      </p:to>
                                    </p:animClr>
                                    <p:set>
                                      <p:cBhvr>
                                        <p:cTn id="48" dur="500" fill="hold"/>
                                        <p:tgtEl>
                                          <p:spTgt spid="64"/>
                                        </p:tgtEl>
                                        <p:attrNameLst>
                                          <p:attrName>fill.type</p:attrName>
                                        </p:attrNameLst>
                                      </p:cBhvr>
                                      <p:to>
                                        <p:strVal val="solid"/>
                                      </p:to>
                                    </p:set>
                                    <p:set>
                                      <p:cBhvr>
                                        <p:cTn id="49" dur="500" fill="hold"/>
                                        <p:tgtEl>
                                          <p:spTgt spid="64"/>
                                        </p:tgtEl>
                                        <p:attrNameLst>
                                          <p:attrName>fill.on</p:attrName>
                                        </p:attrNameLst>
                                      </p:cBhvr>
                                      <p:to>
                                        <p:strVal val="true"/>
                                      </p:to>
                                    </p:set>
                                  </p:childTnLst>
                                </p:cTn>
                              </p:par>
                            </p:childTnLst>
                          </p:cTn>
                        </p:par>
                        <p:par>
                          <p:cTn id="50" fill="hold">
                            <p:stCondLst>
                              <p:cond delay="500"/>
                            </p:stCondLst>
                            <p:childTnLst>
                              <p:par>
                                <p:cTn id="51" presetID="22" presetClass="entr" presetSubtype="4" fill="hold" grpId="0" nodeType="afterEffect">
                                  <p:stCondLst>
                                    <p:cond delay="0"/>
                                  </p:stCondLst>
                                  <p:childTnLst>
                                    <p:set>
                                      <p:cBhvr>
                                        <p:cTn id="52" dur="1" fill="hold">
                                          <p:stCondLst>
                                            <p:cond delay="0"/>
                                          </p:stCondLst>
                                        </p:cTn>
                                        <p:tgtEl>
                                          <p:spTgt spid="85"/>
                                        </p:tgtEl>
                                        <p:attrNameLst>
                                          <p:attrName>style.visibility</p:attrName>
                                        </p:attrNameLst>
                                      </p:cBhvr>
                                      <p:to>
                                        <p:strVal val="visible"/>
                                      </p:to>
                                    </p:set>
                                    <p:animEffect transition="in" filter="wipe(down)">
                                      <p:cBhvr>
                                        <p:cTn id="53" dur="500"/>
                                        <p:tgtEl>
                                          <p:spTgt spid="85"/>
                                        </p:tgtEl>
                                      </p:cBhvr>
                                    </p:animEffect>
                                  </p:childTnLst>
                                </p:cTn>
                              </p:par>
                            </p:childTnLst>
                          </p:cTn>
                        </p:par>
                      </p:childTnLst>
                    </p:cTn>
                  </p:par>
                  <p:par>
                    <p:cTn id="54" fill="hold">
                      <p:stCondLst>
                        <p:cond delay="indefinite"/>
                      </p:stCondLst>
                      <p:childTnLst>
                        <p:par>
                          <p:cTn id="55" fill="hold">
                            <p:stCondLst>
                              <p:cond delay="0"/>
                            </p:stCondLst>
                            <p:childTnLst>
                              <p:par>
                                <p:cTn id="56" presetID="19" presetClass="emph" presetSubtype="0" fill="hold" grpId="0" nodeType="clickEffect">
                                  <p:stCondLst>
                                    <p:cond delay="0"/>
                                  </p:stCondLst>
                                  <p:childTnLst>
                                    <p:animClr clrSpc="rgb" dir="cw">
                                      <p:cBhvr override="childStyle">
                                        <p:cTn id="57" dur="500" fill="hold"/>
                                        <p:tgtEl>
                                          <p:spTgt spid="65"/>
                                        </p:tgtEl>
                                        <p:attrNameLst>
                                          <p:attrName>style.color</p:attrName>
                                        </p:attrNameLst>
                                      </p:cBhvr>
                                      <p:to>
                                        <a:srgbClr val="FFFF00"/>
                                      </p:to>
                                    </p:animClr>
                                    <p:animClr clrSpc="rgb" dir="cw">
                                      <p:cBhvr>
                                        <p:cTn id="58" dur="500" fill="hold"/>
                                        <p:tgtEl>
                                          <p:spTgt spid="65"/>
                                        </p:tgtEl>
                                        <p:attrNameLst>
                                          <p:attrName>fillcolor</p:attrName>
                                        </p:attrNameLst>
                                      </p:cBhvr>
                                      <p:to>
                                        <a:srgbClr val="FFFF00"/>
                                      </p:to>
                                    </p:animClr>
                                    <p:set>
                                      <p:cBhvr>
                                        <p:cTn id="59" dur="500" fill="hold"/>
                                        <p:tgtEl>
                                          <p:spTgt spid="65"/>
                                        </p:tgtEl>
                                        <p:attrNameLst>
                                          <p:attrName>fill.type</p:attrName>
                                        </p:attrNameLst>
                                      </p:cBhvr>
                                      <p:to>
                                        <p:strVal val="solid"/>
                                      </p:to>
                                    </p:set>
                                    <p:set>
                                      <p:cBhvr>
                                        <p:cTn id="60" dur="500" fill="hold"/>
                                        <p:tgtEl>
                                          <p:spTgt spid="65"/>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19" presetClass="emph" presetSubtype="0" fill="hold" grpId="0" nodeType="clickEffect">
                                  <p:stCondLst>
                                    <p:cond delay="0"/>
                                  </p:stCondLst>
                                  <p:childTnLst>
                                    <p:animClr clrSpc="rgb" dir="cw">
                                      <p:cBhvr override="childStyle">
                                        <p:cTn id="64" dur="500" fill="hold"/>
                                        <p:tgtEl>
                                          <p:spTgt spid="63"/>
                                        </p:tgtEl>
                                        <p:attrNameLst>
                                          <p:attrName>style.color</p:attrName>
                                        </p:attrNameLst>
                                      </p:cBhvr>
                                      <p:to>
                                        <a:schemeClr val="accent2"/>
                                      </p:to>
                                    </p:animClr>
                                    <p:animClr clrSpc="rgb" dir="cw">
                                      <p:cBhvr>
                                        <p:cTn id="65" dur="500" fill="hold"/>
                                        <p:tgtEl>
                                          <p:spTgt spid="63"/>
                                        </p:tgtEl>
                                        <p:attrNameLst>
                                          <p:attrName>fillcolor</p:attrName>
                                        </p:attrNameLst>
                                      </p:cBhvr>
                                      <p:to>
                                        <a:schemeClr val="accent2"/>
                                      </p:to>
                                    </p:animClr>
                                    <p:set>
                                      <p:cBhvr>
                                        <p:cTn id="66" dur="500" fill="hold"/>
                                        <p:tgtEl>
                                          <p:spTgt spid="63"/>
                                        </p:tgtEl>
                                        <p:attrNameLst>
                                          <p:attrName>fill.type</p:attrName>
                                        </p:attrNameLst>
                                      </p:cBhvr>
                                      <p:to>
                                        <p:strVal val="solid"/>
                                      </p:to>
                                    </p:set>
                                    <p:set>
                                      <p:cBhvr>
                                        <p:cTn id="67" dur="500" fill="hold"/>
                                        <p:tgtEl>
                                          <p:spTgt spid="63"/>
                                        </p:tgtEl>
                                        <p:attrNameLst>
                                          <p:attrName>fill.on</p:attrName>
                                        </p:attrNameLst>
                                      </p:cBhvr>
                                      <p:to>
                                        <p:strVal val="true"/>
                                      </p:to>
                                    </p:set>
                                  </p:childTnLst>
                                </p:cTn>
                              </p:par>
                              <p:par>
                                <p:cTn id="68" presetID="19" presetClass="emph" presetSubtype="0" fill="hold" grpId="0" nodeType="withEffect">
                                  <p:stCondLst>
                                    <p:cond delay="0"/>
                                  </p:stCondLst>
                                  <p:childTnLst>
                                    <p:animClr clrSpc="rgb" dir="cw">
                                      <p:cBhvr override="childStyle">
                                        <p:cTn id="69" dur="500" fill="hold"/>
                                        <p:tgtEl>
                                          <p:spTgt spid="67"/>
                                        </p:tgtEl>
                                        <p:attrNameLst>
                                          <p:attrName>style.color</p:attrName>
                                        </p:attrNameLst>
                                      </p:cBhvr>
                                      <p:to>
                                        <a:schemeClr val="accent2"/>
                                      </p:to>
                                    </p:animClr>
                                    <p:animClr clrSpc="rgb" dir="cw">
                                      <p:cBhvr>
                                        <p:cTn id="70" dur="500" fill="hold"/>
                                        <p:tgtEl>
                                          <p:spTgt spid="67"/>
                                        </p:tgtEl>
                                        <p:attrNameLst>
                                          <p:attrName>fillcolor</p:attrName>
                                        </p:attrNameLst>
                                      </p:cBhvr>
                                      <p:to>
                                        <a:schemeClr val="accent2"/>
                                      </p:to>
                                    </p:animClr>
                                    <p:set>
                                      <p:cBhvr>
                                        <p:cTn id="71" dur="500" fill="hold"/>
                                        <p:tgtEl>
                                          <p:spTgt spid="67"/>
                                        </p:tgtEl>
                                        <p:attrNameLst>
                                          <p:attrName>fill.type</p:attrName>
                                        </p:attrNameLst>
                                      </p:cBhvr>
                                      <p:to>
                                        <p:strVal val="solid"/>
                                      </p:to>
                                    </p:set>
                                    <p:set>
                                      <p:cBhvr>
                                        <p:cTn id="72" dur="500" fill="hold"/>
                                        <p:tgtEl>
                                          <p:spTgt spid="67"/>
                                        </p:tgtEl>
                                        <p:attrNameLst>
                                          <p:attrName>fill.on</p:attrName>
                                        </p:attrNameLst>
                                      </p:cBhvr>
                                      <p:to>
                                        <p:strVal val="true"/>
                                      </p:to>
                                    </p:set>
                                  </p:childTnLst>
                                </p:cTn>
                              </p:par>
                              <p:par>
                                <p:cTn id="73" presetID="19" presetClass="emph" presetSubtype="0" fill="hold" grpId="0" nodeType="withEffect">
                                  <p:stCondLst>
                                    <p:cond delay="0"/>
                                  </p:stCondLst>
                                  <p:childTnLst>
                                    <p:animClr clrSpc="rgb" dir="cw">
                                      <p:cBhvr override="childStyle">
                                        <p:cTn id="74" dur="500" fill="hold"/>
                                        <p:tgtEl>
                                          <p:spTgt spid="66"/>
                                        </p:tgtEl>
                                        <p:attrNameLst>
                                          <p:attrName>style.color</p:attrName>
                                        </p:attrNameLst>
                                      </p:cBhvr>
                                      <p:to>
                                        <a:schemeClr val="accent2"/>
                                      </p:to>
                                    </p:animClr>
                                    <p:animClr clrSpc="rgb" dir="cw">
                                      <p:cBhvr>
                                        <p:cTn id="75" dur="500" fill="hold"/>
                                        <p:tgtEl>
                                          <p:spTgt spid="66"/>
                                        </p:tgtEl>
                                        <p:attrNameLst>
                                          <p:attrName>fillcolor</p:attrName>
                                        </p:attrNameLst>
                                      </p:cBhvr>
                                      <p:to>
                                        <a:schemeClr val="accent2"/>
                                      </p:to>
                                    </p:animClr>
                                    <p:set>
                                      <p:cBhvr>
                                        <p:cTn id="76" dur="500" fill="hold"/>
                                        <p:tgtEl>
                                          <p:spTgt spid="66"/>
                                        </p:tgtEl>
                                        <p:attrNameLst>
                                          <p:attrName>fill.type</p:attrName>
                                        </p:attrNameLst>
                                      </p:cBhvr>
                                      <p:to>
                                        <p:strVal val="solid"/>
                                      </p:to>
                                    </p:set>
                                    <p:set>
                                      <p:cBhvr>
                                        <p:cTn id="77" dur="500" fill="hold"/>
                                        <p:tgtEl>
                                          <p:spTgt spid="66"/>
                                        </p:tgtEl>
                                        <p:attrNameLst>
                                          <p:attrName>fill.on</p:attrName>
                                        </p:attrNameLst>
                                      </p:cBhvr>
                                      <p:to>
                                        <p:strVal val="true"/>
                                      </p:to>
                                    </p:set>
                                  </p:childTnLst>
                                </p:cTn>
                              </p:par>
                              <p:par>
                                <p:cTn id="78" presetID="19" presetClass="emph" presetSubtype="0" fill="hold" grpId="0" nodeType="withEffect">
                                  <p:stCondLst>
                                    <p:cond delay="0"/>
                                  </p:stCondLst>
                                  <p:childTnLst>
                                    <p:animClr clrSpc="rgb" dir="cw">
                                      <p:cBhvr override="childStyle">
                                        <p:cTn id="79" dur="500" fill="hold"/>
                                        <p:tgtEl>
                                          <p:spTgt spid="69"/>
                                        </p:tgtEl>
                                        <p:attrNameLst>
                                          <p:attrName>style.color</p:attrName>
                                        </p:attrNameLst>
                                      </p:cBhvr>
                                      <p:to>
                                        <a:schemeClr val="accent2"/>
                                      </p:to>
                                    </p:animClr>
                                    <p:animClr clrSpc="rgb" dir="cw">
                                      <p:cBhvr>
                                        <p:cTn id="80" dur="500" fill="hold"/>
                                        <p:tgtEl>
                                          <p:spTgt spid="69"/>
                                        </p:tgtEl>
                                        <p:attrNameLst>
                                          <p:attrName>fillcolor</p:attrName>
                                        </p:attrNameLst>
                                      </p:cBhvr>
                                      <p:to>
                                        <a:schemeClr val="accent2"/>
                                      </p:to>
                                    </p:animClr>
                                    <p:set>
                                      <p:cBhvr>
                                        <p:cTn id="81" dur="500" fill="hold"/>
                                        <p:tgtEl>
                                          <p:spTgt spid="69"/>
                                        </p:tgtEl>
                                        <p:attrNameLst>
                                          <p:attrName>fill.type</p:attrName>
                                        </p:attrNameLst>
                                      </p:cBhvr>
                                      <p:to>
                                        <p:strVal val="solid"/>
                                      </p:to>
                                    </p:set>
                                    <p:set>
                                      <p:cBhvr>
                                        <p:cTn id="82" dur="500" fill="hold"/>
                                        <p:tgtEl>
                                          <p:spTgt spid="6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84" grpId="0" animBg="1"/>
      <p:bldP spid="8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Can Two Vertices Dominate the Graph?</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a:lnSpc>
                    <a:spcPct val="150000"/>
                  </a:lnSpc>
                </a:pPr>
                <a:r>
                  <a:rPr lang="en-US" dirty="0"/>
                  <a:t>Order of the graph: </a:t>
                </a:r>
                <a14:m>
                  <m:oMath xmlns:m="http://schemas.openxmlformats.org/officeDocument/2006/math">
                    <m:d>
                      <m:dPr>
                        <m:begChr m:val="|"/>
                        <m:endChr m:val="|"/>
                        <m:ctrlPr>
                          <a:rPr lang="en-US" b="0" i="1" dirty="0" smtClean="0">
                            <a:latin typeface="Cambria Math" panose="02040503050406030204" pitchFamily="18" charset="0"/>
                          </a:rPr>
                        </m:ctrlPr>
                      </m:dPr>
                      <m:e>
                        <m:r>
                          <m:rPr>
                            <m:sty m:val="p"/>
                          </m:rPr>
                          <a:rPr lang="en-US" i="0" dirty="0">
                            <a:latin typeface="Cambria Math" panose="02040503050406030204" pitchFamily="18" charset="0"/>
                          </a:rPr>
                          <m:t>V</m:t>
                        </m:r>
                        <m:r>
                          <a:rPr lang="en-US" i="0" dirty="0">
                            <a:latin typeface="Cambria Math" panose="02040503050406030204" pitchFamily="18" charset="0"/>
                          </a:rPr>
                          <m:t>(</m:t>
                        </m:r>
                        <m:r>
                          <m:rPr>
                            <m:sty m:val="p"/>
                          </m:rPr>
                          <a:rPr lang="en-US" i="0" dirty="0">
                            <a:latin typeface="Cambria Math" panose="02040503050406030204" pitchFamily="18" charset="0"/>
                          </a:rPr>
                          <m:t>G</m:t>
                        </m:r>
                        <m:r>
                          <a:rPr lang="en-US" i="0" dirty="0">
                            <a:latin typeface="Cambria Math" panose="02040503050406030204" pitchFamily="18" charset="0"/>
                          </a:rPr>
                          <m:t>)</m:t>
                        </m:r>
                      </m:e>
                    </m:d>
                    <m:r>
                      <a:rPr lang="en-US" b="0" i="0" dirty="0" smtClean="0">
                        <a:latin typeface="Cambria Math" panose="02040503050406030204" pitchFamily="18" charset="0"/>
                      </a:rPr>
                      <m:t>=</m:t>
                    </m:r>
                    <m:r>
                      <a:rPr lang="en-US" i="0" dirty="0" smtClean="0">
                        <a:latin typeface="Cambria Math" panose="02040503050406030204" pitchFamily="18" charset="0"/>
                      </a:rPr>
                      <m:t>11</m:t>
                    </m:r>
                  </m:oMath>
                </a14:m>
                <a:r>
                  <a:rPr lang="en-US" dirty="0"/>
                  <a:t>.</a:t>
                </a:r>
              </a:p>
              <a:p>
                <a:pPr>
                  <a:lnSpc>
                    <a:spcPct val="150000"/>
                  </a:lnSpc>
                </a:pPr>
                <a:r>
                  <a:rPr lang="en-US" dirty="0"/>
                  <a:t>Maximum degree of any vertex:</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Δ</m:t>
                    </m:r>
                    <m:r>
                      <a:rPr lang="en-US" i="0" dirty="0" smtClean="0">
                        <a:latin typeface="Cambria Math" panose="02040503050406030204" pitchFamily="18" charset="0"/>
                      </a:rPr>
                      <m:t>(</m:t>
                    </m:r>
                    <m:r>
                      <m:rPr>
                        <m:sty m:val="p"/>
                      </m:rPr>
                      <a:rPr lang="en-US" i="0" dirty="0" smtClean="0">
                        <a:latin typeface="Cambria Math" panose="02040503050406030204" pitchFamily="18" charset="0"/>
                      </a:rPr>
                      <m:t>G</m:t>
                    </m:r>
                    <m:r>
                      <a:rPr lang="en-US" i="0" dirty="0">
                        <a:latin typeface="Cambria Math" panose="02040503050406030204" pitchFamily="18" charset="0"/>
                      </a:rPr>
                      <m:t>)=</m:t>
                    </m:r>
                    <m:r>
                      <a:rPr lang="en-US" i="0" dirty="0" smtClean="0">
                        <a:latin typeface="Cambria Math" panose="02040503050406030204" pitchFamily="18" charset="0"/>
                      </a:rPr>
                      <m:t>4</m:t>
                    </m:r>
                  </m:oMath>
                </a14:m>
                <a:r>
                  <a:rPr lang="en-US" dirty="0"/>
                  <a:t>. </a:t>
                </a:r>
              </a:p>
              <a:p>
                <a:pPr>
                  <a:lnSpc>
                    <a:spcPct val="150000"/>
                  </a:lnSpc>
                </a:pPr>
                <a:r>
                  <a:rPr lang="en-US" dirty="0"/>
                  <a:t>Hence, one vertex can dominate at most:</a:t>
                </a:r>
                <a14:m>
                  <m:oMath xmlns:m="http://schemas.openxmlformats.org/officeDocument/2006/math">
                    <m:r>
                      <a:rPr lang="en-US" i="0" dirty="0" smtClean="0">
                        <a:latin typeface="Cambria Math" panose="02040503050406030204" pitchFamily="18" charset="0"/>
                      </a:rPr>
                      <m:t> 1+4=5</m:t>
                    </m:r>
                  </m:oMath>
                </a14:m>
                <a:r>
                  <a:rPr lang="en-US" dirty="0"/>
                  <a:t> vertices.</a:t>
                </a:r>
              </a:p>
              <a:p>
                <a:pPr>
                  <a:lnSpc>
                    <a:spcPct val="150000"/>
                  </a:lnSpc>
                </a:pPr>
                <a:r>
                  <a:rPr lang="en-US" dirty="0"/>
                  <a:t>Therefore, two vertices can dominate at most:</a:t>
                </a:r>
                <a14:m>
                  <m:oMath xmlns:m="http://schemas.openxmlformats.org/officeDocument/2006/math">
                    <m:r>
                      <a:rPr lang="en-US" i="0" dirty="0" smtClean="0">
                        <a:latin typeface="Cambria Math" panose="02040503050406030204" pitchFamily="18" charset="0"/>
                      </a:rPr>
                      <m:t> 5+5=10</m:t>
                    </m:r>
                  </m:oMath>
                </a14:m>
                <a:r>
                  <a:rPr lang="en-US" dirty="0"/>
                  <a:t> vertices.</a:t>
                </a:r>
              </a:p>
              <a:p>
                <a:pPr>
                  <a:lnSpc>
                    <a:spcPct val="150000"/>
                  </a:lnSpc>
                </a:pPr>
                <a:r>
                  <a:rPr lang="en-US" dirty="0"/>
                  <a:t>But the graph has: 11 vertices. So, two vertices are not sufficient.</a:t>
                </a:r>
              </a:p>
              <a:p>
                <a:pPr>
                  <a:lnSpc>
                    <a:spcPct val="150000"/>
                  </a:lnSpc>
                </a:pPr>
                <a:r>
                  <a:rPr lang="en-US" dirty="0"/>
                  <a:t>Hence,</a:t>
                </a:r>
                <a14:m>
                  <m:oMath xmlns:m="http://schemas.openxmlformats.org/officeDocument/2006/math">
                    <m:r>
                      <a:rPr lang="en-US" i="0" dirty="0" smtClean="0">
                        <a:latin typeface="Cambria Math" panose="02040503050406030204" pitchFamily="18" charset="0"/>
                      </a:rPr>
                      <m:t> </m:t>
                    </m:r>
                    <m:r>
                      <a:rPr lang="en-US" b="0" i="0" dirty="0" smtClean="0">
                        <a:latin typeface="Cambria Math" panose="02040503050406030204" pitchFamily="18" charset="0"/>
                      </a:rPr>
                      <m:t> </m:t>
                    </m:r>
                    <m:r>
                      <m:rPr>
                        <m:sty m:val="p"/>
                      </m:rPr>
                      <a:rPr lang="en-US" i="0" dirty="0" smtClean="0">
                        <a:latin typeface="Cambria Math" panose="02040503050406030204" pitchFamily="18" charset="0"/>
                      </a:rPr>
                      <m:t>γ</m:t>
                    </m:r>
                    <m:r>
                      <a:rPr lang="en-US" i="0" dirty="0" smtClean="0">
                        <a:latin typeface="Cambria Math" panose="02040503050406030204" pitchFamily="18" charset="0"/>
                      </a:rPr>
                      <m:t>(</m:t>
                    </m:r>
                    <m:r>
                      <m:rPr>
                        <m:sty m:val="p"/>
                      </m:rPr>
                      <a:rPr lang="en-US" i="0" dirty="0" smtClean="0">
                        <a:latin typeface="Cambria Math" panose="02040503050406030204" pitchFamily="18" charset="0"/>
                      </a:rPr>
                      <m:t>G</m:t>
                    </m:r>
                    <m:r>
                      <a:rPr lang="en-US" i="0" dirty="0">
                        <a:latin typeface="Cambria Math" panose="02040503050406030204" pitchFamily="18" charset="0"/>
                      </a:rPr>
                      <m:t>)&gt;</m:t>
                    </m:r>
                    <m:r>
                      <a:rPr lang="en-US" i="0" dirty="0" smtClean="0">
                        <a:latin typeface="Cambria Math" panose="02040503050406030204" pitchFamily="18" charset="0"/>
                      </a:rPr>
                      <m:t>2</m:t>
                    </m:r>
                  </m:oMath>
                </a14:m>
                <a:r>
                  <a:rPr lang="en-US" dirty="0"/>
                  <a:t>.</a:t>
                </a:r>
              </a:p>
              <a:p>
                <a:pPr>
                  <a:lnSpc>
                    <a:spcPct val="150000"/>
                  </a:lnSpc>
                </a:pPr>
                <a:r>
                  <a:rPr lang="en-US" b="1" dirty="0"/>
                  <a:t>Since: </a:t>
                </a:r>
                <a14:m>
                  <m:oMath xmlns:m="http://schemas.openxmlformats.org/officeDocument/2006/math">
                    <m:r>
                      <a:rPr lang="el-GR" b="1" i="1" dirty="0">
                        <a:latin typeface="Cambria Math" panose="02040503050406030204" pitchFamily="18" charset="0"/>
                      </a:rPr>
                      <m:t>𝛄</m:t>
                    </m:r>
                    <m:r>
                      <a:rPr lang="el-GR" b="1" dirty="0">
                        <a:latin typeface="Cambria Math" panose="02040503050406030204" pitchFamily="18" charset="0"/>
                      </a:rPr>
                      <m:t>(</m:t>
                    </m:r>
                    <m:r>
                      <a:rPr lang="en-US" b="1" i="1" dirty="0">
                        <a:latin typeface="Cambria Math" panose="02040503050406030204" pitchFamily="18" charset="0"/>
                      </a:rPr>
                      <m:t>𝐆</m:t>
                    </m:r>
                    <m:r>
                      <a:rPr lang="en-US" b="1" dirty="0">
                        <a:latin typeface="Cambria Math" panose="02040503050406030204" pitchFamily="18" charset="0"/>
                      </a:rPr>
                      <m:t>)≤</m:t>
                    </m:r>
                    <m:r>
                      <a:rPr lang="en-US" b="1" i="1" dirty="0">
                        <a:latin typeface="Cambria Math" panose="02040503050406030204" pitchFamily="18" charset="0"/>
                      </a:rPr>
                      <m:t>𝟑</m:t>
                    </m:r>
                  </m:oMath>
                </a14:m>
                <a:r>
                  <a:rPr lang="en-US" b="1" dirty="0"/>
                  <a:t> and </a:t>
                </a:r>
                <a14:m>
                  <m:oMath xmlns:m="http://schemas.openxmlformats.org/officeDocument/2006/math">
                    <m:r>
                      <a:rPr lang="el-GR" b="1" i="1" dirty="0">
                        <a:latin typeface="Cambria Math" panose="02040503050406030204" pitchFamily="18" charset="0"/>
                      </a:rPr>
                      <m:t>𝛄</m:t>
                    </m:r>
                    <m:r>
                      <a:rPr lang="el-GR" b="1" dirty="0">
                        <a:latin typeface="Cambria Math" panose="02040503050406030204" pitchFamily="18" charset="0"/>
                      </a:rPr>
                      <m:t>(</m:t>
                    </m:r>
                    <m:r>
                      <a:rPr lang="en-US" b="1" i="1" dirty="0">
                        <a:latin typeface="Cambria Math" panose="02040503050406030204" pitchFamily="18" charset="0"/>
                      </a:rPr>
                      <m:t>𝐆</m:t>
                    </m:r>
                    <m:r>
                      <a:rPr lang="en-US" b="1" dirty="0">
                        <a:latin typeface="Cambria Math" panose="02040503050406030204" pitchFamily="18" charset="0"/>
                      </a:rPr>
                      <m:t>)&gt;</m:t>
                    </m:r>
                    <m:r>
                      <a:rPr lang="en-US" b="1" i="1" dirty="0">
                        <a:latin typeface="Cambria Math" panose="02040503050406030204" pitchFamily="18" charset="0"/>
                      </a:rPr>
                      <m:t>𝟐</m:t>
                    </m:r>
                  </m:oMath>
                </a14:m>
                <a:r>
                  <a:rPr lang="en-US" b="1" dirty="0"/>
                  <a:t> therefore, </a:t>
                </a:r>
                <a14:m>
                  <m:oMath xmlns:m="http://schemas.openxmlformats.org/officeDocument/2006/math">
                    <m:r>
                      <a:rPr lang="el-GR" b="1" i="1" dirty="0">
                        <a:latin typeface="Cambria Math" panose="02040503050406030204" pitchFamily="18" charset="0"/>
                      </a:rPr>
                      <m:t>𝛄</m:t>
                    </m:r>
                    <m:r>
                      <a:rPr lang="el-GR" b="1" dirty="0">
                        <a:latin typeface="Cambria Math" panose="02040503050406030204" pitchFamily="18" charset="0"/>
                      </a:rPr>
                      <m:t>(</m:t>
                    </m:r>
                    <m:r>
                      <a:rPr lang="en-US" b="1" i="1" dirty="0">
                        <a:latin typeface="Cambria Math" panose="02040503050406030204" pitchFamily="18" charset="0"/>
                      </a:rPr>
                      <m:t>𝐆</m:t>
                    </m:r>
                    <m:r>
                      <a:rPr lang="en-US" b="1" dirty="0">
                        <a:latin typeface="Cambria Math" panose="02040503050406030204" pitchFamily="18" charset="0"/>
                      </a:rPr>
                      <m:t>)=</m:t>
                    </m:r>
                    <m:r>
                      <a:rPr lang="en-US" b="1" i="1" dirty="0">
                        <a:latin typeface="Cambria Math" panose="02040503050406030204" pitchFamily="18" charset="0"/>
                      </a:rPr>
                      <m:t>𝟑</m:t>
                    </m:r>
                  </m:oMath>
                </a14:m>
                <a:r>
                  <a:rPr lang="en-US" b="1" dirty="0"/>
                  <a:t>​.</a:t>
                </a:r>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l="-971"/>
                </a:stretch>
              </a:blipFill>
            </p:spPr>
            <p:txBody>
              <a:bodyPr/>
              <a:lstStyle/>
              <a:p>
                <a:r>
                  <a:rPr lang="en-US">
                    <a:noFill/>
                  </a:rPr>
                  <a:t> </a:t>
                </a:r>
              </a:p>
            </p:txBody>
          </p:sp>
        </mc:Fallback>
      </mc:AlternateContent>
    </p:spTree>
    <p:extLst>
      <p:ext uri="{BB962C8B-B14F-4D97-AF65-F5344CB8AC3E}">
        <p14:creationId xmlns:p14="http://schemas.microsoft.com/office/powerpoint/2010/main" val="145875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Remarks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31180" y="863444"/>
                <a:ext cx="11832219" cy="5524655"/>
              </a:xfrm>
            </p:spPr>
            <p:txBody>
              <a:bodyPr/>
              <a:lstStyle/>
              <a:p>
                <a:pPr lvl="0"/>
                <a:r>
                  <a:rPr lang="en-US" dirty="0"/>
                  <a:t>The vertex set</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V</m:t>
                    </m:r>
                    <m:r>
                      <a:rPr lang="en-US" i="0" dirty="0" smtClean="0">
                        <a:latin typeface="Cambria Math" panose="02040503050406030204" pitchFamily="18" charset="0"/>
                      </a:rPr>
                      <m:t>(</m:t>
                    </m:r>
                    <m:r>
                      <m:rPr>
                        <m:sty m:val="p"/>
                      </m:rPr>
                      <a:rPr lang="en-US" i="0" dirty="0" smtClean="0">
                        <a:latin typeface="Cambria Math" panose="02040503050406030204" pitchFamily="18" charset="0"/>
                      </a:rPr>
                      <m:t>G</m:t>
                    </m:r>
                    <m:r>
                      <a:rPr lang="en-US" i="0" dirty="0" smtClean="0">
                        <a:latin typeface="Cambria Math" panose="02040503050406030204" pitchFamily="18" charset="0"/>
                      </a:rPr>
                      <m:t>)</m:t>
                    </m:r>
                  </m:oMath>
                </a14:m>
                <a:r>
                  <a:rPr lang="en-US" dirty="0"/>
                  <a:t> is always a dominating set.</a:t>
                </a:r>
              </a:p>
              <a:p>
                <a:r>
                  <a:rPr lang="en-US" dirty="0"/>
                  <a:t>For every graph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G</m:t>
                    </m:r>
                  </m:oMath>
                </a14:m>
                <a:r>
                  <a:rPr lang="en-US" dirty="0"/>
                  <a:t>, </a:t>
                </a:r>
                <a14:m>
                  <m:oMath xmlns:m="http://schemas.openxmlformats.org/officeDocument/2006/math">
                    <m:r>
                      <a:rPr lang="en-US" i="0" dirty="0" smtClean="0">
                        <a:latin typeface="Cambria Math" panose="02040503050406030204" pitchFamily="18" charset="0"/>
                      </a:rPr>
                      <m:t>1≤</m:t>
                    </m:r>
                    <m:r>
                      <m:rPr>
                        <m:sty m:val="p"/>
                      </m:rPr>
                      <a:rPr lang="el-GR" i="0" dirty="0">
                        <a:latin typeface="Cambria Math" panose="02040503050406030204" pitchFamily="18" charset="0"/>
                      </a:rPr>
                      <m:t>γ</m:t>
                    </m:r>
                    <m:r>
                      <a:rPr lang="el-GR" i="0" dirty="0">
                        <a:latin typeface="Cambria Math" panose="02040503050406030204" pitchFamily="18" charset="0"/>
                      </a:rPr>
                      <m:t>(</m:t>
                    </m:r>
                    <m:r>
                      <m:rPr>
                        <m:sty m:val="p"/>
                      </m:rPr>
                      <a:rPr lang="en-US" i="0" dirty="0">
                        <a:latin typeface="Cambria Math" panose="02040503050406030204" pitchFamily="18" charset="0"/>
                      </a:rPr>
                      <m:t>G</m:t>
                    </m:r>
                    <m:r>
                      <a:rPr lang="en-US" i="0" dirty="0">
                        <a:latin typeface="Cambria Math" panose="02040503050406030204" pitchFamily="18" charset="0"/>
                      </a:rPr>
                      <m:t>)≤</m:t>
                    </m:r>
                    <m:r>
                      <m:rPr>
                        <m:sty m:val="p"/>
                      </m:rPr>
                      <a:rPr lang="en-US" i="0" dirty="0" smtClean="0">
                        <a:latin typeface="Cambria Math" panose="02040503050406030204" pitchFamily="18" charset="0"/>
                      </a:rPr>
                      <m:t>n</m:t>
                    </m:r>
                  </m:oMath>
                </a14:m>
                <a:r>
                  <a:rPr lang="en-US" dirty="0"/>
                  <a:t> where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i="0"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m:rPr>
                            <m:sty m:val="p"/>
                          </m:rPr>
                          <a:rPr lang="en-US" dirty="0">
                            <a:latin typeface="Cambria Math" panose="02040503050406030204" pitchFamily="18" charset="0"/>
                          </a:rPr>
                          <m:t>V</m:t>
                        </m:r>
                        <m:r>
                          <a:rPr lang="en-US" dirty="0">
                            <a:latin typeface="Cambria Math" panose="02040503050406030204" pitchFamily="18" charset="0"/>
                          </a:rPr>
                          <m:t>(</m:t>
                        </m:r>
                        <m:r>
                          <m:rPr>
                            <m:sty m:val="p"/>
                          </m:rPr>
                          <a:rPr lang="en-US" dirty="0">
                            <a:latin typeface="Cambria Math" panose="02040503050406030204" pitchFamily="18" charset="0"/>
                          </a:rPr>
                          <m:t>G</m:t>
                        </m:r>
                        <m:r>
                          <a:rPr lang="en-US" dirty="0">
                            <a:latin typeface="Cambria Math" panose="02040503050406030204" pitchFamily="18" charset="0"/>
                          </a:rPr>
                          <m:t>)</m:t>
                        </m:r>
                      </m:e>
                    </m:d>
                  </m:oMath>
                </a14:m>
                <a:r>
                  <a:rPr lang="en-US" dirty="0"/>
                  <a:t>.</a:t>
                </a:r>
              </a:p>
              <a:p>
                <a:pPr lvl="0"/>
                <a:r>
                  <a:rPr lang="en-US" dirty="0"/>
                  <a:t>A graph has domination number 1 </a:t>
                </a:r>
                <a:r>
                  <a:rPr lang="en-US" dirty="0" err="1"/>
                  <a:t>iff</a:t>
                </a:r>
                <a:r>
                  <a:rPr lang="en-US" dirty="0"/>
                  <a:t> it contains a vertex of degree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i="0" dirty="0" smtClean="0">
                        <a:latin typeface="Cambria Math" panose="02040503050406030204" pitchFamily="18" charset="0"/>
                      </a:rPr>
                      <m:t>−1</m:t>
                    </m:r>
                  </m:oMath>
                </a14:m>
                <a:r>
                  <a:rPr lang="en-US" dirty="0"/>
                  <a:t>.</a:t>
                </a:r>
                <a:endParaRPr lang="en-US" dirty="0">
                  <a:latin typeface="Cambria Math" panose="02040503050406030204" pitchFamily="18" charset="0"/>
                </a:endParaRPr>
              </a:p>
              <a:p>
                <a:pPr lvl="0"/>
                <a14:m>
                  <m:oMath xmlns:m="http://schemas.openxmlformats.org/officeDocument/2006/math">
                    <m:r>
                      <m:rPr>
                        <m:sty m:val="p"/>
                      </m:rPr>
                      <a:rPr lang="en-US">
                        <a:latin typeface="Cambria Math" panose="02040503050406030204" pitchFamily="18" charset="0"/>
                      </a:rPr>
                      <m:t>γ</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b="0" i="0" smtClean="0">
                                <a:latin typeface="Cambria Math" panose="02040503050406030204" pitchFamily="18" charset="0"/>
                              </a:rPr>
                              <m:t>P</m:t>
                            </m:r>
                          </m:e>
                          <m:sub>
                            <m:r>
                              <m:rPr>
                                <m:sty m:val="p"/>
                              </m:rPr>
                              <a:rPr lang="en-US">
                                <a:latin typeface="Cambria Math" panose="02040503050406030204" pitchFamily="18" charset="0"/>
                              </a:rPr>
                              <m:t>n</m:t>
                            </m:r>
                          </m:sub>
                        </m:sSub>
                      </m:e>
                    </m:d>
                    <m:r>
                      <a:rPr lang="en-US" b="0" i="0" smtClean="0">
                        <a:latin typeface="Cambria Math" panose="02040503050406030204" pitchFamily="18" charset="0"/>
                      </a:rPr>
                      <m:t>=</m:t>
                    </m:r>
                    <m:r>
                      <m:rPr>
                        <m:sty m:val="p"/>
                      </m:rPr>
                      <a:rPr lang="en-US">
                        <a:latin typeface="Cambria Math" panose="02040503050406030204" pitchFamily="18" charset="0"/>
                      </a:rPr>
                      <m:t>γ</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C</m:t>
                            </m:r>
                          </m:e>
                          <m:sub>
                            <m:r>
                              <m:rPr>
                                <m:sty m:val="p"/>
                              </m:rPr>
                              <a:rPr lang="en-US">
                                <a:latin typeface="Cambria Math" panose="02040503050406030204" pitchFamily="18" charset="0"/>
                              </a:rPr>
                              <m:t>n</m:t>
                            </m:r>
                          </m:sub>
                        </m:sSub>
                      </m:e>
                    </m:d>
                    <m:r>
                      <a:rPr lang="en-US">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i="1">
                                <a:latin typeface="Cambria Math" panose="02040503050406030204" pitchFamily="18" charset="0"/>
                              </a:rPr>
                            </m:ctrlPr>
                          </m:fPr>
                          <m:num>
                            <m:r>
                              <m:rPr>
                                <m:sty m:val="p"/>
                              </m:rPr>
                              <a:rPr lang="en-US">
                                <a:latin typeface="Cambria Math" panose="02040503050406030204" pitchFamily="18" charset="0"/>
                              </a:rPr>
                              <m:t>n</m:t>
                            </m:r>
                          </m:num>
                          <m:den>
                            <m:r>
                              <a:rPr lang="en-US">
                                <a:latin typeface="Cambria Math" panose="02040503050406030204" pitchFamily="18" charset="0"/>
                              </a:rPr>
                              <m:t>3</m:t>
                            </m:r>
                          </m:den>
                        </m:f>
                      </m:e>
                    </m:d>
                    <m:r>
                      <a:rPr lang="en-US">
                        <a:latin typeface="Cambria Math" panose="02040503050406030204" pitchFamily="18" charset="0"/>
                      </a:rPr>
                      <m:t> </m:t>
                    </m:r>
                    <m:r>
                      <m:rPr>
                        <m:sty m:val="p"/>
                      </m:rPr>
                      <a:rPr lang="en-US">
                        <a:latin typeface="Cambria Math" panose="02040503050406030204" pitchFamily="18" charset="0"/>
                      </a:rPr>
                      <m:t>for</m:t>
                    </m:r>
                    <m:r>
                      <a:rPr lang="en-US">
                        <a:latin typeface="Cambria Math" panose="02040503050406030204" pitchFamily="18" charset="0"/>
                      </a:rPr>
                      <m:t> </m:t>
                    </m:r>
                    <m:r>
                      <m:rPr>
                        <m:sty m:val="p"/>
                      </m:rPr>
                      <a:rPr lang="en-US">
                        <a:latin typeface="Cambria Math" panose="02040503050406030204" pitchFamily="18" charset="0"/>
                      </a:rPr>
                      <m:t>n</m:t>
                    </m:r>
                    <m:r>
                      <a:rPr lang="en-US">
                        <a:latin typeface="Cambria Math" panose="02040503050406030204" pitchFamily="18" charset="0"/>
                      </a:rPr>
                      <m:t>≥3</m:t>
                    </m:r>
                  </m:oMath>
                </a14:m>
                <a:r>
                  <a:rPr lang="en-US" dirty="0"/>
                  <a:t>.</a:t>
                </a:r>
              </a:p>
              <a:p>
                <a:pPr lvl="0"/>
                <a:r>
                  <a:rPr lang="en-US" dirty="0"/>
                  <a:t>If</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G</m:t>
                    </m:r>
                  </m:oMath>
                </a14:m>
                <a:r>
                  <a:rPr lang="en-US" dirty="0"/>
                  <a:t> is a graph of order</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n</m:t>
                    </m:r>
                  </m:oMath>
                </a14:m>
                <a:r>
                  <a:rPr lang="en-US" dirty="0"/>
                  <a:t> and </a:t>
                </a:r>
                <a14:m>
                  <m:oMath xmlns:m="http://schemas.openxmlformats.org/officeDocument/2006/math">
                    <m:r>
                      <m:rPr>
                        <m:sty m:val="p"/>
                      </m:rPr>
                      <a:rPr lang="en-US" b="0" i="0" dirty="0" smtClean="0">
                        <a:latin typeface="Cambria Math" panose="02040503050406030204" pitchFamily="18" charset="0"/>
                      </a:rPr>
                      <m:t>Δ</m:t>
                    </m:r>
                    <m:d>
                      <m:dPr>
                        <m:ctrlPr>
                          <a:rPr lang="en-US" b="0" i="1" dirty="0" smtClean="0">
                            <a:latin typeface="Cambria Math" panose="02040503050406030204" pitchFamily="18" charset="0"/>
                          </a:rPr>
                        </m:ctrlPr>
                      </m:dPr>
                      <m:e>
                        <m:r>
                          <m:rPr>
                            <m:sty m:val="p"/>
                          </m:rPr>
                          <a:rPr lang="en-US" b="0" i="0" dirty="0" smtClean="0">
                            <a:latin typeface="Cambria Math" panose="02040503050406030204" pitchFamily="18" charset="0"/>
                          </a:rPr>
                          <m:t>G</m:t>
                        </m:r>
                      </m:e>
                    </m:d>
                  </m:oMath>
                </a14:m>
                <a:r>
                  <a:rPr lang="en-US" dirty="0"/>
                  <a:t> is maximum degree of graph, then</a:t>
                </a:r>
              </a:p>
              <a:p>
                <a:pPr marL="0" lvl="0" indent="0">
                  <a:buNone/>
                </a:pPr>
                <a14:m>
                  <m:oMath xmlns:m="http://schemas.openxmlformats.org/officeDocument/2006/math">
                    <m:r>
                      <a:rPr lang="en-US">
                        <a:latin typeface="Cambria Math" panose="02040503050406030204" pitchFamily="18" charset="0"/>
                      </a:rPr>
                      <m:t> </m:t>
                    </m:r>
                    <m:r>
                      <a:rPr lang="en-US" b="0" i="0" smtClean="0">
                        <a:latin typeface="Cambria Math" panose="02040503050406030204" pitchFamily="18" charset="0"/>
                      </a:rPr>
                      <m:t>  </m:t>
                    </m:r>
                    <m:f>
                      <m:fPr>
                        <m:ctrlPr>
                          <a:rPr lang="en-US" i="1">
                            <a:latin typeface="Cambria Math" panose="02040503050406030204" pitchFamily="18" charset="0"/>
                          </a:rPr>
                        </m:ctrlPr>
                      </m:fPr>
                      <m:num>
                        <m:r>
                          <m:rPr>
                            <m:sty m:val="p"/>
                          </m:rPr>
                          <a:rPr lang="en-US">
                            <a:latin typeface="Cambria Math" panose="02040503050406030204" pitchFamily="18" charset="0"/>
                          </a:rPr>
                          <m:t>n</m:t>
                        </m:r>
                      </m:num>
                      <m:den>
                        <m:r>
                          <a:rPr lang="en-US">
                            <a:latin typeface="Cambria Math" panose="02040503050406030204" pitchFamily="18" charset="0"/>
                          </a:rPr>
                          <m:t>1+</m:t>
                        </m:r>
                        <m:r>
                          <m:rPr>
                            <m:sty m:val="p"/>
                          </m:rPr>
                          <a:rPr lang="en-US">
                            <a:latin typeface="Cambria Math" panose="02040503050406030204" pitchFamily="18" charset="0"/>
                          </a:rPr>
                          <m:t>Δ</m:t>
                        </m:r>
                        <m:d>
                          <m:dPr>
                            <m:ctrlPr>
                              <a:rPr lang="en-US" i="1">
                                <a:latin typeface="Cambria Math" panose="02040503050406030204" pitchFamily="18" charset="0"/>
                              </a:rPr>
                            </m:ctrlPr>
                          </m:dPr>
                          <m:e>
                            <m:r>
                              <m:rPr>
                                <m:sty m:val="p"/>
                              </m:rPr>
                              <a:rPr lang="en-US">
                                <a:latin typeface="Cambria Math" panose="02040503050406030204" pitchFamily="18" charset="0"/>
                              </a:rPr>
                              <m:t>G</m:t>
                            </m:r>
                          </m:e>
                        </m:d>
                      </m:den>
                    </m:f>
                    <m:r>
                      <a:rPr lang="en-US">
                        <a:latin typeface="Cambria Math" panose="02040503050406030204" pitchFamily="18" charset="0"/>
                      </a:rPr>
                      <m:t>≤</m:t>
                    </m:r>
                    <m:r>
                      <m:rPr>
                        <m:sty m:val="p"/>
                      </m:rPr>
                      <a:rPr lang="en-US">
                        <a:latin typeface="Cambria Math" panose="02040503050406030204" pitchFamily="18" charset="0"/>
                      </a:rPr>
                      <m:t>γ</m:t>
                    </m:r>
                    <m:d>
                      <m:dPr>
                        <m:ctrlPr>
                          <a:rPr lang="en-US" i="1">
                            <a:latin typeface="Cambria Math" panose="02040503050406030204" pitchFamily="18" charset="0"/>
                          </a:rPr>
                        </m:ctrlPr>
                      </m:dPr>
                      <m:e>
                        <m:r>
                          <m:rPr>
                            <m:sty m:val="p"/>
                          </m:rPr>
                          <a:rPr lang="en-US">
                            <a:latin typeface="Cambria Math" panose="02040503050406030204" pitchFamily="18" charset="0"/>
                          </a:rPr>
                          <m:t>G</m:t>
                        </m:r>
                      </m:e>
                    </m:d>
                    <m:r>
                      <a:rPr lang="en-US">
                        <a:latin typeface="Cambria Math" panose="02040503050406030204" pitchFamily="18" charset="0"/>
                      </a:rPr>
                      <m:t>≤</m:t>
                    </m:r>
                    <m:r>
                      <m:rPr>
                        <m:sty m:val="p"/>
                      </m:rPr>
                      <a:rPr lang="en-US">
                        <a:latin typeface="Cambria Math" panose="02040503050406030204" pitchFamily="18" charset="0"/>
                      </a:rPr>
                      <m:t>n</m:t>
                    </m:r>
                    <m:r>
                      <a:rPr lang="en-US" i="1">
                        <a:latin typeface="Cambria Math" panose="02040503050406030204" pitchFamily="18" charset="0"/>
                      </a:rPr>
                      <m:t>−</m:t>
                    </m:r>
                    <m:r>
                      <m:rPr>
                        <m:sty m:val="p"/>
                      </m:rPr>
                      <a:rPr lang="en-US">
                        <a:latin typeface="Cambria Math" panose="02040503050406030204" pitchFamily="18" charset="0"/>
                      </a:rPr>
                      <m:t>Δ</m:t>
                    </m:r>
                    <m:d>
                      <m:dPr>
                        <m:ctrlPr>
                          <a:rPr lang="en-US" i="1">
                            <a:latin typeface="Cambria Math" panose="02040503050406030204" pitchFamily="18" charset="0"/>
                          </a:rPr>
                        </m:ctrlPr>
                      </m:dPr>
                      <m:e>
                        <m:r>
                          <m:rPr>
                            <m:sty m:val="p"/>
                          </m:rPr>
                          <a:rPr lang="en-US">
                            <a:latin typeface="Cambria Math" panose="02040503050406030204" pitchFamily="18" charset="0"/>
                          </a:rPr>
                          <m:t>G</m:t>
                        </m:r>
                      </m:e>
                    </m:d>
                  </m:oMath>
                </a14:m>
                <a:r>
                  <a:rPr lang="en-US" dirty="0"/>
                  <a:t>.</a:t>
                </a:r>
              </a:p>
              <a:p>
                <a:pPr lvl="0"/>
                <a:r>
                  <a:rPr lang="en-US" dirty="0"/>
                  <a:t>If</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G</m:t>
                    </m:r>
                  </m:oMath>
                </a14:m>
                <a:r>
                  <a:rPr lang="en-US" dirty="0"/>
                  <a:t> is a graph of order</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n</m:t>
                    </m:r>
                  </m:oMath>
                </a14:m>
                <a:r>
                  <a:rPr lang="en-US" dirty="0"/>
                  <a:t> without isolated vertices, then</a:t>
                </a:r>
                <a14:m>
                  <m:oMath xmlns:m="http://schemas.openxmlformats.org/officeDocument/2006/math">
                    <m:r>
                      <a:rPr lang="en-US" i="1">
                        <a:latin typeface="Cambria Math" panose="02040503050406030204" pitchFamily="18" charset="0"/>
                      </a:rPr>
                      <m:t> </m:t>
                    </m:r>
                    <m:r>
                      <m:rPr>
                        <m:sty m:val="p"/>
                      </m:rPr>
                      <a:rPr lang="en-US">
                        <a:latin typeface="Cambria Math" panose="02040503050406030204" pitchFamily="18" charset="0"/>
                      </a:rPr>
                      <m:t>γ</m:t>
                    </m:r>
                    <m:d>
                      <m:dPr>
                        <m:ctrlPr>
                          <a:rPr lang="en-US" i="1">
                            <a:latin typeface="Cambria Math" panose="02040503050406030204" pitchFamily="18" charset="0"/>
                          </a:rPr>
                        </m:ctrlPr>
                      </m:dPr>
                      <m:e>
                        <m:r>
                          <m:rPr>
                            <m:sty m:val="p"/>
                          </m:rPr>
                          <a:rPr lang="en-US">
                            <a:latin typeface="Cambria Math" panose="02040503050406030204" pitchFamily="18" charset="0"/>
                          </a:rPr>
                          <m:t>G</m:t>
                        </m:r>
                      </m:e>
                    </m:d>
                    <m:r>
                      <a:rPr lang="en-US">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n</m:t>
                        </m:r>
                      </m:num>
                      <m:den>
                        <m:r>
                          <a:rPr lang="en-US">
                            <a:latin typeface="Cambria Math" panose="02040503050406030204" pitchFamily="18" charset="0"/>
                          </a:rPr>
                          <m:t>2</m:t>
                        </m:r>
                      </m:den>
                    </m:f>
                    <m:r>
                      <a:rPr lang="en-US" b="0" i="0" smtClean="0">
                        <a:latin typeface="Cambria Math" panose="02040503050406030204" pitchFamily="18" charset="0"/>
                      </a:rPr>
                      <m:t>.</m:t>
                    </m:r>
                  </m:oMath>
                </a14:m>
                <a:endParaRPr lang="en-US" dirty="0"/>
              </a:p>
              <a:p>
                <a:pPr lvl="0"/>
                <a:r>
                  <a:rPr lang="en-US" dirty="0"/>
                  <a:t>The domination number depends strongly on graph structure and vertex degrees.</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31180" y="863444"/>
                <a:ext cx="11832219" cy="5524655"/>
              </a:xfrm>
              <a:blipFill rotWithShape="0">
                <a:blip r:embed="rId2"/>
                <a:stretch>
                  <a:fillRect l="-979" t="-1987" r="-309"/>
                </a:stretch>
              </a:blipFill>
            </p:spPr>
            <p:txBody>
              <a:bodyPr/>
              <a:lstStyle/>
              <a:p>
                <a:r>
                  <a:rPr lang="en-US">
                    <a:noFill/>
                  </a:rPr>
                  <a:t> </a:t>
                </a:r>
              </a:p>
            </p:txBody>
          </p:sp>
        </mc:Fallback>
      </mc:AlternateContent>
    </p:spTree>
    <p:extLst>
      <p:ext uri="{BB962C8B-B14F-4D97-AF65-F5344CB8AC3E}">
        <p14:creationId xmlns:p14="http://schemas.microsoft.com/office/powerpoint/2010/main" val="490867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Total Domination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150000"/>
                  </a:lnSpc>
                </a:pPr>
                <a:r>
                  <a:rPr lang="en-US" b="1" dirty="0"/>
                  <a:t>Recall</a:t>
                </a:r>
                <a:r>
                  <a:rPr lang="en-US" dirty="0"/>
                  <a:t>: </a:t>
                </a:r>
              </a:p>
              <a:p>
                <a:pPr lvl="1">
                  <a:lnSpc>
                    <a:spcPct val="150000"/>
                  </a:lnSpc>
                </a:pPr>
                <a:r>
                  <a:rPr lang="en-US" dirty="0"/>
                  <a:t>A vertex</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u</m:t>
                    </m:r>
                  </m:oMath>
                </a14:m>
                <a:r>
                  <a:rPr lang="en-US" dirty="0"/>
                  <a:t> dominates a vertex</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v</m:t>
                    </m:r>
                  </m:oMath>
                </a14:m>
                <a:r>
                  <a:rPr lang="en-US" dirty="0"/>
                  <a:t> if : </a:t>
                </a:r>
                <a14:m>
                  <m:oMath xmlns:m="http://schemas.openxmlformats.org/officeDocument/2006/math">
                    <m:r>
                      <m:rPr>
                        <m:sty m:val="p"/>
                      </m:rPr>
                      <a:rPr lang="en-US" dirty="0" smtClean="0">
                        <a:latin typeface="Cambria Math" panose="02040503050406030204" pitchFamily="18" charset="0"/>
                      </a:rPr>
                      <m:t>u</m:t>
                    </m:r>
                    <m:r>
                      <a:rPr lang="en-US" dirty="0" smtClean="0">
                        <a:latin typeface="Cambria Math" panose="02040503050406030204" pitchFamily="18" charset="0"/>
                      </a:rPr>
                      <m:t>=</m:t>
                    </m:r>
                    <m:r>
                      <m:rPr>
                        <m:sty m:val="p"/>
                      </m:rPr>
                      <a:rPr lang="en-US" dirty="0" smtClean="0">
                        <a:latin typeface="Cambria Math" panose="02040503050406030204" pitchFamily="18" charset="0"/>
                      </a:rPr>
                      <m:t>v</m:t>
                    </m:r>
                  </m:oMath>
                </a14:m>
                <a:r>
                  <a:rPr lang="en-US" dirty="0"/>
                  <a:t>, or</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u</m:t>
                    </m:r>
                  </m:oMath>
                </a14:m>
                <a:r>
                  <a:rPr lang="en-US" dirty="0"/>
                  <a:t> is adjacent to</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v</m:t>
                    </m:r>
                    <m:r>
                      <a:rPr lang="en-US" dirty="0">
                        <a:latin typeface="Cambria Math" panose="02040503050406030204" pitchFamily="18" charset="0"/>
                      </a:rPr>
                      <m:t>.</m:t>
                    </m:r>
                  </m:oMath>
                </a14:m>
                <a:endParaRPr lang="en-US" b="1" dirty="0"/>
              </a:p>
              <a:p>
                <a:pPr>
                  <a:lnSpc>
                    <a:spcPct val="150000"/>
                  </a:lnSpc>
                </a:pPr>
                <a:r>
                  <a:rPr lang="en-US" b="1" dirty="0">
                    <a:solidFill>
                      <a:srgbClr val="FF0000"/>
                    </a:solidFill>
                  </a:rPr>
                  <a:t>Total Domination Concept</a:t>
                </a:r>
              </a:p>
              <a:p>
                <a:pPr lvl="1">
                  <a:lnSpc>
                    <a:spcPct val="150000"/>
                  </a:lnSpc>
                </a:pPr>
                <a:r>
                  <a:rPr lang="en-US" dirty="0">
                    <a:solidFill>
                      <a:srgbClr val="C00000"/>
                    </a:solidFill>
                  </a:rPr>
                  <a:t>In </a:t>
                </a:r>
                <a:r>
                  <a:rPr lang="en-US" b="1" dirty="0">
                    <a:solidFill>
                      <a:srgbClr val="C00000"/>
                    </a:solidFill>
                  </a:rPr>
                  <a:t>total domination</a:t>
                </a:r>
                <a:r>
                  <a:rPr lang="en-US" dirty="0">
                    <a:solidFill>
                      <a:srgbClr val="C00000"/>
                    </a:solidFill>
                  </a:rPr>
                  <a:t>: A vertex dominates only its neighbors. </a:t>
                </a:r>
              </a:p>
              <a:p>
                <a:pPr lvl="1">
                  <a:lnSpc>
                    <a:spcPct val="150000"/>
                  </a:lnSpc>
                </a:pPr>
                <a:r>
                  <a:rPr lang="en-US" dirty="0">
                    <a:solidFill>
                      <a:srgbClr val="C00000"/>
                    </a:solidFill>
                  </a:rPr>
                  <a:t>A vertex does </a:t>
                </a:r>
                <a:r>
                  <a:rPr lang="en-US" b="1" dirty="0">
                    <a:solidFill>
                      <a:srgbClr val="C00000"/>
                    </a:solidFill>
                  </a:rPr>
                  <a:t>not</a:t>
                </a:r>
                <a:r>
                  <a:rPr lang="en-US" dirty="0">
                    <a:solidFill>
                      <a:srgbClr val="C00000"/>
                    </a:solidFill>
                  </a:rPr>
                  <a:t> dominate itself. </a:t>
                </a:r>
                <a:endParaRPr lang="en-US" b="1" dirty="0">
                  <a:solidFill>
                    <a:srgbClr val="C0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a:stretch>
              </a:blipFill>
            </p:spPr>
            <p:txBody>
              <a:bodyPr/>
              <a:lstStyle/>
              <a:p>
                <a:r>
                  <a:rPr lang="en-US">
                    <a:noFill/>
                  </a:rPr>
                  <a:t> </a:t>
                </a:r>
              </a:p>
            </p:txBody>
          </p:sp>
        </mc:Fallback>
      </mc:AlternateContent>
    </p:spTree>
    <p:extLst>
      <p:ext uri="{BB962C8B-B14F-4D97-AF65-F5344CB8AC3E}">
        <p14:creationId xmlns:p14="http://schemas.microsoft.com/office/powerpoint/2010/main" val="3873546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Domination vs. Total Domination  </a:t>
            </a:r>
          </a:p>
        </p:txBody>
      </p:sp>
      <p:sp>
        <p:nvSpPr>
          <p:cNvPr id="164" name="Oval 163">
            <a:extLst>
              <a:ext uri="{FF2B5EF4-FFF2-40B4-BE49-F238E27FC236}">
                <a16:creationId xmlns:a16="http://schemas.microsoft.com/office/drawing/2014/main" id="{BDD11F87-DA81-9510-C1CB-0AF4093562CB}"/>
              </a:ext>
            </a:extLst>
          </p:cNvPr>
          <p:cNvSpPr/>
          <p:nvPr/>
        </p:nvSpPr>
        <p:spPr>
          <a:xfrm rot="5400000">
            <a:off x="2432065" y="11943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5" name="Oval 164">
            <a:extLst>
              <a:ext uri="{FF2B5EF4-FFF2-40B4-BE49-F238E27FC236}">
                <a16:creationId xmlns:a16="http://schemas.microsoft.com/office/drawing/2014/main" id="{BDD11F87-DA81-9510-C1CB-0AF4093562CB}"/>
              </a:ext>
            </a:extLst>
          </p:cNvPr>
          <p:cNvSpPr/>
          <p:nvPr/>
        </p:nvSpPr>
        <p:spPr>
          <a:xfrm rot="5400000">
            <a:off x="3872138" y="11943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6" name="Straight Connector 165">
            <a:extLst>
              <a:ext uri="{FF2B5EF4-FFF2-40B4-BE49-F238E27FC236}">
                <a16:creationId xmlns:a16="http://schemas.microsoft.com/office/drawing/2014/main" id="{6205DD86-315C-53B6-CEEF-A9919650168E}"/>
              </a:ext>
            </a:extLst>
          </p:cNvPr>
          <p:cNvCxnSpPr>
            <a:cxnSpLocks/>
            <a:stCxn id="165" idx="4"/>
            <a:endCxn id="164" idx="0"/>
          </p:cNvCxnSpPr>
          <p:nvPr/>
        </p:nvCxnSpPr>
        <p:spPr>
          <a:xfrm flipH="1">
            <a:off x="2576065" y="1266345"/>
            <a:ext cx="129607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67" name="Oval 166">
            <a:extLst>
              <a:ext uri="{FF2B5EF4-FFF2-40B4-BE49-F238E27FC236}">
                <a16:creationId xmlns:a16="http://schemas.microsoft.com/office/drawing/2014/main" id="{BDD11F87-DA81-9510-C1CB-0AF4093562CB}"/>
              </a:ext>
            </a:extLst>
          </p:cNvPr>
          <p:cNvSpPr/>
          <p:nvPr/>
        </p:nvSpPr>
        <p:spPr>
          <a:xfrm rot="5400000">
            <a:off x="2431978" y="26421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8" name="Oval 167">
            <a:extLst>
              <a:ext uri="{FF2B5EF4-FFF2-40B4-BE49-F238E27FC236}">
                <a16:creationId xmlns:a16="http://schemas.microsoft.com/office/drawing/2014/main" id="{BDD11F87-DA81-9510-C1CB-0AF4093562CB}"/>
              </a:ext>
            </a:extLst>
          </p:cNvPr>
          <p:cNvSpPr/>
          <p:nvPr/>
        </p:nvSpPr>
        <p:spPr>
          <a:xfrm rot="5400000">
            <a:off x="3873185" y="26478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9" name="Straight Connector 168">
            <a:extLst>
              <a:ext uri="{FF2B5EF4-FFF2-40B4-BE49-F238E27FC236}">
                <a16:creationId xmlns:a16="http://schemas.microsoft.com/office/drawing/2014/main" id="{6205DD86-315C-53B6-CEEF-A9919650168E}"/>
              </a:ext>
            </a:extLst>
          </p:cNvPr>
          <p:cNvCxnSpPr>
            <a:cxnSpLocks/>
            <a:stCxn id="164" idx="6"/>
            <a:endCxn id="167" idx="2"/>
          </p:cNvCxnSpPr>
          <p:nvPr/>
        </p:nvCxnSpPr>
        <p:spPr>
          <a:xfrm flipH="1">
            <a:off x="2503978" y="1338345"/>
            <a:ext cx="87" cy="13037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0" name="Straight Connector 169">
            <a:extLst>
              <a:ext uri="{FF2B5EF4-FFF2-40B4-BE49-F238E27FC236}">
                <a16:creationId xmlns:a16="http://schemas.microsoft.com/office/drawing/2014/main" id="{6205DD86-315C-53B6-CEEF-A9919650168E}"/>
              </a:ext>
            </a:extLst>
          </p:cNvPr>
          <p:cNvCxnSpPr>
            <a:cxnSpLocks/>
            <a:stCxn id="165" idx="6"/>
            <a:endCxn id="168" idx="2"/>
          </p:cNvCxnSpPr>
          <p:nvPr/>
        </p:nvCxnSpPr>
        <p:spPr>
          <a:xfrm>
            <a:off x="3944138" y="1338345"/>
            <a:ext cx="1047" cy="130953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1" name="Straight Connector 170">
            <a:extLst>
              <a:ext uri="{FF2B5EF4-FFF2-40B4-BE49-F238E27FC236}">
                <a16:creationId xmlns:a16="http://schemas.microsoft.com/office/drawing/2014/main" id="{6205DD86-315C-53B6-CEEF-A9919650168E}"/>
              </a:ext>
            </a:extLst>
          </p:cNvPr>
          <p:cNvCxnSpPr>
            <a:cxnSpLocks/>
            <a:stCxn id="197" idx="4"/>
            <a:endCxn id="196" idx="0"/>
          </p:cNvCxnSpPr>
          <p:nvPr/>
        </p:nvCxnSpPr>
        <p:spPr>
          <a:xfrm flipH="1">
            <a:off x="2577024" y="4139827"/>
            <a:ext cx="1296160" cy="152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6" name="Oval 175"/>
          <p:cNvSpPr/>
          <p:nvPr/>
        </p:nvSpPr>
        <p:spPr>
          <a:xfrm>
            <a:off x="2324908" y="1085508"/>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96" name="Oval 195">
            <a:extLst>
              <a:ext uri="{FF2B5EF4-FFF2-40B4-BE49-F238E27FC236}">
                <a16:creationId xmlns:a16="http://schemas.microsoft.com/office/drawing/2014/main" id="{BDD11F87-DA81-9510-C1CB-0AF4093562CB}"/>
              </a:ext>
            </a:extLst>
          </p:cNvPr>
          <p:cNvSpPr/>
          <p:nvPr/>
        </p:nvSpPr>
        <p:spPr>
          <a:xfrm rot="5400000">
            <a:off x="2433024" y="408306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7" name="Oval 196">
            <a:extLst>
              <a:ext uri="{FF2B5EF4-FFF2-40B4-BE49-F238E27FC236}">
                <a16:creationId xmlns:a16="http://schemas.microsoft.com/office/drawing/2014/main" id="{BDD11F87-DA81-9510-C1CB-0AF4093562CB}"/>
              </a:ext>
            </a:extLst>
          </p:cNvPr>
          <p:cNvSpPr/>
          <p:nvPr/>
        </p:nvSpPr>
        <p:spPr>
          <a:xfrm rot="5400000">
            <a:off x="3873184" y="40678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98" name="Straight Connector 197">
            <a:extLst>
              <a:ext uri="{FF2B5EF4-FFF2-40B4-BE49-F238E27FC236}">
                <a16:creationId xmlns:a16="http://schemas.microsoft.com/office/drawing/2014/main" id="{6205DD86-315C-53B6-CEEF-A9919650168E}"/>
              </a:ext>
            </a:extLst>
          </p:cNvPr>
          <p:cNvCxnSpPr>
            <a:cxnSpLocks/>
            <a:stCxn id="167" idx="6"/>
            <a:endCxn id="196" idx="2"/>
          </p:cNvCxnSpPr>
          <p:nvPr/>
        </p:nvCxnSpPr>
        <p:spPr>
          <a:xfrm>
            <a:off x="2503978" y="2786125"/>
            <a:ext cx="1046" cy="129694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9" name="Straight Connector 198">
            <a:extLst>
              <a:ext uri="{FF2B5EF4-FFF2-40B4-BE49-F238E27FC236}">
                <a16:creationId xmlns:a16="http://schemas.microsoft.com/office/drawing/2014/main" id="{6205DD86-315C-53B6-CEEF-A9919650168E}"/>
              </a:ext>
            </a:extLst>
          </p:cNvPr>
          <p:cNvCxnSpPr>
            <a:cxnSpLocks/>
            <a:stCxn id="168" idx="6"/>
            <a:endCxn id="197" idx="2"/>
          </p:cNvCxnSpPr>
          <p:nvPr/>
        </p:nvCxnSpPr>
        <p:spPr>
          <a:xfrm flipH="1">
            <a:off x="3945184" y="2791882"/>
            <a:ext cx="1" cy="12759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5" name="Oval 204">
            <a:extLst>
              <a:ext uri="{FF2B5EF4-FFF2-40B4-BE49-F238E27FC236}">
                <a16:creationId xmlns:a16="http://schemas.microsoft.com/office/drawing/2014/main" id="{BDD11F87-DA81-9510-C1CB-0AF4093562CB}"/>
              </a:ext>
            </a:extLst>
          </p:cNvPr>
          <p:cNvSpPr/>
          <p:nvPr/>
        </p:nvSpPr>
        <p:spPr>
          <a:xfrm rot="5400000">
            <a:off x="8185165" y="11943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6" name="Oval 205">
            <a:extLst>
              <a:ext uri="{FF2B5EF4-FFF2-40B4-BE49-F238E27FC236}">
                <a16:creationId xmlns:a16="http://schemas.microsoft.com/office/drawing/2014/main" id="{BDD11F87-DA81-9510-C1CB-0AF4093562CB}"/>
              </a:ext>
            </a:extLst>
          </p:cNvPr>
          <p:cNvSpPr/>
          <p:nvPr/>
        </p:nvSpPr>
        <p:spPr>
          <a:xfrm rot="5400000">
            <a:off x="9625238" y="11943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7" name="Straight Connector 206">
            <a:extLst>
              <a:ext uri="{FF2B5EF4-FFF2-40B4-BE49-F238E27FC236}">
                <a16:creationId xmlns:a16="http://schemas.microsoft.com/office/drawing/2014/main" id="{6205DD86-315C-53B6-CEEF-A9919650168E}"/>
              </a:ext>
            </a:extLst>
          </p:cNvPr>
          <p:cNvCxnSpPr>
            <a:cxnSpLocks/>
            <a:stCxn id="206" idx="4"/>
            <a:endCxn id="205" idx="0"/>
          </p:cNvCxnSpPr>
          <p:nvPr/>
        </p:nvCxnSpPr>
        <p:spPr>
          <a:xfrm flipH="1">
            <a:off x="8329165" y="1266345"/>
            <a:ext cx="129607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8" name="Oval 207">
            <a:extLst>
              <a:ext uri="{FF2B5EF4-FFF2-40B4-BE49-F238E27FC236}">
                <a16:creationId xmlns:a16="http://schemas.microsoft.com/office/drawing/2014/main" id="{BDD11F87-DA81-9510-C1CB-0AF4093562CB}"/>
              </a:ext>
            </a:extLst>
          </p:cNvPr>
          <p:cNvSpPr/>
          <p:nvPr/>
        </p:nvSpPr>
        <p:spPr>
          <a:xfrm rot="5400000">
            <a:off x="8185078" y="26421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9" name="Oval 208">
            <a:extLst>
              <a:ext uri="{FF2B5EF4-FFF2-40B4-BE49-F238E27FC236}">
                <a16:creationId xmlns:a16="http://schemas.microsoft.com/office/drawing/2014/main" id="{BDD11F87-DA81-9510-C1CB-0AF4093562CB}"/>
              </a:ext>
            </a:extLst>
          </p:cNvPr>
          <p:cNvSpPr/>
          <p:nvPr/>
        </p:nvSpPr>
        <p:spPr>
          <a:xfrm rot="5400000">
            <a:off x="9626285" y="26478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0" name="Straight Connector 209">
            <a:extLst>
              <a:ext uri="{FF2B5EF4-FFF2-40B4-BE49-F238E27FC236}">
                <a16:creationId xmlns:a16="http://schemas.microsoft.com/office/drawing/2014/main" id="{6205DD86-315C-53B6-CEEF-A9919650168E}"/>
              </a:ext>
            </a:extLst>
          </p:cNvPr>
          <p:cNvCxnSpPr>
            <a:cxnSpLocks/>
            <a:stCxn id="205" idx="6"/>
            <a:endCxn id="208" idx="2"/>
          </p:cNvCxnSpPr>
          <p:nvPr/>
        </p:nvCxnSpPr>
        <p:spPr>
          <a:xfrm flipH="1">
            <a:off x="8257078" y="1338345"/>
            <a:ext cx="87" cy="13037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1" name="Straight Connector 210">
            <a:extLst>
              <a:ext uri="{FF2B5EF4-FFF2-40B4-BE49-F238E27FC236}">
                <a16:creationId xmlns:a16="http://schemas.microsoft.com/office/drawing/2014/main" id="{6205DD86-315C-53B6-CEEF-A9919650168E}"/>
              </a:ext>
            </a:extLst>
          </p:cNvPr>
          <p:cNvCxnSpPr>
            <a:cxnSpLocks/>
            <a:stCxn id="206" idx="6"/>
            <a:endCxn id="209" idx="2"/>
          </p:cNvCxnSpPr>
          <p:nvPr/>
        </p:nvCxnSpPr>
        <p:spPr>
          <a:xfrm>
            <a:off x="9697238" y="1338345"/>
            <a:ext cx="1047" cy="130953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2" name="Straight Connector 211">
            <a:extLst>
              <a:ext uri="{FF2B5EF4-FFF2-40B4-BE49-F238E27FC236}">
                <a16:creationId xmlns:a16="http://schemas.microsoft.com/office/drawing/2014/main" id="{6205DD86-315C-53B6-CEEF-A9919650168E}"/>
              </a:ext>
            </a:extLst>
          </p:cNvPr>
          <p:cNvCxnSpPr>
            <a:cxnSpLocks/>
            <a:stCxn id="221" idx="4"/>
            <a:endCxn id="220" idx="0"/>
          </p:cNvCxnSpPr>
          <p:nvPr/>
        </p:nvCxnSpPr>
        <p:spPr>
          <a:xfrm flipH="1">
            <a:off x="8330124" y="4139827"/>
            <a:ext cx="1296160" cy="152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20" name="Oval 219">
            <a:extLst>
              <a:ext uri="{FF2B5EF4-FFF2-40B4-BE49-F238E27FC236}">
                <a16:creationId xmlns:a16="http://schemas.microsoft.com/office/drawing/2014/main" id="{BDD11F87-DA81-9510-C1CB-0AF4093562CB}"/>
              </a:ext>
            </a:extLst>
          </p:cNvPr>
          <p:cNvSpPr/>
          <p:nvPr/>
        </p:nvSpPr>
        <p:spPr>
          <a:xfrm rot="5400000">
            <a:off x="8186124" y="408306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1" name="Oval 220">
            <a:extLst>
              <a:ext uri="{FF2B5EF4-FFF2-40B4-BE49-F238E27FC236}">
                <a16:creationId xmlns:a16="http://schemas.microsoft.com/office/drawing/2014/main" id="{BDD11F87-DA81-9510-C1CB-0AF4093562CB}"/>
              </a:ext>
            </a:extLst>
          </p:cNvPr>
          <p:cNvSpPr/>
          <p:nvPr/>
        </p:nvSpPr>
        <p:spPr>
          <a:xfrm rot="5400000">
            <a:off x="9626284" y="40678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2" name="Straight Connector 221">
            <a:extLst>
              <a:ext uri="{FF2B5EF4-FFF2-40B4-BE49-F238E27FC236}">
                <a16:creationId xmlns:a16="http://schemas.microsoft.com/office/drawing/2014/main" id="{6205DD86-315C-53B6-CEEF-A9919650168E}"/>
              </a:ext>
            </a:extLst>
          </p:cNvPr>
          <p:cNvCxnSpPr>
            <a:cxnSpLocks/>
            <a:stCxn id="208" idx="6"/>
            <a:endCxn id="220" idx="2"/>
          </p:cNvCxnSpPr>
          <p:nvPr/>
        </p:nvCxnSpPr>
        <p:spPr>
          <a:xfrm>
            <a:off x="8257078" y="2786125"/>
            <a:ext cx="1046" cy="129694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3" name="Straight Connector 222">
            <a:extLst>
              <a:ext uri="{FF2B5EF4-FFF2-40B4-BE49-F238E27FC236}">
                <a16:creationId xmlns:a16="http://schemas.microsoft.com/office/drawing/2014/main" id="{6205DD86-315C-53B6-CEEF-A9919650168E}"/>
              </a:ext>
            </a:extLst>
          </p:cNvPr>
          <p:cNvCxnSpPr>
            <a:cxnSpLocks/>
            <a:stCxn id="209" idx="6"/>
            <a:endCxn id="221" idx="2"/>
          </p:cNvCxnSpPr>
          <p:nvPr/>
        </p:nvCxnSpPr>
        <p:spPr>
          <a:xfrm flipH="1">
            <a:off x="9698284" y="2791882"/>
            <a:ext cx="1" cy="12759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24" name="Oval 223"/>
          <p:cNvSpPr/>
          <p:nvPr/>
        </p:nvSpPr>
        <p:spPr>
          <a:xfrm>
            <a:off x="3762469" y="3981879"/>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7" name="Oval 226"/>
          <p:cNvSpPr/>
          <p:nvPr/>
        </p:nvSpPr>
        <p:spPr>
          <a:xfrm>
            <a:off x="8072928" y="1111786"/>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9" name="Oval 228"/>
          <p:cNvSpPr/>
          <p:nvPr/>
        </p:nvSpPr>
        <p:spPr>
          <a:xfrm>
            <a:off x="9507791" y="3966640"/>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1" name="TextBox 230"/>
          <p:cNvSpPr txBox="1"/>
          <p:nvPr/>
        </p:nvSpPr>
        <p:spPr>
          <a:xfrm>
            <a:off x="837726" y="4599000"/>
            <a:ext cx="4772749" cy="523220"/>
          </a:xfrm>
          <a:prstGeom prst="rect">
            <a:avLst/>
          </a:prstGeom>
          <a:noFill/>
        </p:spPr>
        <p:txBody>
          <a:bodyPr wrap="square" rtlCol="0">
            <a:spAutoFit/>
          </a:bodyPr>
          <a:lstStyle/>
          <a:p>
            <a:pPr algn="ctr"/>
            <a:r>
              <a:rPr lang="en-US" sz="2800" dirty="0">
                <a:solidFill>
                  <a:srgbClr val="002060"/>
                </a:solidFill>
              </a:rPr>
              <a:t>2 vertices will dominate graph</a:t>
            </a:r>
          </a:p>
        </p:txBody>
      </p:sp>
      <p:sp>
        <p:nvSpPr>
          <p:cNvPr id="232" name="TextBox 231"/>
          <p:cNvSpPr txBox="1"/>
          <p:nvPr/>
        </p:nvSpPr>
        <p:spPr>
          <a:xfrm>
            <a:off x="6120000" y="4615780"/>
            <a:ext cx="4926000" cy="954107"/>
          </a:xfrm>
          <a:prstGeom prst="rect">
            <a:avLst/>
          </a:prstGeom>
          <a:noFill/>
        </p:spPr>
        <p:txBody>
          <a:bodyPr wrap="square" rtlCol="0">
            <a:spAutoFit/>
          </a:bodyPr>
          <a:lstStyle/>
          <a:p>
            <a:pPr algn="ctr"/>
            <a:r>
              <a:rPr lang="en-US" sz="2800" dirty="0">
                <a:solidFill>
                  <a:srgbClr val="002060"/>
                </a:solidFill>
              </a:rPr>
              <a:t>2 vertices will not totally dominate graph</a:t>
            </a:r>
          </a:p>
        </p:txBody>
      </p:sp>
      <p:sp>
        <p:nvSpPr>
          <p:cNvPr id="4" name="TextBox 3"/>
          <p:cNvSpPr txBox="1"/>
          <p:nvPr/>
        </p:nvSpPr>
        <p:spPr>
          <a:xfrm>
            <a:off x="7622922" y="823308"/>
            <a:ext cx="450000" cy="923330"/>
          </a:xfrm>
          <a:prstGeom prst="rect">
            <a:avLst/>
          </a:prstGeom>
          <a:noFill/>
        </p:spPr>
        <p:txBody>
          <a:bodyPr wrap="square" rtlCol="0">
            <a:spAutoFit/>
          </a:bodyPr>
          <a:lstStyle/>
          <a:p>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t>
            </a:r>
            <a:endParaRPr lang="en-US" dirty="0"/>
          </a:p>
        </p:txBody>
      </p:sp>
      <p:sp>
        <p:nvSpPr>
          <p:cNvPr id="42" name="TextBox 41"/>
          <p:cNvSpPr txBox="1"/>
          <p:nvPr/>
        </p:nvSpPr>
        <p:spPr>
          <a:xfrm>
            <a:off x="9876091" y="3685782"/>
            <a:ext cx="450000" cy="923330"/>
          </a:xfrm>
          <a:prstGeom prst="rect">
            <a:avLst/>
          </a:prstGeom>
          <a:noFill/>
        </p:spPr>
        <p:txBody>
          <a:bodyPr wrap="square" rtlCol="0">
            <a:spAutoFit/>
          </a:bodyPr>
          <a:lstStyle/>
          <a:p>
            <a:r>
              <a:rPr lang="en-US" sz="5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a:t>
            </a:r>
            <a:endParaRPr lang="en-US"/>
          </a:p>
        </p:txBody>
      </p:sp>
    </p:spTree>
    <p:extLst>
      <p:ext uri="{BB962C8B-B14F-4D97-AF65-F5344CB8AC3E}">
        <p14:creationId xmlns:p14="http://schemas.microsoft.com/office/powerpoint/2010/main" val="238843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wipe(down)">
                                      <p:cBhvr>
                                        <p:cTn id="7" dur="500"/>
                                        <p:tgtEl>
                                          <p:spTgt spid="176"/>
                                        </p:tgtEl>
                                      </p:cBhvr>
                                    </p:animEffect>
                                  </p:childTnLst>
                                </p:cTn>
                              </p:par>
                              <p:par>
                                <p:cTn id="8" presetID="19" presetClass="emph" presetSubtype="0" fill="hold" grpId="0" nodeType="withEffect">
                                  <p:stCondLst>
                                    <p:cond delay="0"/>
                                  </p:stCondLst>
                                  <p:childTnLst>
                                    <p:animClr clrSpc="rgb" dir="cw">
                                      <p:cBhvr override="childStyle">
                                        <p:cTn id="9" dur="500" fill="hold"/>
                                        <p:tgtEl>
                                          <p:spTgt spid="164"/>
                                        </p:tgtEl>
                                        <p:attrNameLst>
                                          <p:attrName>style.color</p:attrName>
                                        </p:attrNameLst>
                                      </p:cBhvr>
                                      <p:to>
                                        <a:srgbClr val="FFFF00"/>
                                      </p:to>
                                    </p:animClr>
                                    <p:animClr clrSpc="rgb" dir="cw">
                                      <p:cBhvr>
                                        <p:cTn id="10" dur="500" fill="hold"/>
                                        <p:tgtEl>
                                          <p:spTgt spid="164"/>
                                        </p:tgtEl>
                                        <p:attrNameLst>
                                          <p:attrName>fillcolor</p:attrName>
                                        </p:attrNameLst>
                                      </p:cBhvr>
                                      <p:to>
                                        <a:srgbClr val="FFFF00"/>
                                      </p:to>
                                    </p:animClr>
                                    <p:set>
                                      <p:cBhvr>
                                        <p:cTn id="11" dur="500" fill="hold"/>
                                        <p:tgtEl>
                                          <p:spTgt spid="164"/>
                                        </p:tgtEl>
                                        <p:attrNameLst>
                                          <p:attrName>fill.type</p:attrName>
                                        </p:attrNameLst>
                                      </p:cBhvr>
                                      <p:to>
                                        <p:strVal val="solid"/>
                                      </p:to>
                                    </p:set>
                                    <p:set>
                                      <p:cBhvr>
                                        <p:cTn id="12" dur="500" fill="hold"/>
                                        <p:tgtEl>
                                          <p:spTgt spid="16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9" presetClass="emph" presetSubtype="0" fill="hold" grpId="0" nodeType="clickEffect">
                                  <p:stCondLst>
                                    <p:cond delay="0"/>
                                  </p:stCondLst>
                                  <p:childTnLst>
                                    <p:animClr clrSpc="rgb" dir="cw">
                                      <p:cBhvr override="childStyle">
                                        <p:cTn id="16" dur="500" fill="hold"/>
                                        <p:tgtEl>
                                          <p:spTgt spid="167"/>
                                        </p:tgtEl>
                                        <p:attrNameLst>
                                          <p:attrName>style.color</p:attrName>
                                        </p:attrNameLst>
                                      </p:cBhvr>
                                      <p:to>
                                        <a:schemeClr val="accent2"/>
                                      </p:to>
                                    </p:animClr>
                                    <p:animClr clrSpc="rgb" dir="cw">
                                      <p:cBhvr>
                                        <p:cTn id="17" dur="500" fill="hold"/>
                                        <p:tgtEl>
                                          <p:spTgt spid="167"/>
                                        </p:tgtEl>
                                        <p:attrNameLst>
                                          <p:attrName>fillcolor</p:attrName>
                                        </p:attrNameLst>
                                      </p:cBhvr>
                                      <p:to>
                                        <a:schemeClr val="accent2"/>
                                      </p:to>
                                    </p:animClr>
                                    <p:set>
                                      <p:cBhvr>
                                        <p:cTn id="18" dur="500" fill="hold"/>
                                        <p:tgtEl>
                                          <p:spTgt spid="167"/>
                                        </p:tgtEl>
                                        <p:attrNameLst>
                                          <p:attrName>fill.type</p:attrName>
                                        </p:attrNameLst>
                                      </p:cBhvr>
                                      <p:to>
                                        <p:strVal val="solid"/>
                                      </p:to>
                                    </p:set>
                                    <p:set>
                                      <p:cBhvr>
                                        <p:cTn id="19" dur="500" fill="hold"/>
                                        <p:tgtEl>
                                          <p:spTgt spid="167"/>
                                        </p:tgtEl>
                                        <p:attrNameLst>
                                          <p:attrName>fill.on</p:attrName>
                                        </p:attrNameLst>
                                      </p:cBhvr>
                                      <p:to>
                                        <p:strVal val="true"/>
                                      </p:to>
                                    </p:set>
                                  </p:childTnLst>
                                </p:cTn>
                              </p:par>
                              <p:par>
                                <p:cTn id="20" presetID="19" presetClass="emph" presetSubtype="0" fill="hold" grpId="0" nodeType="withEffect">
                                  <p:stCondLst>
                                    <p:cond delay="0"/>
                                  </p:stCondLst>
                                  <p:childTnLst>
                                    <p:animClr clrSpc="rgb" dir="cw">
                                      <p:cBhvr override="childStyle">
                                        <p:cTn id="21" dur="500" fill="hold"/>
                                        <p:tgtEl>
                                          <p:spTgt spid="165"/>
                                        </p:tgtEl>
                                        <p:attrNameLst>
                                          <p:attrName>style.color</p:attrName>
                                        </p:attrNameLst>
                                      </p:cBhvr>
                                      <p:to>
                                        <a:schemeClr val="accent2"/>
                                      </p:to>
                                    </p:animClr>
                                    <p:animClr clrSpc="rgb" dir="cw">
                                      <p:cBhvr>
                                        <p:cTn id="22" dur="500" fill="hold"/>
                                        <p:tgtEl>
                                          <p:spTgt spid="165"/>
                                        </p:tgtEl>
                                        <p:attrNameLst>
                                          <p:attrName>fillcolor</p:attrName>
                                        </p:attrNameLst>
                                      </p:cBhvr>
                                      <p:to>
                                        <a:schemeClr val="accent2"/>
                                      </p:to>
                                    </p:animClr>
                                    <p:set>
                                      <p:cBhvr>
                                        <p:cTn id="23" dur="500" fill="hold"/>
                                        <p:tgtEl>
                                          <p:spTgt spid="165"/>
                                        </p:tgtEl>
                                        <p:attrNameLst>
                                          <p:attrName>fill.type</p:attrName>
                                        </p:attrNameLst>
                                      </p:cBhvr>
                                      <p:to>
                                        <p:strVal val="solid"/>
                                      </p:to>
                                    </p:set>
                                    <p:set>
                                      <p:cBhvr>
                                        <p:cTn id="24" dur="500" fill="hold"/>
                                        <p:tgtEl>
                                          <p:spTgt spid="165"/>
                                        </p:tgtEl>
                                        <p:attrNameLst>
                                          <p:attrName>fill.on</p:attrName>
                                        </p:attrNameLst>
                                      </p:cBhvr>
                                      <p:to>
                                        <p:strVal val="tru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24"/>
                                        </p:tgtEl>
                                        <p:attrNameLst>
                                          <p:attrName>style.visibility</p:attrName>
                                        </p:attrNameLst>
                                      </p:cBhvr>
                                      <p:to>
                                        <p:strVal val="visible"/>
                                      </p:to>
                                    </p:set>
                                    <p:animEffect transition="in" filter="wipe(down)">
                                      <p:cBhvr>
                                        <p:cTn id="29" dur="500"/>
                                        <p:tgtEl>
                                          <p:spTgt spid="224"/>
                                        </p:tgtEl>
                                      </p:cBhvr>
                                    </p:animEffect>
                                  </p:childTnLst>
                                </p:cTn>
                              </p:par>
                              <p:par>
                                <p:cTn id="30" presetID="19" presetClass="emph" presetSubtype="0" fill="hold" grpId="0" nodeType="withEffect">
                                  <p:stCondLst>
                                    <p:cond delay="0"/>
                                  </p:stCondLst>
                                  <p:childTnLst>
                                    <p:animClr clrSpc="rgb" dir="cw">
                                      <p:cBhvr override="childStyle">
                                        <p:cTn id="31" dur="500" fill="hold"/>
                                        <p:tgtEl>
                                          <p:spTgt spid="197"/>
                                        </p:tgtEl>
                                        <p:attrNameLst>
                                          <p:attrName>style.color</p:attrName>
                                        </p:attrNameLst>
                                      </p:cBhvr>
                                      <p:to>
                                        <a:srgbClr val="FFFF00"/>
                                      </p:to>
                                    </p:animClr>
                                    <p:animClr clrSpc="rgb" dir="cw">
                                      <p:cBhvr>
                                        <p:cTn id="32" dur="500" fill="hold"/>
                                        <p:tgtEl>
                                          <p:spTgt spid="197"/>
                                        </p:tgtEl>
                                        <p:attrNameLst>
                                          <p:attrName>fillcolor</p:attrName>
                                        </p:attrNameLst>
                                      </p:cBhvr>
                                      <p:to>
                                        <a:srgbClr val="FFFF00"/>
                                      </p:to>
                                    </p:animClr>
                                    <p:set>
                                      <p:cBhvr>
                                        <p:cTn id="33" dur="500" fill="hold"/>
                                        <p:tgtEl>
                                          <p:spTgt spid="197"/>
                                        </p:tgtEl>
                                        <p:attrNameLst>
                                          <p:attrName>fill.type</p:attrName>
                                        </p:attrNameLst>
                                      </p:cBhvr>
                                      <p:to>
                                        <p:strVal val="solid"/>
                                      </p:to>
                                    </p:set>
                                    <p:set>
                                      <p:cBhvr>
                                        <p:cTn id="34" dur="500" fill="hold"/>
                                        <p:tgtEl>
                                          <p:spTgt spid="197"/>
                                        </p:tgtEl>
                                        <p:attrNameLst>
                                          <p:attrName>fill.on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19" presetClass="emph" presetSubtype="0" fill="hold" grpId="0" nodeType="clickEffect">
                                  <p:stCondLst>
                                    <p:cond delay="0"/>
                                  </p:stCondLst>
                                  <p:childTnLst>
                                    <p:animClr clrSpc="rgb" dir="cw">
                                      <p:cBhvr override="childStyle">
                                        <p:cTn id="38" dur="500" fill="hold"/>
                                        <p:tgtEl>
                                          <p:spTgt spid="196"/>
                                        </p:tgtEl>
                                        <p:attrNameLst>
                                          <p:attrName>style.color</p:attrName>
                                        </p:attrNameLst>
                                      </p:cBhvr>
                                      <p:to>
                                        <a:schemeClr val="accent2"/>
                                      </p:to>
                                    </p:animClr>
                                    <p:animClr clrSpc="rgb" dir="cw">
                                      <p:cBhvr>
                                        <p:cTn id="39" dur="500" fill="hold"/>
                                        <p:tgtEl>
                                          <p:spTgt spid="196"/>
                                        </p:tgtEl>
                                        <p:attrNameLst>
                                          <p:attrName>fillcolor</p:attrName>
                                        </p:attrNameLst>
                                      </p:cBhvr>
                                      <p:to>
                                        <a:schemeClr val="accent2"/>
                                      </p:to>
                                    </p:animClr>
                                    <p:set>
                                      <p:cBhvr>
                                        <p:cTn id="40" dur="500" fill="hold"/>
                                        <p:tgtEl>
                                          <p:spTgt spid="196"/>
                                        </p:tgtEl>
                                        <p:attrNameLst>
                                          <p:attrName>fill.type</p:attrName>
                                        </p:attrNameLst>
                                      </p:cBhvr>
                                      <p:to>
                                        <p:strVal val="solid"/>
                                      </p:to>
                                    </p:set>
                                    <p:set>
                                      <p:cBhvr>
                                        <p:cTn id="41" dur="500" fill="hold"/>
                                        <p:tgtEl>
                                          <p:spTgt spid="196"/>
                                        </p:tgtEl>
                                        <p:attrNameLst>
                                          <p:attrName>fill.on</p:attrName>
                                        </p:attrNameLst>
                                      </p:cBhvr>
                                      <p:to>
                                        <p:strVal val="true"/>
                                      </p:to>
                                    </p:set>
                                  </p:childTnLst>
                                </p:cTn>
                              </p:par>
                              <p:par>
                                <p:cTn id="42" presetID="19" presetClass="emph" presetSubtype="0" fill="hold" grpId="0" nodeType="withEffect">
                                  <p:stCondLst>
                                    <p:cond delay="0"/>
                                  </p:stCondLst>
                                  <p:childTnLst>
                                    <p:animClr clrSpc="rgb" dir="cw">
                                      <p:cBhvr override="childStyle">
                                        <p:cTn id="43" dur="500" fill="hold"/>
                                        <p:tgtEl>
                                          <p:spTgt spid="168"/>
                                        </p:tgtEl>
                                        <p:attrNameLst>
                                          <p:attrName>style.color</p:attrName>
                                        </p:attrNameLst>
                                      </p:cBhvr>
                                      <p:to>
                                        <a:schemeClr val="accent2"/>
                                      </p:to>
                                    </p:animClr>
                                    <p:animClr clrSpc="rgb" dir="cw">
                                      <p:cBhvr>
                                        <p:cTn id="44" dur="500" fill="hold"/>
                                        <p:tgtEl>
                                          <p:spTgt spid="168"/>
                                        </p:tgtEl>
                                        <p:attrNameLst>
                                          <p:attrName>fillcolor</p:attrName>
                                        </p:attrNameLst>
                                      </p:cBhvr>
                                      <p:to>
                                        <a:schemeClr val="accent2"/>
                                      </p:to>
                                    </p:animClr>
                                    <p:set>
                                      <p:cBhvr>
                                        <p:cTn id="45" dur="500" fill="hold"/>
                                        <p:tgtEl>
                                          <p:spTgt spid="168"/>
                                        </p:tgtEl>
                                        <p:attrNameLst>
                                          <p:attrName>fill.type</p:attrName>
                                        </p:attrNameLst>
                                      </p:cBhvr>
                                      <p:to>
                                        <p:strVal val="solid"/>
                                      </p:to>
                                    </p:set>
                                    <p:set>
                                      <p:cBhvr>
                                        <p:cTn id="46" dur="500" fill="hold"/>
                                        <p:tgtEl>
                                          <p:spTgt spid="168"/>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27"/>
                                        </p:tgtEl>
                                        <p:attrNameLst>
                                          <p:attrName>style.visibility</p:attrName>
                                        </p:attrNameLst>
                                      </p:cBhvr>
                                      <p:to>
                                        <p:strVal val="visible"/>
                                      </p:to>
                                    </p:set>
                                    <p:animEffect transition="in" filter="wipe(down)">
                                      <p:cBhvr>
                                        <p:cTn id="55" dur="500"/>
                                        <p:tgtEl>
                                          <p:spTgt spid="227"/>
                                        </p:tgtEl>
                                      </p:cBhvr>
                                    </p:animEffect>
                                  </p:childTnLst>
                                </p:cTn>
                              </p:par>
                            </p:childTnLst>
                          </p:cTn>
                        </p:par>
                      </p:childTnLst>
                    </p:cTn>
                  </p:par>
                  <p:par>
                    <p:cTn id="56" fill="hold">
                      <p:stCondLst>
                        <p:cond delay="indefinite"/>
                      </p:stCondLst>
                      <p:childTnLst>
                        <p:par>
                          <p:cTn id="57" fill="hold">
                            <p:stCondLst>
                              <p:cond delay="0"/>
                            </p:stCondLst>
                            <p:childTnLst>
                              <p:par>
                                <p:cTn id="58" presetID="19" presetClass="emph" presetSubtype="0" fill="hold" grpId="0" nodeType="clickEffect">
                                  <p:stCondLst>
                                    <p:cond delay="0"/>
                                  </p:stCondLst>
                                  <p:childTnLst>
                                    <p:animClr clrSpc="rgb" dir="cw">
                                      <p:cBhvr override="childStyle">
                                        <p:cTn id="59" dur="500" fill="hold"/>
                                        <p:tgtEl>
                                          <p:spTgt spid="208"/>
                                        </p:tgtEl>
                                        <p:attrNameLst>
                                          <p:attrName>style.color</p:attrName>
                                        </p:attrNameLst>
                                      </p:cBhvr>
                                      <p:to>
                                        <a:schemeClr val="accent2"/>
                                      </p:to>
                                    </p:animClr>
                                    <p:animClr clrSpc="rgb" dir="cw">
                                      <p:cBhvr>
                                        <p:cTn id="60" dur="500" fill="hold"/>
                                        <p:tgtEl>
                                          <p:spTgt spid="208"/>
                                        </p:tgtEl>
                                        <p:attrNameLst>
                                          <p:attrName>fillcolor</p:attrName>
                                        </p:attrNameLst>
                                      </p:cBhvr>
                                      <p:to>
                                        <a:schemeClr val="accent2"/>
                                      </p:to>
                                    </p:animClr>
                                    <p:set>
                                      <p:cBhvr>
                                        <p:cTn id="61" dur="500" fill="hold"/>
                                        <p:tgtEl>
                                          <p:spTgt spid="208"/>
                                        </p:tgtEl>
                                        <p:attrNameLst>
                                          <p:attrName>fill.type</p:attrName>
                                        </p:attrNameLst>
                                      </p:cBhvr>
                                      <p:to>
                                        <p:strVal val="solid"/>
                                      </p:to>
                                    </p:set>
                                    <p:set>
                                      <p:cBhvr>
                                        <p:cTn id="62" dur="500" fill="hold"/>
                                        <p:tgtEl>
                                          <p:spTgt spid="208"/>
                                        </p:tgtEl>
                                        <p:attrNameLst>
                                          <p:attrName>fill.on</p:attrName>
                                        </p:attrNameLst>
                                      </p:cBhvr>
                                      <p:to>
                                        <p:strVal val="true"/>
                                      </p:to>
                                    </p:set>
                                  </p:childTnLst>
                                </p:cTn>
                              </p:par>
                              <p:par>
                                <p:cTn id="63" presetID="19" presetClass="emph" presetSubtype="0" fill="hold" grpId="0" nodeType="withEffect">
                                  <p:stCondLst>
                                    <p:cond delay="0"/>
                                  </p:stCondLst>
                                  <p:childTnLst>
                                    <p:animClr clrSpc="rgb" dir="cw">
                                      <p:cBhvr override="childStyle">
                                        <p:cTn id="64" dur="500" fill="hold"/>
                                        <p:tgtEl>
                                          <p:spTgt spid="206"/>
                                        </p:tgtEl>
                                        <p:attrNameLst>
                                          <p:attrName>style.color</p:attrName>
                                        </p:attrNameLst>
                                      </p:cBhvr>
                                      <p:to>
                                        <a:schemeClr val="accent2"/>
                                      </p:to>
                                    </p:animClr>
                                    <p:animClr clrSpc="rgb" dir="cw">
                                      <p:cBhvr>
                                        <p:cTn id="65" dur="500" fill="hold"/>
                                        <p:tgtEl>
                                          <p:spTgt spid="206"/>
                                        </p:tgtEl>
                                        <p:attrNameLst>
                                          <p:attrName>fillcolor</p:attrName>
                                        </p:attrNameLst>
                                      </p:cBhvr>
                                      <p:to>
                                        <a:schemeClr val="accent2"/>
                                      </p:to>
                                    </p:animClr>
                                    <p:set>
                                      <p:cBhvr>
                                        <p:cTn id="66" dur="500" fill="hold"/>
                                        <p:tgtEl>
                                          <p:spTgt spid="206"/>
                                        </p:tgtEl>
                                        <p:attrNameLst>
                                          <p:attrName>fill.type</p:attrName>
                                        </p:attrNameLst>
                                      </p:cBhvr>
                                      <p:to>
                                        <p:strVal val="solid"/>
                                      </p:to>
                                    </p:set>
                                    <p:set>
                                      <p:cBhvr>
                                        <p:cTn id="67" dur="500" fill="hold"/>
                                        <p:tgtEl>
                                          <p:spTgt spid="206"/>
                                        </p:tgtEl>
                                        <p:attrNameLst>
                                          <p:attrName>fill.on</p:attrName>
                                        </p:attrNameLst>
                                      </p:cBhvr>
                                      <p:to>
                                        <p:strVal val="tru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229"/>
                                        </p:tgtEl>
                                        <p:attrNameLst>
                                          <p:attrName>style.visibility</p:attrName>
                                        </p:attrNameLst>
                                      </p:cBhvr>
                                      <p:to>
                                        <p:strVal val="visible"/>
                                      </p:to>
                                    </p:set>
                                    <p:animEffect transition="in" filter="wipe(down)">
                                      <p:cBhvr>
                                        <p:cTn id="72" dur="500"/>
                                        <p:tgtEl>
                                          <p:spTgt spid="229"/>
                                        </p:tgtEl>
                                      </p:cBhvr>
                                    </p:animEffect>
                                  </p:childTnLst>
                                </p:cTn>
                              </p:par>
                            </p:childTnLst>
                          </p:cTn>
                        </p:par>
                      </p:childTnLst>
                    </p:cTn>
                  </p:par>
                  <p:par>
                    <p:cTn id="73" fill="hold">
                      <p:stCondLst>
                        <p:cond delay="indefinite"/>
                      </p:stCondLst>
                      <p:childTnLst>
                        <p:par>
                          <p:cTn id="74" fill="hold">
                            <p:stCondLst>
                              <p:cond delay="0"/>
                            </p:stCondLst>
                            <p:childTnLst>
                              <p:par>
                                <p:cTn id="75" presetID="19" presetClass="emph" presetSubtype="0" fill="hold" grpId="0" nodeType="clickEffect">
                                  <p:stCondLst>
                                    <p:cond delay="0"/>
                                  </p:stCondLst>
                                  <p:childTnLst>
                                    <p:animClr clrSpc="rgb" dir="cw">
                                      <p:cBhvr override="childStyle">
                                        <p:cTn id="76" dur="500" fill="hold"/>
                                        <p:tgtEl>
                                          <p:spTgt spid="220"/>
                                        </p:tgtEl>
                                        <p:attrNameLst>
                                          <p:attrName>style.color</p:attrName>
                                        </p:attrNameLst>
                                      </p:cBhvr>
                                      <p:to>
                                        <a:schemeClr val="accent2"/>
                                      </p:to>
                                    </p:animClr>
                                    <p:animClr clrSpc="rgb" dir="cw">
                                      <p:cBhvr>
                                        <p:cTn id="77" dur="500" fill="hold"/>
                                        <p:tgtEl>
                                          <p:spTgt spid="220"/>
                                        </p:tgtEl>
                                        <p:attrNameLst>
                                          <p:attrName>fillcolor</p:attrName>
                                        </p:attrNameLst>
                                      </p:cBhvr>
                                      <p:to>
                                        <a:schemeClr val="accent2"/>
                                      </p:to>
                                    </p:animClr>
                                    <p:set>
                                      <p:cBhvr>
                                        <p:cTn id="78" dur="500" fill="hold"/>
                                        <p:tgtEl>
                                          <p:spTgt spid="220"/>
                                        </p:tgtEl>
                                        <p:attrNameLst>
                                          <p:attrName>fill.type</p:attrName>
                                        </p:attrNameLst>
                                      </p:cBhvr>
                                      <p:to>
                                        <p:strVal val="solid"/>
                                      </p:to>
                                    </p:set>
                                    <p:set>
                                      <p:cBhvr>
                                        <p:cTn id="79" dur="500" fill="hold"/>
                                        <p:tgtEl>
                                          <p:spTgt spid="220"/>
                                        </p:tgtEl>
                                        <p:attrNameLst>
                                          <p:attrName>fill.on</p:attrName>
                                        </p:attrNameLst>
                                      </p:cBhvr>
                                      <p:to>
                                        <p:strVal val="true"/>
                                      </p:to>
                                    </p:set>
                                  </p:childTnLst>
                                </p:cTn>
                              </p:par>
                              <p:par>
                                <p:cTn id="80" presetID="19" presetClass="emph" presetSubtype="0" fill="hold" grpId="0" nodeType="withEffect">
                                  <p:stCondLst>
                                    <p:cond delay="0"/>
                                  </p:stCondLst>
                                  <p:childTnLst>
                                    <p:animClr clrSpc="rgb" dir="cw">
                                      <p:cBhvr override="childStyle">
                                        <p:cTn id="81" dur="500" fill="hold"/>
                                        <p:tgtEl>
                                          <p:spTgt spid="209"/>
                                        </p:tgtEl>
                                        <p:attrNameLst>
                                          <p:attrName>style.color</p:attrName>
                                        </p:attrNameLst>
                                      </p:cBhvr>
                                      <p:to>
                                        <a:schemeClr val="accent2"/>
                                      </p:to>
                                    </p:animClr>
                                    <p:animClr clrSpc="rgb" dir="cw">
                                      <p:cBhvr>
                                        <p:cTn id="82" dur="500" fill="hold"/>
                                        <p:tgtEl>
                                          <p:spTgt spid="209"/>
                                        </p:tgtEl>
                                        <p:attrNameLst>
                                          <p:attrName>fillcolor</p:attrName>
                                        </p:attrNameLst>
                                      </p:cBhvr>
                                      <p:to>
                                        <a:schemeClr val="accent2"/>
                                      </p:to>
                                    </p:animClr>
                                    <p:set>
                                      <p:cBhvr>
                                        <p:cTn id="83" dur="500" fill="hold"/>
                                        <p:tgtEl>
                                          <p:spTgt spid="209"/>
                                        </p:tgtEl>
                                        <p:attrNameLst>
                                          <p:attrName>fill.type</p:attrName>
                                        </p:attrNameLst>
                                      </p:cBhvr>
                                      <p:to>
                                        <p:strVal val="solid"/>
                                      </p:to>
                                    </p:set>
                                    <p:set>
                                      <p:cBhvr>
                                        <p:cTn id="84" dur="500" fill="hold"/>
                                        <p:tgtEl>
                                          <p:spTgt spid="209"/>
                                        </p:tgtEl>
                                        <p:attrNameLst>
                                          <p:attrName>fill.on</p:attrName>
                                        </p:attrNameLst>
                                      </p:cBhvr>
                                      <p:to>
                                        <p:strVal val="tru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3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animBg="1"/>
      <p:bldP spid="165" grpId="0" animBg="1"/>
      <p:bldP spid="167" grpId="0" animBg="1"/>
      <p:bldP spid="168" grpId="0" animBg="1"/>
      <p:bldP spid="176" grpId="0" animBg="1"/>
      <p:bldP spid="196" grpId="0" animBg="1"/>
      <p:bldP spid="197" grpId="0" animBg="1"/>
      <p:bldP spid="206" grpId="0" animBg="1"/>
      <p:bldP spid="208" grpId="0" animBg="1"/>
      <p:bldP spid="209" grpId="0" animBg="1"/>
      <p:bldP spid="220" grpId="0" animBg="1"/>
      <p:bldP spid="224" grpId="0" animBg="1"/>
      <p:bldP spid="227" grpId="0" animBg="1"/>
      <p:bldP spid="229" grpId="0" animBg="1"/>
      <p:bldP spid="231" grpId="0"/>
      <p:bldP spid="232" grpId="0"/>
      <p:bldP spid="4" grpId="0"/>
      <p:bldP spid="4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Total Domination Number </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lstStyle/>
              <a:p>
                <a:pPr>
                  <a:lnSpc>
                    <a:spcPct val="200000"/>
                  </a:lnSpc>
                </a:pPr>
                <a:r>
                  <a:rPr lang="en-US" b="1" dirty="0"/>
                  <a:t>If every vertex of G is adjacent to at least one vertex of S. </a:t>
                </a:r>
                <a:r>
                  <a:rPr lang="en-US" dirty="0"/>
                  <a:t>Then a set</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S</m:t>
                    </m:r>
                    <m:r>
                      <a:rPr lang="en-US" dirty="0">
                        <a:latin typeface="Cambria Math" panose="02040503050406030204" pitchFamily="18" charset="0"/>
                      </a:rPr>
                      <m:t>⊆</m:t>
                    </m:r>
                    <m:r>
                      <m:rPr>
                        <m:sty m:val="p"/>
                      </m:rPr>
                      <a:rPr lang="en-US" dirty="0">
                        <a:latin typeface="Cambria Math" panose="02040503050406030204" pitchFamily="18" charset="0"/>
                      </a:rPr>
                      <m:t>V</m:t>
                    </m:r>
                    <m:r>
                      <a:rPr lang="en-US" dirty="0">
                        <a:latin typeface="Cambria Math" panose="02040503050406030204" pitchFamily="18" charset="0"/>
                      </a:rPr>
                      <m:t>(</m:t>
                    </m:r>
                    <m:r>
                      <m:rPr>
                        <m:sty m:val="p"/>
                      </m:rPr>
                      <a:rPr lang="en-US" dirty="0">
                        <a:latin typeface="Cambria Math" panose="02040503050406030204" pitchFamily="18" charset="0"/>
                      </a:rPr>
                      <m:t>G</m:t>
                    </m:r>
                    <m:r>
                      <a:rPr lang="en-US" dirty="0">
                        <a:latin typeface="Cambria Math" panose="02040503050406030204" pitchFamily="18" charset="0"/>
                      </a:rPr>
                      <m:t>)</m:t>
                    </m:r>
                  </m:oMath>
                </a14:m>
                <a:r>
                  <a:rPr lang="en-US" dirty="0"/>
                  <a:t> is called a </a:t>
                </a:r>
                <a:r>
                  <a:rPr lang="en-US" dirty="0">
                    <a:solidFill>
                      <a:srgbClr val="C00000"/>
                    </a:solidFill>
                  </a:rPr>
                  <a:t>Total Dominating Set. </a:t>
                </a:r>
              </a:p>
              <a:p>
                <a:pPr>
                  <a:lnSpc>
                    <a:spcPct val="200000"/>
                  </a:lnSpc>
                </a:pPr>
                <a:r>
                  <a:rPr lang="en-US" dirty="0"/>
                  <a:t>The </a:t>
                </a:r>
                <a:r>
                  <a:rPr lang="en-US" b="1" dirty="0"/>
                  <a:t>minimum cardinality</a:t>
                </a:r>
                <a:r>
                  <a:rPr lang="en-US" dirty="0"/>
                  <a:t> of a total dominating set is the </a:t>
                </a:r>
                <a:r>
                  <a:rPr lang="en-US" dirty="0">
                    <a:solidFill>
                      <a:srgbClr val="C00000"/>
                    </a:solidFill>
                  </a:rPr>
                  <a:t>Total Domination Number.</a:t>
                </a:r>
              </a:p>
              <a:p>
                <a:pPr>
                  <a:lnSpc>
                    <a:spcPct val="200000"/>
                  </a:lnSpc>
                </a:pPr>
                <a:r>
                  <a:rPr lang="en-US" b="0" i="0" dirty="0">
                    <a:latin typeface="+mj-lt"/>
                  </a:rPr>
                  <a:t>It </a:t>
                </a:r>
                <a:r>
                  <a:rPr lang="en-US" i="0" dirty="0">
                    <a:latin typeface="+mj-lt"/>
                  </a:rPr>
                  <a:t>is denoted by </a:t>
                </a:r>
                <a14:m>
                  <m:oMath xmlns:m="http://schemas.openxmlformats.org/officeDocument/2006/math">
                    <m:sSub>
                      <m:sSubPr>
                        <m:ctrlPr>
                          <a:rPr lang="en-US" b="0" i="1" smtClean="0">
                            <a:solidFill>
                              <a:srgbClr val="C00000"/>
                            </a:solidFill>
                            <a:latin typeface="Cambria Math" panose="02040503050406030204" pitchFamily="18" charset="0"/>
                            <a:ea typeface="Cambria Math" panose="02040503050406030204" pitchFamily="18" charset="0"/>
                          </a:rPr>
                        </m:ctrlPr>
                      </m:sSubPr>
                      <m:e>
                        <m:r>
                          <m:rPr>
                            <m:sty m:val="p"/>
                          </m:rPr>
                          <a:rPr lang="el-GR" i="1" smtClean="0">
                            <a:solidFill>
                              <a:srgbClr val="C00000"/>
                            </a:solidFill>
                            <a:latin typeface="Cambria Math" panose="02040503050406030204" pitchFamily="18" charset="0"/>
                            <a:ea typeface="Cambria Math" panose="02040503050406030204" pitchFamily="18" charset="0"/>
                          </a:rPr>
                          <m:t>γ</m:t>
                        </m:r>
                      </m:e>
                      <m:sub>
                        <m:r>
                          <m:rPr>
                            <m:sty m:val="p"/>
                          </m:rPr>
                          <a:rPr lang="en-US" b="0" i="0" smtClean="0">
                            <a:solidFill>
                              <a:srgbClr val="C00000"/>
                            </a:solidFill>
                            <a:latin typeface="Cambria Math" panose="02040503050406030204" pitchFamily="18" charset="0"/>
                            <a:ea typeface="Cambria Math" panose="02040503050406030204" pitchFamily="18" charset="0"/>
                          </a:rPr>
                          <m:t>t</m:t>
                        </m:r>
                      </m:sub>
                    </m:sSub>
                    <m:d>
                      <m:dPr>
                        <m:ctrlPr>
                          <a:rPr lang="en-US" i="1">
                            <a:solidFill>
                              <a:srgbClr val="C00000"/>
                            </a:solidFill>
                            <a:latin typeface="Cambria Math" panose="02040503050406030204" pitchFamily="18" charset="0"/>
                          </a:rPr>
                        </m:ctrlPr>
                      </m:dPr>
                      <m:e>
                        <m:r>
                          <m:rPr>
                            <m:sty m:val="p"/>
                          </m:rPr>
                          <a:rPr lang="en-US" i="0">
                            <a:solidFill>
                              <a:srgbClr val="C00000"/>
                            </a:solidFill>
                            <a:latin typeface="Cambria Math" panose="02040503050406030204" pitchFamily="18" charset="0"/>
                          </a:rPr>
                          <m:t>G</m:t>
                        </m:r>
                      </m:e>
                    </m:d>
                  </m:oMath>
                </a14:m>
                <a:r>
                  <a:rPr lang="en-US" dirty="0">
                    <a:solidFill>
                      <a:srgbClr val="002060"/>
                    </a:solidFill>
                  </a:rPr>
                  <a:t>.</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US">
                    <a:noFill/>
                  </a:rPr>
                  <a:t> </a:t>
                </a:r>
              </a:p>
            </p:txBody>
          </p:sp>
        </mc:Fallback>
      </mc:AlternateContent>
    </p:spTree>
    <p:extLst>
      <p:ext uri="{BB962C8B-B14F-4D97-AF65-F5344CB8AC3E}">
        <p14:creationId xmlns:p14="http://schemas.microsoft.com/office/powerpoint/2010/main" val="1408146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 the Total Domination Number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99126" y="4729101"/>
                <a:ext cx="2409820" cy="810555"/>
              </a:xfrm>
            </p:spPr>
            <p:txBody>
              <a:bodyPr/>
              <a:lstStyle/>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γ</m:t>
                          </m:r>
                        </m:e>
                        <m:sub>
                          <m:r>
                            <m:rPr>
                              <m:sty m:val="p"/>
                            </m:rPr>
                            <a:rPr lang="en-US">
                              <a:latin typeface="Cambria Math" panose="02040503050406030204" pitchFamily="18" charset="0"/>
                            </a:rPr>
                            <m:t>t</m:t>
                          </m:r>
                        </m:sub>
                      </m:sSub>
                      <m:d>
                        <m:dPr>
                          <m:ctrlPr>
                            <a:rPr lang="en-US" i="1">
                              <a:latin typeface="Cambria Math" panose="02040503050406030204" pitchFamily="18" charset="0"/>
                            </a:rPr>
                          </m:ctrlPr>
                        </m:dPr>
                        <m:e>
                          <m:r>
                            <m:rPr>
                              <m:sty m:val="p"/>
                            </m:rPr>
                            <a:rPr lang="en-US">
                              <a:latin typeface="Cambria Math" panose="02040503050406030204" pitchFamily="18" charset="0"/>
                            </a:rPr>
                            <m:t>G</m:t>
                          </m:r>
                        </m:e>
                      </m:d>
                      <m:r>
                        <a:rPr lang="en-US" b="0" i="1" smtClean="0">
                          <a:latin typeface="Cambria Math" panose="02040503050406030204" pitchFamily="18" charset="0"/>
                        </a:rPr>
                        <m:t>=4.</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99126" y="4729101"/>
                <a:ext cx="2409820" cy="810555"/>
              </a:xfrm>
              <a:blipFill rotWithShape="0">
                <a:blip r:embed="rId2"/>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BDD11F87-DA81-9510-C1CB-0AF4093562CB}"/>
              </a:ext>
            </a:extLst>
          </p:cNvPr>
          <p:cNvSpPr/>
          <p:nvPr/>
        </p:nvSpPr>
        <p:spPr>
          <a:xfrm rot="5400000">
            <a:off x="5412000" y="14001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6852073" y="14001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0" name="Straight Connector 39">
            <a:extLst>
              <a:ext uri="{FF2B5EF4-FFF2-40B4-BE49-F238E27FC236}">
                <a16:creationId xmlns:a16="http://schemas.microsoft.com/office/drawing/2014/main" id="{6205DD86-315C-53B6-CEEF-A9919650168E}"/>
              </a:ext>
            </a:extLst>
          </p:cNvPr>
          <p:cNvCxnSpPr>
            <a:cxnSpLocks/>
            <a:stCxn id="39" idx="4"/>
            <a:endCxn id="38" idx="0"/>
          </p:cNvCxnSpPr>
          <p:nvPr/>
        </p:nvCxnSpPr>
        <p:spPr>
          <a:xfrm flipH="1">
            <a:off x="5556000" y="1472102"/>
            <a:ext cx="129607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1" name="Oval 40">
            <a:extLst>
              <a:ext uri="{FF2B5EF4-FFF2-40B4-BE49-F238E27FC236}">
                <a16:creationId xmlns:a16="http://schemas.microsoft.com/office/drawing/2014/main" id="{BDD11F87-DA81-9510-C1CB-0AF4093562CB}"/>
              </a:ext>
            </a:extLst>
          </p:cNvPr>
          <p:cNvSpPr/>
          <p:nvPr/>
        </p:nvSpPr>
        <p:spPr>
          <a:xfrm rot="5400000">
            <a:off x="5411913" y="28478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2" name="Oval 41">
            <a:extLst>
              <a:ext uri="{FF2B5EF4-FFF2-40B4-BE49-F238E27FC236}">
                <a16:creationId xmlns:a16="http://schemas.microsoft.com/office/drawing/2014/main" id="{BDD11F87-DA81-9510-C1CB-0AF4093562CB}"/>
              </a:ext>
            </a:extLst>
          </p:cNvPr>
          <p:cNvSpPr/>
          <p:nvPr/>
        </p:nvSpPr>
        <p:spPr>
          <a:xfrm rot="5400000">
            <a:off x="6853120" y="285363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3" name="Straight Connector 42">
            <a:extLst>
              <a:ext uri="{FF2B5EF4-FFF2-40B4-BE49-F238E27FC236}">
                <a16:creationId xmlns:a16="http://schemas.microsoft.com/office/drawing/2014/main" id="{6205DD86-315C-53B6-CEEF-A9919650168E}"/>
              </a:ext>
            </a:extLst>
          </p:cNvPr>
          <p:cNvCxnSpPr>
            <a:cxnSpLocks/>
            <a:stCxn id="38" idx="6"/>
            <a:endCxn id="41" idx="2"/>
          </p:cNvCxnSpPr>
          <p:nvPr/>
        </p:nvCxnSpPr>
        <p:spPr>
          <a:xfrm flipH="1">
            <a:off x="5483913" y="1544102"/>
            <a:ext cx="87" cy="13037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39" idx="6"/>
            <a:endCxn id="42" idx="2"/>
          </p:cNvCxnSpPr>
          <p:nvPr/>
        </p:nvCxnSpPr>
        <p:spPr>
          <a:xfrm>
            <a:off x="6924073" y="1544102"/>
            <a:ext cx="1047" cy="130953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47" idx="4"/>
            <a:endCxn id="46" idx="0"/>
          </p:cNvCxnSpPr>
          <p:nvPr/>
        </p:nvCxnSpPr>
        <p:spPr>
          <a:xfrm flipH="1">
            <a:off x="5556959" y="4345584"/>
            <a:ext cx="1296160" cy="152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6" name="Oval 45">
            <a:extLst>
              <a:ext uri="{FF2B5EF4-FFF2-40B4-BE49-F238E27FC236}">
                <a16:creationId xmlns:a16="http://schemas.microsoft.com/office/drawing/2014/main" id="{BDD11F87-DA81-9510-C1CB-0AF4093562CB}"/>
              </a:ext>
            </a:extLst>
          </p:cNvPr>
          <p:cNvSpPr/>
          <p:nvPr/>
        </p:nvSpPr>
        <p:spPr>
          <a:xfrm rot="5400000">
            <a:off x="5412959" y="42888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7" name="Oval 46">
            <a:extLst>
              <a:ext uri="{FF2B5EF4-FFF2-40B4-BE49-F238E27FC236}">
                <a16:creationId xmlns:a16="http://schemas.microsoft.com/office/drawing/2014/main" id="{BDD11F87-DA81-9510-C1CB-0AF4093562CB}"/>
              </a:ext>
            </a:extLst>
          </p:cNvPr>
          <p:cNvSpPr/>
          <p:nvPr/>
        </p:nvSpPr>
        <p:spPr>
          <a:xfrm rot="5400000">
            <a:off x="6853119" y="42735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8" name="Straight Connector 47">
            <a:extLst>
              <a:ext uri="{FF2B5EF4-FFF2-40B4-BE49-F238E27FC236}">
                <a16:creationId xmlns:a16="http://schemas.microsoft.com/office/drawing/2014/main" id="{6205DD86-315C-53B6-CEEF-A9919650168E}"/>
              </a:ext>
            </a:extLst>
          </p:cNvPr>
          <p:cNvCxnSpPr>
            <a:cxnSpLocks/>
            <a:stCxn id="41" idx="6"/>
            <a:endCxn id="46" idx="2"/>
          </p:cNvCxnSpPr>
          <p:nvPr/>
        </p:nvCxnSpPr>
        <p:spPr>
          <a:xfrm>
            <a:off x="5483913" y="2991882"/>
            <a:ext cx="1046" cy="129694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42" idx="6"/>
            <a:endCxn id="47" idx="2"/>
          </p:cNvCxnSpPr>
          <p:nvPr/>
        </p:nvCxnSpPr>
        <p:spPr>
          <a:xfrm flipH="1">
            <a:off x="6925119" y="2997639"/>
            <a:ext cx="1" cy="12759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1" name="Oval 50"/>
          <p:cNvSpPr/>
          <p:nvPr/>
        </p:nvSpPr>
        <p:spPr>
          <a:xfrm>
            <a:off x="6736443" y="1301083"/>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2" name="Oval 71"/>
          <p:cNvSpPr/>
          <p:nvPr/>
        </p:nvSpPr>
        <p:spPr>
          <a:xfrm>
            <a:off x="5299561" y="1301467"/>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5" name="Oval 74"/>
          <p:cNvSpPr/>
          <p:nvPr/>
        </p:nvSpPr>
        <p:spPr>
          <a:xfrm>
            <a:off x="6736443" y="4187636"/>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Oval 23"/>
          <p:cNvSpPr/>
          <p:nvPr/>
        </p:nvSpPr>
        <p:spPr>
          <a:xfrm>
            <a:off x="5299561" y="4180016"/>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6782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down)">
                                      <p:cBhvr>
                                        <p:cTn id="7" dur="5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19" presetClass="emph" presetSubtype="0" fill="hold" grpId="0" nodeType="clickEffect">
                                  <p:stCondLst>
                                    <p:cond delay="0"/>
                                  </p:stCondLst>
                                  <p:childTnLst>
                                    <p:animClr clrSpc="rgb" dir="cw">
                                      <p:cBhvr override="childStyle">
                                        <p:cTn id="11" dur="500" fill="hold"/>
                                        <p:tgtEl>
                                          <p:spTgt spid="41"/>
                                        </p:tgtEl>
                                        <p:attrNameLst>
                                          <p:attrName>style.color</p:attrName>
                                        </p:attrNameLst>
                                      </p:cBhvr>
                                      <p:to>
                                        <a:schemeClr val="accent2"/>
                                      </p:to>
                                    </p:animClr>
                                    <p:animClr clrSpc="rgb" dir="cw">
                                      <p:cBhvr>
                                        <p:cTn id="12" dur="500" fill="hold"/>
                                        <p:tgtEl>
                                          <p:spTgt spid="41"/>
                                        </p:tgtEl>
                                        <p:attrNameLst>
                                          <p:attrName>fillcolor</p:attrName>
                                        </p:attrNameLst>
                                      </p:cBhvr>
                                      <p:to>
                                        <a:schemeClr val="accent2"/>
                                      </p:to>
                                    </p:animClr>
                                    <p:set>
                                      <p:cBhvr>
                                        <p:cTn id="13" dur="500" fill="hold"/>
                                        <p:tgtEl>
                                          <p:spTgt spid="41"/>
                                        </p:tgtEl>
                                        <p:attrNameLst>
                                          <p:attrName>fill.type</p:attrName>
                                        </p:attrNameLst>
                                      </p:cBhvr>
                                      <p:to>
                                        <p:strVal val="solid"/>
                                      </p:to>
                                    </p:set>
                                    <p:set>
                                      <p:cBhvr>
                                        <p:cTn id="14" dur="500" fill="hold"/>
                                        <p:tgtEl>
                                          <p:spTgt spid="41"/>
                                        </p:tgtEl>
                                        <p:attrNameLst>
                                          <p:attrName>fill.on</p:attrName>
                                        </p:attrNameLst>
                                      </p:cBhvr>
                                      <p:to>
                                        <p:strVal val="true"/>
                                      </p:to>
                                    </p:set>
                                  </p:childTnLst>
                                </p:cTn>
                              </p:par>
                              <p:par>
                                <p:cTn id="15" presetID="19" presetClass="emph" presetSubtype="0" fill="hold" grpId="0" nodeType="withEffect">
                                  <p:stCondLst>
                                    <p:cond delay="0"/>
                                  </p:stCondLst>
                                  <p:childTnLst>
                                    <p:animClr clrSpc="rgb" dir="cw">
                                      <p:cBhvr override="childStyle">
                                        <p:cTn id="16" dur="500" fill="hold"/>
                                        <p:tgtEl>
                                          <p:spTgt spid="39"/>
                                        </p:tgtEl>
                                        <p:attrNameLst>
                                          <p:attrName>style.color</p:attrName>
                                        </p:attrNameLst>
                                      </p:cBhvr>
                                      <p:to>
                                        <a:schemeClr val="accent2"/>
                                      </p:to>
                                    </p:animClr>
                                    <p:animClr clrSpc="rgb" dir="cw">
                                      <p:cBhvr>
                                        <p:cTn id="17" dur="500" fill="hold"/>
                                        <p:tgtEl>
                                          <p:spTgt spid="39"/>
                                        </p:tgtEl>
                                        <p:attrNameLst>
                                          <p:attrName>fillcolor</p:attrName>
                                        </p:attrNameLst>
                                      </p:cBhvr>
                                      <p:to>
                                        <a:schemeClr val="accent2"/>
                                      </p:to>
                                    </p:animClr>
                                    <p:set>
                                      <p:cBhvr>
                                        <p:cTn id="18" dur="500" fill="hold"/>
                                        <p:tgtEl>
                                          <p:spTgt spid="39"/>
                                        </p:tgtEl>
                                        <p:attrNameLst>
                                          <p:attrName>fill.type</p:attrName>
                                        </p:attrNameLst>
                                      </p:cBhvr>
                                      <p:to>
                                        <p:strVal val="solid"/>
                                      </p:to>
                                    </p:set>
                                    <p:set>
                                      <p:cBhvr>
                                        <p:cTn id="19" dur="500" fill="hold"/>
                                        <p:tgtEl>
                                          <p:spTgt spid="39"/>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75"/>
                                        </p:tgtEl>
                                        <p:attrNameLst>
                                          <p:attrName>style.visibility</p:attrName>
                                        </p:attrNameLst>
                                      </p:cBhvr>
                                      <p:to>
                                        <p:strVal val="visible"/>
                                      </p:to>
                                    </p:set>
                                    <p:animEffect transition="in" filter="wipe(down)">
                                      <p:cBhvr>
                                        <p:cTn id="24" dur="500"/>
                                        <p:tgtEl>
                                          <p:spTgt spid="75"/>
                                        </p:tgtEl>
                                      </p:cBhvr>
                                    </p:animEffect>
                                  </p:childTnLst>
                                </p:cTn>
                              </p:par>
                            </p:childTnLst>
                          </p:cTn>
                        </p:par>
                      </p:childTnLst>
                    </p:cTn>
                  </p:par>
                  <p:par>
                    <p:cTn id="25" fill="hold">
                      <p:stCondLst>
                        <p:cond delay="indefinite"/>
                      </p:stCondLst>
                      <p:childTnLst>
                        <p:par>
                          <p:cTn id="26" fill="hold">
                            <p:stCondLst>
                              <p:cond delay="0"/>
                            </p:stCondLst>
                            <p:childTnLst>
                              <p:par>
                                <p:cTn id="27" presetID="19" presetClass="emph" presetSubtype="0" fill="hold" grpId="0" nodeType="clickEffect">
                                  <p:stCondLst>
                                    <p:cond delay="0"/>
                                  </p:stCondLst>
                                  <p:childTnLst>
                                    <p:animClr clrSpc="rgb" dir="cw">
                                      <p:cBhvr override="childStyle">
                                        <p:cTn id="28" dur="500" fill="hold"/>
                                        <p:tgtEl>
                                          <p:spTgt spid="46"/>
                                        </p:tgtEl>
                                        <p:attrNameLst>
                                          <p:attrName>style.color</p:attrName>
                                        </p:attrNameLst>
                                      </p:cBhvr>
                                      <p:to>
                                        <a:schemeClr val="accent2"/>
                                      </p:to>
                                    </p:animClr>
                                    <p:animClr clrSpc="rgb" dir="cw">
                                      <p:cBhvr>
                                        <p:cTn id="29" dur="500" fill="hold"/>
                                        <p:tgtEl>
                                          <p:spTgt spid="46"/>
                                        </p:tgtEl>
                                        <p:attrNameLst>
                                          <p:attrName>fillcolor</p:attrName>
                                        </p:attrNameLst>
                                      </p:cBhvr>
                                      <p:to>
                                        <a:schemeClr val="accent2"/>
                                      </p:to>
                                    </p:animClr>
                                    <p:set>
                                      <p:cBhvr>
                                        <p:cTn id="30" dur="500" fill="hold"/>
                                        <p:tgtEl>
                                          <p:spTgt spid="46"/>
                                        </p:tgtEl>
                                        <p:attrNameLst>
                                          <p:attrName>fill.type</p:attrName>
                                        </p:attrNameLst>
                                      </p:cBhvr>
                                      <p:to>
                                        <p:strVal val="solid"/>
                                      </p:to>
                                    </p:set>
                                    <p:set>
                                      <p:cBhvr>
                                        <p:cTn id="31" dur="500" fill="hold"/>
                                        <p:tgtEl>
                                          <p:spTgt spid="46"/>
                                        </p:tgtEl>
                                        <p:attrNameLst>
                                          <p:attrName>fill.on</p:attrName>
                                        </p:attrNameLst>
                                      </p:cBhvr>
                                      <p:to>
                                        <p:strVal val="true"/>
                                      </p:to>
                                    </p:set>
                                  </p:childTnLst>
                                </p:cTn>
                              </p:par>
                              <p:par>
                                <p:cTn id="32" presetID="19" presetClass="emph" presetSubtype="0" fill="hold" grpId="0" nodeType="withEffect">
                                  <p:stCondLst>
                                    <p:cond delay="0"/>
                                  </p:stCondLst>
                                  <p:childTnLst>
                                    <p:animClr clrSpc="rgb" dir="cw">
                                      <p:cBhvr override="childStyle">
                                        <p:cTn id="33" dur="500" fill="hold"/>
                                        <p:tgtEl>
                                          <p:spTgt spid="42"/>
                                        </p:tgtEl>
                                        <p:attrNameLst>
                                          <p:attrName>style.color</p:attrName>
                                        </p:attrNameLst>
                                      </p:cBhvr>
                                      <p:to>
                                        <a:schemeClr val="accent2"/>
                                      </p:to>
                                    </p:animClr>
                                    <p:animClr clrSpc="rgb" dir="cw">
                                      <p:cBhvr>
                                        <p:cTn id="34" dur="500" fill="hold"/>
                                        <p:tgtEl>
                                          <p:spTgt spid="42"/>
                                        </p:tgtEl>
                                        <p:attrNameLst>
                                          <p:attrName>fillcolor</p:attrName>
                                        </p:attrNameLst>
                                      </p:cBhvr>
                                      <p:to>
                                        <a:schemeClr val="accent2"/>
                                      </p:to>
                                    </p:animClr>
                                    <p:set>
                                      <p:cBhvr>
                                        <p:cTn id="35" dur="500" fill="hold"/>
                                        <p:tgtEl>
                                          <p:spTgt spid="42"/>
                                        </p:tgtEl>
                                        <p:attrNameLst>
                                          <p:attrName>fill.type</p:attrName>
                                        </p:attrNameLst>
                                      </p:cBhvr>
                                      <p:to>
                                        <p:strVal val="solid"/>
                                      </p:to>
                                    </p:set>
                                    <p:set>
                                      <p:cBhvr>
                                        <p:cTn id="36" dur="500" fill="hold"/>
                                        <p:tgtEl>
                                          <p:spTgt spid="42"/>
                                        </p:tgtEl>
                                        <p:attrNameLst>
                                          <p:attrName>fill.on</p:attrName>
                                        </p:attrNameLst>
                                      </p:cBhvr>
                                      <p:to>
                                        <p:strVal val="tru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9" presetClass="emph" presetSubtype="0" fill="hold" grpId="0" nodeType="clickEffect">
                                  <p:stCondLst>
                                    <p:cond delay="0"/>
                                  </p:stCondLst>
                                  <p:childTnLst>
                                    <p:animClr clrSpc="rgb" dir="cw">
                                      <p:cBhvr override="childStyle">
                                        <p:cTn id="44" dur="500" fill="hold"/>
                                        <p:tgtEl>
                                          <p:spTgt spid="38"/>
                                        </p:tgtEl>
                                        <p:attrNameLst>
                                          <p:attrName>style.color</p:attrName>
                                        </p:attrNameLst>
                                      </p:cBhvr>
                                      <p:to>
                                        <a:schemeClr val="accent2"/>
                                      </p:to>
                                    </p:animClr>
                                    <p:animClr clrSpc="rgb" dir="cw">
                                      <p:cBhvr>
                                        <p:cTn id="45" dur="500" fill="hold"/>
                                        <p:tgtEl>
                                          <p:spTgt spid="38"/>
                                        </p:tgtEl>
                                        <p:attrNameLst>
                                          <p:attrName>fillcolor</p:attrName>
                                        </p:attrNameLst>
                                      </p:cBhvr>
                                      <p:to>
                                        <a:schemeClr val="accent2"/>
                                      </p:to>
                                    </p:animClr>
                                    <p:set>
                                      <p:cBhvr>
                                        <p:cTn id="46" dur="500" fill="hold"/>
                                        <p:tgtEl>
                                          <p:spTgt spid="38"/>
                                        </p:tgtEl>
                                        <p:attrNameLst>
                                          <p:attrName>fill.type</p:attrName>
                                        </p:attrNameLst>
                                      </p:cBhvr>
                                      <p:to>
                                        <p:strVal val="solid"/>
                                      </p:to>
                                    </p:set>
                                    <p:set>
                                      <p:cBhvr>
                                        <p:cTn id="47" dur="500" fill="hold"/>
                                        <p:tgtEl>
                                          <p:spTgt spid="38"/>
                                        </p:tgtEl>
                                        <p:attrNameLst>
                                          <p:attrName>fill.on</p:attrName>
                                        </p:attrNameLst>
                                      </p:cBhvr>
                                      <p:to>
                                        <p:strVal val="tru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9" presetClass="emph" presetSubtype="0" fill="hold" grpId="0" nodeType="clickEffect">
                                  <p:stCondLst>
                                    <p:cond delay="0"/>
                                  </p:stCondLst>
                                  <p:childTnLst>
                                    <p:animClr clrSpc="rgb" dir="cw">
                                      <p:cBhvr override="childStyle">
                                        <p:cTn id="55" dur="500" fill="hold"/>
                                        <p:tgtEl>
                                          <p:spTgt spid="47"/>
                                        </p:tgtEl>
                                        <p:attrNameLst>
                                          <p:attrName>style.color</p:attrName>
                                        </p:attrNameLst>
                                      </p:cBhvr>
                                      <p:to>
                                        <a:schemeClr val="accent2"/>
                                      </p:to>
                                    </p:animClr>
                                    <p:animClr clrSpc="rgb" dir="cw">
                                      <p:cBhvr>
                                        <p:cTn id="56" dur="500" fill="hold"/>
                                        <p:tgtEl>
                                          <p:spTgt spid="47"/>
                                        </p:tgtEl>
                                        <p:attrNameLst>
                                          <p:attrName>fillcolor</p:attrName>
                                        </p:attrNameLst>
                                      </p:cBhvr>
                                      <p:to>
                                        <a:schemeClr val="accent2"/>
                                      </p:to>
                                    </p:animClr>
                                    <p:set>
                                      <p:cBhvr>
                                        <p:cTn id="57" dur="500" fill="hold"/>
                                        <p:tgtEl>
                                          <p:spTgt spid="47"/>
                                        </p:tgtEl>
                                        <p:attrNameLst>
                                          <p:attrName>fill.type</p:attrName>
                                        </p:attrNameLst>
                                      </p:cBhvr>
                                      <p:to>
                                        <p:strVal val="solid"/>
                                      </p:to>
                                    </p:set>
                                    <p:set>
                                      <p:cBhvr>
                                        <p:cTn id="58" dur="500" fill="hold"/>
                                        <p:tgtEl>
                                          <p:spTgt spid="4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1" grpId="0" animBg="1"/>
      <p:bldP spid="42" grpId="0" animBg="1"/>
      <p:bldP spid="46" grpId="0" animBg="1"/>
      <p:bldP spid="47" grpId="0" animBg="1"/>
      <p:bldP spid="51" grpId="0" animBg="1"/>
      <p:bldP spid="72" grpId="0" animBg="1"/>
      <p:bldP spid="75" grpId="0" animBg="1"/>
      <p:bldP spid="2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 the Total Domination Number </a:t>
            </a:r>
          </a:p>
        </p:txBody>
      </p:sp>
      <mc:AlternateContent xmlns:mc="http://schemas.openxmlformats.org/markup-compatibility/2006" xmlns:a14="http://schemas.microsoft.com/office/drawing/2010/main">
        <mc:Choice Requires="a14">
          <p:sp>
            <p:nvSpPr>
              <p:cNvPr id="5" name="Rectangle 4"/>
              <p:cNvSpPr/>
              <p:nvPr/>
            </p:nvSpPr>
            <p:spPr>
              <a:xfrm>
                <a:off x="5144186" y="5950728"/>
                <a:ext cx="178298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i="0">
                              <a:solidFill>
                                <a:srgbClr val="002060"/>
                              </a:solidFill>
                              <a:latin typeface="Cambria Math" panose="02040503050406030204" pitchFamily="18" charset="0"/>
                            </a:rPr>
                            <m:t>γ</m:t>
                          </m:r>
                        </m:e>
                        <m:sub>
                          <m:r>
                            <m:rPr>
                              <m:sty m:val="p"/>
                            </m:rPr>
                            <a:rPr lang="en-US" sz="2800" i="0">
                              <a:solidFill>
                                <a:srgbClr val="002060"/>
                              </a:solidFill>
                              <a:latin typeface="Cambria Math" panose="02040503050406030204" pitchFamily="18" charset="0"/>
                            </a:rPr>
                            <m:t>t</m:t>
                          </m:r>
                        </m:sub>
                      </m:sSub>
                      <m:d>
                        <m:dPr>
                          <m:ctrlPr>
                            <a:rPr lang="en-US"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G</m:t>
                          </m:r>
                        </m:e>
                      </m:d>
                      <m:r>
                        <a:rPr lang="en-US" sz="2800" i="0">
                          <a:solidFill>
                            <a:srgbClr val="002060"/>
                          </a:solidFill>
                          <a:latin typeface="Cambria Math" panose="02040503050406030204" pitchFamily="18" charset="0"/>
                        </a:rPr>
                        <m:t>=4</m:t>
                      </m:r>
                    </m:oMath>
                  </m:oMathPara>
                </a14:m>
                <a:endParaRPr lang="en-US" sz="2800" dirty="0"/>
              </a:p>
            </p:txBody>
          </p:sp>
        </mc:Choice>
        <mc:Fallback xmlns="">
          <p:sp>
            <p:nvSpPr>
              <p:cNvPr id="5" name="Rectangle 4"/>
              <p:cNvSpPr>
                <a:spLocks noRot="1" noChangeAspect="1" noMove="1" noResize="1" noEditPoints="1" noAdjustHandles="1" noChangeArrowheads="1" noChangeShapeType="1" noTextEdit="1"/>
              </p:cNvSpPr>
              <p:nvPr/>
            </p:nvSpPr>
            <p:spPr>
              <a:xfrm>
                <a:off x="5144186" y="5950728"/>
                <a:ext cx="1782989" cy="523220"/>
              </a:xfrm>
              <a:prstGeom prst="rect">
                <a:avLst/>
              </a:prstGeom>
              <a:blipFill rotWithShape="0">
                <a:blip r:embed="rId2"/>
                <a:stretch>
                  <a:fillRect/>
                </a:stretch>
              </a:blipFill>
            </p:spPr>
            <p:txBody>
              <a:bodyPr/>
              <a:lstStyle/>
              <a:p>
                <a:r>
                  <a:rPr lang="en-US">
                    <a:noFill/>
                  </a:rPr>
                  <a:t> </a:t>
                </a:r>
              </a:p>
            </p:txBody>
          </p:sp>
        </mc:Fallback>
      </mc:AlternateContent>
      <p:cxnSp>
        <p:nvCxnSpPr>
          <p:cNvPr id="72" name="Straight Connector 71">
            <a:extLst>
              <a:ext uri="{FF2B5EF4-FFF2-40B4-BE49-F238E27FC236}">
                <a16:creationId xmlns:a16="http://schemas.microsoft.com/office/drawing/2014/main" id="{6205DD86-315C-53B6-CEEF-A9919650168E}"/>
              </a:ext>
            </a:extLst>
          </p:cNvPr>
          <p:cNvCxnSpPr>
            <a:cxnSpLocks/>
            <a:stCxn id="102" idx="4"/>
            <a:endCxn id="108" idx="1"/>
          </p:cNvCxnSpPr>
          <p:nvPr/>
        </p:nvCxnSpPr>
        <p:spPr>
          <a:xfrm flipH="1">
            <a:off x="4619320" y="1289099"/>
            <a:ext cx="1344361" cy="70337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a:extLst>
              <a:ext uri="{FF2B5EF4-FFF2-40B4-BE49-F238E27FC236}">
                <a16:creationId xmlns:a16="http://schemas.microsoft.com/office/drawing/2014/main" id="{6205DD86-315C-53B6-CEEF-A9919650168E}"/>
              </a:ext>
            </a:extLst>
          </p:cNvPr>
          <p:cNvCxnSpPr>
            <a:cxnSpLocks/>
            <a:stCxn id="103" idx="2"/>
            <a:endCxn id="108" idx="6"/>
          </p:cNvCxnSpPr>
          <p:nvPr/>
        </p:nvCxnSpPr>
        <p:spPr>
          <a:xfrm flipV="1">
            <a:off x="4568408" y="2112933"/>
            <a:ext cx="0" cy="86409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a:extLst>
              <a:ext uri="{FF2B5EF4-FFF2-40B4-BE49-F238E27FC236}">
                <a16:creationId xmlns:a16="http://schemas.microsoft.com/office/drawing/2014/main" id="{6205DD86-315C-53B6-CEEF-A9919650168E}"/>
              </a:ext>
            </a:extLst>
          </p:cNvPr>
          <p:cNvCxnSpPr>
            <a:cxnSpLocks/>
            <a:stCxn id="112" idx="2"/>
          </p:cNvCxnSpPr>
          <p:nvPr/>
        </p:nvCxnSpPr>
        <p:spPr>
          <a:xfrm flipV="1">
            <a:off x="4564370" y="3118155"/>
            <a:ext cx="4046" cy="1012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Straight Connector 75">
            <a:extLst>
              <a:ext uri="{FF2B5EF4-FFF2-40B4-BE49-F238E27FC236}">
                <a16:creationId xmlns:a16="http://schemas.microsoft.com/office/drawing/2014/main" id="{6205DD86-315C-53B6-CEEF-A9919650168E}"/>
              </a:ext>
            </a:extLst>
          </p:cNvPr>
          <p:cNvCxnSpPr>
            <a:cxnSpLocks/>
            <a:stCxn id="109" idx="2"/>
            <a:endCxn id="112" idx="6"/>
          </p:cNvCxnSpPr>
          <p:nvPr/>
        </p:nvCxnSpPr>
        <p:spPr>
          <a:xfrm flipH="1" flipV="1">
            <a:off x="4564370" y="4271728"/>
            <a:ext cx="4054" cy="129758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107" idx="2"/>
            <a:endCxn id="111" idx="6"/>
          </p:cNvCxnSpPr>
          <p:nvPr/>
        </p:nvCxnSpPr>
        <p:spPr>
          <a:xfrm flipH="1" flipV="1">
            <a:off x="7448728" y="2119330"/>
            <a:ext cx="16" cy="85769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107" idx="6"/>
            <a:endCxn id="104" idx="2"/>
          </p:cNvCxnSpPr>
          <p:nvPr/>
        </p:nvCxnSpPr>
        <p:spPr>
          <a:xfrm flipH="1">
            <a:off x="7448728" y="3118155"/>
            <a:ext cx="16" cy="101100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6205DD86-315C-53B6-CEEF-A9919650168E}"/>
              </a:ext>
            </a:extLst>
          </p:cNvPr>
          <p:cNvCxnSpPr>
            <a:cxnSpLocks/>
            <a:stCxn id="104" idx="6"/>
            <a:endCxn id="106" idx="2"/>
          </p:cNvCxnSpPr>
          <p:nvPr/>
        </p:nvCxnSpPr>
        <p:spPr>
          <a:xfrm>
            <a:off x="7448728" y="4270283"/>
            <a:ext cx="16" cy="129903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6205DD86-315C-53B6-CEEF-A9919650168E}"/>
              </a:ext>
            </a:extLst>
          </p:cNvPr>
          <p:cNvCxnSpPr>
            <a:cxnSpLocks/>
            <a:stCxn id="111" idx="3"/>
            <a:endCxn id="102" idx="0"/>
          </p:cNvCxnSpPr>
          <p:nvPr/>
        </p:nvCxnSpPr>
        <p:spPr>
          <a:xfrm flipH="1" flipV="1">
            <a:off x="6107681" y="1289099"/>
            <a:ext cx="1290135" cy="7097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4" name="Straight Connector 93">
            <a:extLst>
              <a:ext uri="{FF2B5EF4-FFF2-40B4-BE49-F238E27FC236}">
                <a16:creationId xmlns:a16="http://schemas.microsoft.com/office/drawing/2014/main" id="{6205DD86-315C-53B6-CEEF-A9919650168E}"/>
              </a:ext>
            </a:extLst>
          </p:cNvPr>
          <p:cNvCxnSpPr>
            <a:cxnSpLocks/>
            <a:stCxn id="105" idx="5"/>
            <a:endCxn id="109" idx="1"/>
          </p:cNvCxnSpPr>
          <p:nvPr/>
        </p:nvCxnSpPr>
        <p:spPr>
          <a:xfrm flipH="1">
            <a:off x="4619336" y="4249616"/>
            <a:ext cx="1365433" cy="13403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Straight Connector 94">
            <a:extLst>
              <a:ext uri="{FF2B5EF4-FFF2-40B4-BE49-F238E27FC236}">
                <a16:creationId xmlns:a16="http://schemas.microsoft.com/office/drawing/2014/main" id="{6205DD86-315C-53B6-CEEF-A9919650168E}"/>
              </a:ext>
            </a:extLst>
          </p:cNvPr>
          <p:cNvCxnSpPr>
            <a:cxnSpLocks/>
            <a:stCxn id="105" idx="7"/>
            <a:endCxn id="106" idx="3"/>
          </p:cNvCxnSpPr>
          <p:nvPr/>
        </p:nvCxnSpPr>
        <p:spPr>
          <a:xfrm>
            <a:off x="6086593" y="4249616"/>
            <a:ext cx="1311239" cy="13403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110" idx="3"/>
            <a:endCxn id="108" idx="0"/>
          </p:cNvCxnSpPr>
          <p:nvPr/>
        </p:nvCxnSpPr>
        <p:spPr>
          <a:xfrm flipH="1" flipV="1">
            <a:off x="4640408" y="2042370"/>
            <a:ext cx="1317256" cy="74219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110" idx="1"/>
            <a:endCxn id="111" idx="4"/>
          </p:cNvCxnSpPr>
          <p:nvPr/>
        </p:nvCxnSpPr>
        <p:spPr>
          <a:xfrm flipV="1">
            <a:off x="6059488" y="2048767"/>
            <a:ext cx="1317240" cy="73579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6205DD86-315C-53B6-CEEF-A9919650168E}"/>
              </a:ext>
            </a:extLst>
          </p:cNvPr>
          <p:cNvCxnSpPr>
            <a:cxnSpLocks/>
            <a:stCxn id="110" idx="5"/>
            <a:endCxn id="112" idx="1"/>
          </p:cNvCxnSpPr>
          <p:nvPr/>
        </p:nvCxnSpPr>
        <p:spPr>
          <a:xfrm flipH="1">
            <a:off x="4615282" y="2884354"/>
            <a:ext cx="1342382" cy="12669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Straight Connector 98">
            <a:extLst>
              <a:ext uri="{FF2B5EF4-FFF2-40B4-BE49-F238E27FC236}">
                <a16:creationId xmlns:a16="http://schemas.microsoft.com/office/drawing/2014/main" id="{6205DD86-315C-53B6-CEEF-A9919650168E}"/>
              </a:ext>
            </a:extLst>
          </p:cNvPr>
          <p:cNvCxnSpPr>
            <a:cxnSpLocks/>
            <a:stCxn id="104" idx="3"/>
            <a:endCxn id="110" idx="7"/>
          </p:cNvCxnSpPr>
          <p:nvPr/>
        </p:nvCxnSpPr>
        <p:spPr>
          <a:xfrm flipH="1" flipV="1">
            <a:off x="6059488" y="2884354"/>
            <a:ext cx="1338328" cy="12654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Straight Connector 99">
            <a:extLst>
              <a:ext uri="{FF2B5EF4-FFF2-40B4-BE49-F238E27FC236}">
                <a16:creationId xmlns:a16="http://schemas.microsoft.com/office/drawing/2014/main" id="{6205DD86-315C-53B6-CEEF-A9919650168E}"/>
              </a:ext>
            </a:extLst>
          </p:cNvPr>
          <p:cNvCxnSpPr>
            <a:cxnSpLocks/>
            <a:stCxn id="107" idx="5"/>
            <a:endCxn id="105" idx="1"/>
          </p:cNvCxnSpPr>
          <p:nvPr/>
        </p:nvCxnSpPr>
        <p:spPr>
          <a:xfrm flipH="1">
            <a:off x="6086593" y="3097488"/>
            <a:ext cx="1311239" cy="1052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1" name="Straight Connector 100">
            <a:extLst>
              <a:ext uri="{FF2B5EF4-FFF2-40B4-BE49-F238E27FC236}">
                <a16:creationId xmlns:a16="http://schemas.microsoft.com/office/drawing/2014/main" id="{6205DD86-315C-53B6-CEEF-A9919650168E}"/>
              </a:ext>
            </a:extLst>
          </p:cNvPr>
          <p:cNvCxnSpPr>
            <a:cxnSpLocks/>
            <a:stCxn id="105" idx="3"/>
            <a:endCxn id="103" idx="7"/>
          </p:cNvCxnSpPr>
          <p:nvPr/>
        </p:nvCxnSpPr>
        <p:spPr>
          <a:xfrm flipH="1" flipV="1">
            <a:off x="4619320" y="3097488"/>
            <a:ext cx="1365449" cy="1052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2" name="Oval 101">
            <a:extLst>
              <a:ext uri="{FF2B5EF4-FFF2-40B4-BE49-F238E27FC236}">
                <a16:creationId xmlns:a16="http://schemas.microsoft.com/office/drawing/2014/main" id="{BDD11F87-DA81-9510-C1CB-0AF4093562CB}"/>
              </a:ext>
            </a:extLst>
          </p:cNvPr>
          <p:cNvSpPr/>
          <p:nvPr/>
        </p:nvSpPr>
        <p:spPr>
          <a:xfrm rot="5400000">
            <a:off x="5965118" y="121709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3" name="Oval 102">
            <a:extLst>
              <a:ext uri="{FF2B5EF4-FFF2-40B4-BE49-F238E27FC236}">
                <a16:creationId xmlns:a16="http://schemas.microsoft.com/office/drawing/2014/main" id="{BDD11F87-DA81-9510-C1CB-0AF4093562CB}"/>
              </a:ext>
            </a:extLst>
          </p:cNvPr>
          <p:cNvSpPr/>
          <p:nvPr/>
        </p:nvSpPr>
        <p:spPr>
          <a:xfrm rot="5400000">
            <a:off x="4497845" y="297559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4" name="Oval 103">
            <a:extLst>
              <a:ext uri="{FF2B5EF4-FFF2-40B4-BE49-F238E27FC236}">
                <a16:creationId xmlns:a16="http://schemas.microsoft.com/office/drawing/2014/main" id="{BDD11F87-DA81-9510-C1CB-0AF4093562CB}"/>
              </a:ext>
            </a:extLst>
          </p:cNvPr>
          <p:cNvSpPr/>
          <p:nvPr/>
        </p:nvSpPr>
        <p:spPr>
          <a:xfrm rot="5400000">
            <a:off x="7378165" y="412772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5" name="Oval 104">
            <a:extLst>
              <a:ext uri="{FF2B5EF4-FFF2-40B4-BE49-F238E27FC236}">
                <a16:creationId xmlns:a16="http://schemas.microsoft.com/office/drawing/2014/main" id="{BDD11F87-DA81-9510-C1CB-0AF4093562CB}"/>
              </a:ext>
            </a:extLst>
          </p:cNvPr>
          <p:cNvSpPr/>
          <p:nvPr/>
        </p:nvSpPr>
        <p:spPr>
          <a:xfrm rot="5400000">
            <a:off x="5965118" y="412772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6" name="Oval 105">
            <a:extLst>
              <a:ext uri="{FF2B5EF4-FFF2-40B4-BE49-F238E27FC236}">
                <a16:creationId xmlns:a16="http://schemas.microsoft.com/office/drawing/2014/main" id="{BDD11F87-DA81-9510-C1CB-0AF4093562CB}"/>
              </a:ext>
            </a:extLst>
          </p:cNvPr>
          <p:cNvSpPr/>
          <p:nvPr/>
        </p:nvSpPr>
        <p:spPr>
          <a:xfrm rot="5400000">
            <a:off x="7378181" y="556788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7" name="Oval 106">
            <a:extLst>
              <a:ext uri="{FF2B5EF4-FFF2-40B4-BE49-F238E27FC236}">
                <a16:creationId xmlns:a16="http://schemas.microsoft.com/office/drawing/2014/main" id="{BDD11F87-DA81-9510-C1CB-0AF4093562CB}"/>
              </a:ext>
            </a:extLst>
          </p:cNvPr>
          <p:cNvSpPr/>
          <p:nvPr/>
        </p:nvSpPr>
        <p:spPr>
          <a:xfrm rot="5400000">
            <a:off x="7378181" y="297559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8" name="Oval 107">
            <a:extLst>
              <a:ext uri="{FF2B5EF4-FFF2-40B4-BE49-F238E27FC236}">
                <a16:creationId xmlns:a16="http://schemas.microsoft.com/office/drawing/2014/main" id="{BDD11F87-DA81-9510-C1CB-0AF4093562CB}"/>
              </a:ext>
            </a:extLst>
          </p:cNvPr>
          <p:cNvSpPr/>
          <p:nvPr/>
        </p:nvSpPr>
        <p:spPr>
          <a:xfrm rot="5400000">
            <a:off x="4497845" y="197037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9" name="Oval 108">
            <a:extLst>
              <a:ext uri="{FF2B5EF4-FFF2-40B4-BE49-F238E27FC236}">
                <a16:creationId xmlns:a16="http://schemas.microsoft.com/office/drawing/2014/main" id="{BDD11F87-DA81-9510-C1CB-0AF4093562CB}"/>
              </a:ext>
            </a:extLst>
          </p:cNvPr>
          <p:cNvSpPr/>
          <p:nvPr/>
        </p:nvSpPr>
        <p:spPr>
          <a:xfrm rot="5400000">
            <a:off x="4497861" y="556788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0" name="Oval 109">
            <a:extLst>
              <a:ext uri="{FF2B5EF4-FFF2-40B4-BE49-F238E27FC236}">
                <a16:creationId xmlns:a16="http://schemas.microsoft.com/office/drawing/2014/main" id="{BDD11F87-DA81-9510-C1CB-0AF4093562CB}"/>
              </a:ext>
            </a:extLst>
          </p:cNvPr>
          <p:cNvSpPr/>
          <p:nvPr/>
        </p:nvSpPr>
        <p:spPr>
          <a:xfrm rot="5400000">
            <a:off x="5938013" y="276245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1" name="Oval 110">
            <a:extLst>
              <a:ext uri="{FF2B5EF4-FFF2-40B4-BE49-F238E27FC236}">
                <a16:creationId xmlns:a16="http://schemas.microsoft.com/office/drawing/2014/main" id="{BDD11F87-DA81-9510-C1CB-0AF4093562CB}"/>
              </a:ext>
            </a:extLst>
          </p:cNvPr>
          <p:cNvSpPr/>
          <p:nvPr/>
        </p:nvSpPr>
        <p:spPr>
          <a:xfrm rot="5400000">
            <a:off x="7378165" y="197676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2" name="Oval 111">
            <a:extLst>
              <a:ext uri="{FF2B5EF4-FFF2-40B4-BE49-F238E27FC236}">
                <a16:creationId xmlns:a16="http://schemas.microsoft.com/office/drawing/2014/main" id="{BDD11F87-DA81-9510-C1CB-0AF4093562CB}"/>
              </a:ext>
            </a:extLst>
          </p:cNvPr>
          <p:cNvSpPr/>
          <p:nvPr/>
        </p:nvSpPr>
        <p:spPr>
          <a:xfrm rot="5400000">
            <a:off x="4493807" y="412916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3" name="TextBox 112"/>
          <p:cNvSpPr txBox="1"/>
          <p:nvPr/>
        </p:nvSpPr>
        <p:spPr>
          <a:xfrm>
            <a:off x="4390330" y="5592849"/>
            <a:ext cx="356188" cy="523220"/>
          </a:xfrm>
          <a:prstGeom prst="rect">
            <a:avLst/>
          </a:prstGeom>
          <a:noFill/>
        </p:spPr>
        <p:txBody>
          <a:bodyPr wrap="none" rtlCol="0">
            <a:spAutoFit/>
          </a:bodyPr>
          <a:lstStyle/>
          <a:p>
            <a:r>
              <a:rPr lang="en-US" sz="2800" dirty="0">
                <a:solidFill>
                  <a:srgbClr val="C00000"/>
                </a:solidFill>
              </a:rPr>
              <a:t>a</a:t>
            </a:r>
            <a:endParaRPr lang="en-US" dirty="0">
              <a:solidFill>
                <a:srgbClr val="C00000"/>
              </a:solidFill>
            </a:endParaRPr>
          </a:p>
        </p:txBody>
      </p:sp>
      <p:sp>
        <p:nvSpPr>
          <p:cNvPr id="114" name="TextBox 113"/>
          <p:cNvSpPr txBox="1"/>
          <p:nvPr/>
        </p:nvSpPr>
        <p:spPr>
          <a:xfrm>
            <a:off x="7265502" y="5635564"/>
            <a:ext cx="360996" cy="523220"/>
          </a:xfrm>
          <a:prstGeom prst="rect">
            <a:avLst/>
          </a:prstGeom>
          <a:noFill/>
        </p:spPr>
        <p:txBody>
          <a:bodyPr wrap="none" rtlCol="0">
            <a:spAutoFit/>
          </a:bodyPr>
          <a:lstStyle/>
          <a:p>
            <a:r>
              <a:rPr lang="en-US" sz="2800" dirty="0">
                <a:solidFill>
                  <a:srgbClr val="C00000"/>
                </a:solidFill>
              </a:rPr>
              <a:t>b</a:t>
            </a:r>
          </a:p>
        </p:txBody>
      </p:sp>
      <p:sp>
        <p:nvSpPr>
          <p:cNvPr id="115" name="TextBox 114"/>
          <p:cNvSpPr txBox="1"/>
          <p:nvPr/>
        </p:nvSpPr>
        <p:spPr>
          <a:xfrm>
            <a:off x="4218640" y="3982251"/>
            <a:ext cx="349776" cy="523220"/>
          </a:xfrm>
          <a:prstGeom prst="rect">
            <a:avLst/>
          </a:prstGeom>
          <a:noFill/>
        </p:spPr>
        <p:txBody>
          <a:bodyPr wrap="none" rtlCol="0">
            <a:spAutoFit/>
          </a:bodyPr>
          <a:lstStyle/>
          <a:p>
            <a:r>
              <a:rPr lang="en-US" sz="2800" dirty="0">
                <a:solidFill>
                  <a:srgbClr val="C00000"/>
                </a:solidFill>
              </a:rPr>
              <a:t>c</a:t>
            </a:r>
          </a:p>
        </p:txBody>
      </p:sp>
      <p:sp>
        <p:nvSpPr>
          <p:cNvPr id="116" name="TextBox 115"/>
          <p:cNvSpPr txBox="1"/>
          <p:nvPr/>
        </p:nvSpPr>
        <p:spPr>
          <a:xfrm>
            <a:off x="7472535" y="3982251"/>
            <a:ext cx="362600" cy="523220"/>
          </a:xfrm>
          <a:prstGeom prst="rect">
            <a:avLst/>
          </a:prstGeom>
          <a:noFill/>
        </p:spPr>
        <p:txBody>
          <a:bodyPr wrap="none" rtlCol="0">
            <a:spAutoFit/>
          </a:bodyPr>
          <a:lstStyle/>
          <a:p>
            <a:r>
              <a:rPr lang="en-US" sz="2800" dirty="0">
                <a:solidFill>
                  <a:srgbClr val="C00000"/>
                </a:solidFill>
              </a:rPr>
              <a:t>d</a:t>
            </a:r>
          </a:p>
        </p:txBody>
      </p:sp>
      <p:sp>
        <p:nvSpPr>
          <p:cNvPr id="117" name="TextBox 116"/>
          <p:cNvSpPr txBox="1"/>
          <p:nvPr/>
        </p:nvSpPr>
        <p:spPr>
          <a:xfrm>
            <a:off x="4215434" y="2752429"/>
            <a:ext cx="352982" cy="523220"/>
          </a:xfrm>
          <a:prstGeom prst="rect">
            <a:avLst/>
          </a:prstGeom>
          <a:noFill/>
        </p:spPr>
        <p:txBody>
          <a:bodyPr wrap="none" rtlCol="0">
            <a:spAutoFit/>
          </a:bodyPr>
          <a:lstStyle/>
          <a:p>
            <a:r>
              <a:rPr lang="en-US" sz="2800" dirty="0">
                <a:solidFill>
                  <a:srgbClr val="C00000"/>
                </a:solidFill>
              </a:rPr>
              <a:t>e</a:t>
            </a:r>
          </a:p>
        </p:txBody>
      </p:sp>
      <p:sp>
        <p:nvSpPr>
          <p:cNvPr id="118" name="TextBox 117"/>
          <p:cNvSpPr txBox="1"/>
          <p:nvPr/>
        </p:nvSpPr>
        <p:spPr>
          <a:xfrm>
            <a:off x="7467792" y="2754004"/>
            <a:ext cx="293670" cy="523220"/>
          </a:xfrm>
          <a:prstGeom prst="rect">
            <a:avLst/>
          </a:prstGeom>
          <a:noFill/>
        </p:spPr>
        <p:txBody>
          <a:bodyPr wrap="none" rtlCol="0">
            <a:spAutoFit/>
          </a:bodyPr>
          <a:lstStyle/>
          <a:p>
            <a:r>
              <a:rPr lang="en-US" sz="2800" dirty="0">
                <a:solidFill>
                  <a:srgbClr val="C00000"/>
                </a:solidFill>
              </a:rPr>
              <a:t>f</a:t>
            </a:r>
          </a:p>
        </p:txBody>
      </p:sp>
      <p:sp>
        <p:nvSpPr>
          <p:cNvPr id="119" name="TextBox 118"/>
          <p:cNvSpPr txBox="1"/>
          <p:nvPr/>
        </p:nvSpPr>
        <p:spPr>
          <a:xfrm>
            <a:off x="7446000" y="1710197"/>
            <a:ext cx="352982" cy="523220"/>
          </a:xfrm>
          <a:prstGeom prst="rect">
            <a:avLst/>
          </a:prstGeom>
          <a:noFill/>
        </p:spPr>
        <p:txBody>
          <a:bodyPr wrap="none" rtlCol="0">
            <a:spAutoFit/>
          </a:bodyPr>
          <a:lstStyle/>
          <a:p>
            <a:r>
              <a:rPr lang="en-US" sz="2800" dirty="0">
                <a:solidFill>
                  <a:srgbClr val="C00000"/>
                </a:solidFill>
              </a:rPr>
              <a:t>g</a:t>
            </a:r>
          </a:p>
        </p:txBody>
      </p:sp>
      <p:sp>
        <p:nvSpPr>
          <p:cNvPr id="120" name="TextBox 119"/>
          <p:cNvSpPr txBox="1"/>
          <p:nvPr/>
        </p:nvSpPr>
        <p:spPr>
          <a:xfrm>
            <a:off x="4210618" y="1787157"/>
            <a:ext cx="357790" cy="523220"/>
          </a:xfrm>
          <a:prstGeom prst="rect">
            <a:avLst/>
          </a:prstGeom>
          <a:noFill/>
        </p:spPr>
        <p:txBody>
          <a:bodyPr wrap="none" rtlCol="0">
            <a:spAutoFit/>
          </a:bodyPr>
          <a:lstStyle/>
          <a:p>
            <a:r>
              <a:rPr lang="en-US" sz="2800" dirty="0">
                <a:solidFill>
                  <a:srgbClr val="C00000"/>
                </a:solidFill>
              </a:rPr>
              <a:t>h</a:t>
            </a:r>
          </a:p>
        </p:txBody>
      </p:sp>
      <p:sp>
        <p:nvSpPr>
          <p:cNvPr id="121" name="TextBox 120"/>
          <p:cNvSpPr txBox="1"/>
          <p:nvPr/>
        </p:nvSpPr>
        <p:spPr>
          <a:xfrm>
            <a:off x="5872451" y="782521"/>
            <a:ext cx="340158" cy="523220"/>
          </a:xfrm>
          <a:prstGeom prst="rect">
            <a:avLst/>
          </a:prstGeom>
          <a:noFill/>
        </p:spPr>
        <p:txBody>
          <a:bodyPr wrap="none" rtlCol="0">
            <a:spAutoFit/>
          </a:bodyPr>
          <a:lstStyle/>
          <a:p>
            <a:r>
              <a:rPr lang="en-US" sz="2800" dirty="0">
                <a:solidFill>
                  <a:srgbClr val="C00000"/>
                </a:solidFill>
              </a:rPr>
              <a:t>x</a:t>
            </a:r>
          </a:p>
        </p:txBody>
      </p:sp>
      <p:sp>
        <p:nvSpPr>
          <p:cNvPr id="122" name="TextBox 121"/>
          <p:cNvSpPr txBox="1"/>
          <p:nvPr/>
        </p:nvSpPr>
        <p:spPr>
          <a:xfrm>
            <a:off x="5878030" y="2259000"/>
            <a:ext cx="346570" cy="523220"/>
          </a:xfrm>
          <a:prstGeom prst="rect">
            <a:avLst/>
          </a:prstGeom>
          <a:noFill/>
        </p:spPr>
        <p:txBody>
          <a:bodyPr wrap="none" rtlCol="0">
            <a:spAutoFit/>
          </a:bodyPr>
          <a:lstStyle/>
          <a:p>
            <a:r>
              <a:rPr lang="en-US" sz="2800" dirty="0">
                <a:solidFill>
                  <a:srgbClr val="C00000"/>
                </a:solidFill>
              </a:rPr>
              <a:t>y</a:t>
            </a:r>
          </a:p>
        </p:txBody>
      </p:sp>
      <p:sp>
        <p:nvSpPr>
          <p:cNvPr id="123" name="TextBox 122"/>
          <p:cNvSpPr txBox="1"/>
          <p:nvPr/>
        </p:nvSpPr>
        <p:spPr>
          <a:xfrm>
            <a:off x="5878030" y="3625780"/>
            <a:ext cx="325730" cy="523220"/>
          </a:xfrm>
          <a:prstGeom prst="rect">
            <a:avLst/>
          </a:prstGeom>
          <a:noFill/>
        </p:spPr>
        <p:txBody>
          <a:bodyPr wrap="none" rtlCol="0">
            <a:spAutoFit/>
          </a:bodyPr>
          <a:lstStyle/>
          <a:p>
            <a:r>
              <a:rPr lang="en-US" sz="2800" dirty="0">
                <a:solidFill>
                  <a:srgbClr val="C00000"/>
                </a:solidFill>
              </a:rPr>
              <a:t>z</a:t>
            </a:r>
          </a:p>
        </p:txBody>
      </p:sp>
      <p:sp>
        <p:nvSpPr>
          <p:cNvPr id="124" name="Oval 123"/>
          <p:cNvSpPr/>
          <p:nvPr/>
        </p:nvSpPr>
        <p:spPr>
          <a:xfrm>
            <a:off x="5835090" y="2674051"/>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5" name="Oval 124"/>
          <p:cNvSpPr/>
          <p:nvPr/>
        </p:nvSpPr>
        <p:spPr>
          <a:xfrm>
            <a:off x="5864876" y="4026121"/>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6" name="TextBox 125"/>
          <p:cNvSpPr txBox="1"/>
          <p:nvPr/>
        </p:nvSpPr>
        <p:spPr>
          <a:xfrm>
            <a:off x="6047922" y="639000"/>
            <a:ext cx="588078" cy="707886"/>
          </a:xfrm>
          <a:prstGeom prst="rect">
            <a:avLst/>
          </a:prstGeom>
          <a:noFill/>
        </p:spPr>
        <p:txBody>
          <a:bodyPr wrap="square" rtlCol="0">
            <a:spAutoFit/>
          </a:bodyPr>
          <a:lstStyle/>
          <a:p>
            <a:r>
              <a:rPr lang="en-US" sz="4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t>
            </a:r>
            <a:endParaRPr lang="en-US" sz="1200" dirty="0"/>
          </a:p>
        </p:txBody>
      </p:sp>
      <p:sp>
        <p:nvSpPr>
          <p:cNvPr id="127" name="TextBox 126"/>
          <p:cNvSpPr txBox="1"/>
          <p:nvPr/>
        </p:nvSpPr>
        <p:spPr>
          <a:xfrm>
            <a:off x="6049026" y="1983453"/>
            <a:ext cx="588078" cy="707886"/>
          </a:xfrm>
          <a:prstGeom prst="rect">
            <a:avLst/>
          </a:prstGeom>
          <a:noFill/>
        </p:spPr>
        <p:txBody>
          <a:bodyPr wrap="square" rtlCol="0">
            <a:spAutoFit/>
          </a:bodyPr>
          <a:lstStyle/>
          <a:p>
            <a:r>
              <a:rPr lang="en-US" sz="4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t>
            </a:r>
            <a:endParaRPr lang="en-US" sz="1200" dirty="0"/>
          </a:p>
        </p:txBody>
      </p:sp>
      <p:sp>
        <p:nvSpPr>
          <p:cNvPr id="128" name="TextBox 127"/>
          <p:cNvSpPr txBox="1"/>
          <p:nvPr/>
        </p:nvSpPr>
        <p:spPr>
          <a:xfrm>
            <a:off x="6051000" y="3339000"/>
            <a:ext cx="588078" cy="707886"/>
          </a:xfrm>
          <a:prstGeom prst="rect">
            <a:avLst/>
          </a:prstGeom>
          <a:noFill/>
        </p:spPr>
        <p:txBody>
          <a:bodyPr wrap="square" rtlCol="0">
            <a:spAutoFit/>
          </a:bodyPr>
          <a:lstStyle/>
          <a:p>
            <a:r>
              <a:rPr lang="en-US" sz="4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t>
            </a:r>
            <a:endParaRPr lang="en-US" sz="1200" dirty="0"/>
          </a:p>
        </p:txBody>
      </p:sp>
      <p:sp>
        <p:nvSpPr>
          <p:cNvPr id="129" name="Oval 128"/>
          <p:cNvSpPr/>
          <p:nvPr/>
        </p:nvSpPr>
        <p:spPr>
          <a:xfrm>
            <a:off x="4386986" y="1852685"/>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0" name="Oval 129"/>
          <p:cNvSpPr/>
          <p:nvPr/>
        </p:nvSpPr>
        <p:spPr>
          <a:xfrm>
            <a:off x="4395015" y="5466692"/>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3319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wipe(down)">
                                      <p:cBhvr>
                                        <p:cTn id="7" dur="500"/>
                                        <p:tgtEl>
                                          <p:spTgt spid="124"/>
                                        </p:tgtEl>
                                      </p:cBhvr>
                                    </p:animEffect>
                                  </p:childTnLst>
                                </p:cTn>
                              </p:par>
                            </p:childTnLst>
                          </p:cTn>
                        </p:par>
                      </p:childTnLst>
                    </p:cTn>
                  </p:par>
                  <p:par>
                    <p:cTn id="8" fill="hold">
                      <p:stCondLst>
                        <p:cond delay="indefinite"/>
                      </p:stCondLst>
                      <p:childTnLst>
                        <p:par>
                          <p:cTn id="9" fill="hold">
                            <p:stCondLst>
                              <p:cond delay="0"/>
                            </p:stCondLst>
                            <p:childTnLst>
                              <p:par>
                                <p:cTn id="10" presetID="19" presetClass="emph" presetSubtype="0" fill="hold" grpId="0" nodeType="clickEffect">
                                  <p:stCondLst>
                                    <p:cond delay="0"/>
                                  </p:stCondLst>
                                  <p:childTnLst>
                                    <p:animClr clrSpc="rgb" dir="cw">
                                      <p:cBhvr override="childStyle">
                                        <p:cTn id="11" dur="500" fill="hold"/>
                                        <p:tgtEl>
                                          <p:spTgt spid="108"/>
                                        </p:tgtEl>
                                        <p:attrNameLst>
                                          <p:attrName>style.color</p:attrName>
                                        </p:attrNameLst>
                                      </p:cBhvr>
                                      <p:to>
                                        <a:schemeClr val="accent2"/>
                                      </p:to>
                                    </p:animClr>
                                    <p:animClr clrSpc="rgb" dir="cw">
                                      <p:cBhvr>
                                        <p:cTn id="12" dur="500" fill="hold"/>
                                        <p:tgtEl>
                                          <p:spTgt spid="108"/>
                                        </p:tgtEl>
                                        <p:attrNameLst>
                                          <p:attrName>fillcolor</p:attrName>
                                        </p:attrNameLst>
                                      </p:cBhvr>
                                      <p:to>
                                        <a:schemeClr val="accent2"/>
                                      </p:to>
                                    </p:animClr>
                                    <p:set>
                                      <p:cBhvr>
                                        <p:cTn id="13" dur="500" fill="hold"/>
                                        <p:tgtEl>
                                          <p:spTgt spid="108"/>
                                        </p:tgtEl>
                                        <p:attrNameLst>
                                          <p:attrName>fill.type</p:attrName>
                                        </p:attrNameLst>
                                      </p:cBhvr>
                                      <p:to>
                                        <p:strVal val="solid"/>
                                      </p:to>
                                    </p:set>
                                    <p:set>
                                      <p:cBhvr>
                                        <p:cTn id="14" dur="500" fill="hold"/>
                                        <p:tgtEl>
                                          <p:spTgt spid="108"/>
                                        </p:tgtEl>
                                        <p:attrNameLst>
                                          <p:attrName>fill.on</p:attrName>
                                        </p:attrNameLst>
                                      </p:cBhvr>
                                      <p:to>
                                        <p:strVal val="true"/>
                                      </p:to>
                                    </p:set>
                                  </p:childTnLst>
                                </p:cTn>
                              </p:par>
                              <p:par>
                                <p:cTn id="15" presetID="19" presetClass="emph" presetSubtype="0" fill="hold" grpId="0" nodeType="withEffect">
                                  <p:stCondLst>
                                    <p:cond delay="0"/>
                                  </p:stCondLst>
                                  <p:childTnLst>
                                    <p:animClr clrSpc="rgb" dir="cw">
                                      <p:cBhvr override="childStyle">
                                        <p:cTn id="16" dur="500" fill="hold"/>
                                        <p:tgtEl>
                                          <p:spTgt spid="111"/>
                                        </p:tgtEl>
                                        <p:attrNameLst>
                                          <p:attrName>style.color</p:attrName>
                                        </p:attrNameLst>
                                      </p:cBhvr>
                                      <p:to>
                                        <a:schemeClr val="accent2"/>
                                      </p:to>
                                    </p:animClr>
                                    <p:animClr clrSpc="rgb" dir="cw">
                                      <p:cBhvr>
                                        <p:cTn id="17" dur="500" fill="hold"/>
                                        <p:tgtEl>
                                          <p:spTgt spid="111"/>
                                        </p:tgtEl>
                                        <p:attrNameLst>
                                          <p:attrName>fillcolor</p:attrName>
                                        </p:attrNameLst>
                                      </p:cBhvr>
                                      <p:to>
                                        <a:schemeClr val="accent2"/>
                                      </p:to>
                                    </p:animClr>
                                    <p:set>
                                      <p:cBhvr>
                                        <p:cTn id="18" dur="500" fill="hold"/>
                                        <p:tgtEl>
                                          <p:spTgt spid="111"/>
                                        </p:tgtEl>
                                        <p:attrNameLst>
                                          <p:attrName>fill.type</p:attrName>
                                        </p:attrNameLst>
                                      </p:cBhvr>
                                      <p:to>
                                        <p:strVal val="solid"/>
                                      </p:to>
                                    </p:set>
                                    <p:set>
                                      <p:cBhvr>
                                        <p:cTn id="19" dur="500" fill="hold"/>
                                        <p:tgtEl>
                                          <p:spTgt spid="111"/>
                                        </p:tgtEl>
                                        <p:attrNameLst>
                                          <p:attrName>fill.on</p:attrName>
                                        </p:attrNameLst>
                                      </p:cBhvr>
                                      <p:to>
                                        <p:strVal val="true"/>
                                      </p:to>
                                    </p:set>
                                  </p:childTnLst>
                                </p:cTn>
                              </p:par>
                              <p:par>
                                <p:cTn id="20" presetID="19" presetClass="emph" presetSubtype="0" fill="hold" grpId="0" nodeType="withEffect">
                                  <p:stCondLst>
                                    <p:cond delay="0"/>
                                  </p:stCondLst>
                                  <p:childTnLst>
                                    <p:animClr clrSpc="rgb" dir="cw">
                                      <p:cBhvr override="childStyle">
                                        <p:cTn id="21" dur="500" fill="hold"/>
                                        <p:tgtEl>
                                          <p:spTgt spid="104"/>
                                        </p:tgtEl>
                                        <p:attrNameLst>
                                          <p:attrName>style.color</p:attrName>
                                        </p:attrNameLst>
                                      </p:cBhvr>
                                      <p:to>
                                        <a:schemeClr val="accent2"/>
                                      </p:to>
                                    </p:animClr>
                                    <p:animClr clrSpc="rgb" dir="cw">
                                      <p:cBhvr>
                                        <p:cTn id="22" dur="500" fill="hold"/>
                                        <p:tgtEl>
                                          <p:spTgt spid="104"/>
                                        </p:tgtEl>
                                        <p:attrNameLst>
                                          <p:attrName>fillcolor</p:attrName>
                                        </p:attrNameLst>
                                      </p:cBhvr>
                                      <p:to>
                                        <a:schemeClr val="accent2"/>
                                      </p:to>
                                    </p:animClr>
                                    <p:set>
                                      <p:cBhvr>
                                        <p:cTn id="23" dur="500" fill="hold"/>
                                        <p:tgtEl>
                                          <p:spTgt spid="104"/>
                                        </p:tgtEl>
                                        <p:attrNameLst>
                                          <p:attrName>fill.type</p:attrName>
                                        </p:attrNameLst>
                                      </p:cBhvr>
                                      <p:to>
                                        <p:strVal val="solid"/>
                                      </p:to>
                                    </p:set>
                                    <p:set>
                                      <p:cBhvr>
                                        <p:cTn id="24" dur="500" fill="hold"/>
                                        <p:tgtEl>
                                          <p:spTgt spid="104"/>
                                        </p:tgtEl>
                                        <p:attrNameLst>
                                          <p:attrName>fill.on</p:attrName>
                                        </p:attrNameLst>
                                      </p:cBhvr>
                                      <p:to>
                                        <p:strVal val="true"/>
                                      </p:to>
                                    </p:set>
                                  </p:childTnLst>
                                </p:cTn>
                              </p:par>
                              <p:par>
                                <p:cTn id="25" presetID="19" presetClass="emph" presetSubtype="0" fill="hold" grpId="0" nodeType="withEffect">
                                  <p:stCondLst>
                                    <p:cond delay="0"/>
                                  </p:stCondLst>
                                  <p:childTnLst>
                                    <p:animClr clrSpc="rgb" dir="cw">
                                      <p:cBhvr override="childStyle">
                                        <p:cTn id="26" dur="500" fill="hold"/>
                                        <p:tgtEl>
                                          <p:spTgt spid="112"/>
                                        </p:tgtEl>
                                        <p:attrNameLst>
                                          <p:attrName>style.color</p:attrName>
                                        </p:attrNameLst>
                                      </p:cBhvr>
                                      <p:to>
                                        <a:schemeClr val="accent2"/>
                                      </p:to>
                                    </p:animClr>
                                    <p:animClr clrSpc="rgb" dir="cw">
                                      <p:cBhvr>
                                        <p:cTn id="27" dur="500" fill="hold"/>
                                        <p:tgtEl>
                                          <p:spTgt spid="112"/>
                                        </p:tgtEl>
                                        <p:attrNameLst>
                                          <p:attrName>fillcolor</p:attrName>
                                        </p:attrNameLst>
                                      </p:cBhvr>
                                      <p:to>
                                        <a:schemeClr val="accent2"/>
                                      </p:to>
                                    </p:animClr>
                                    <p:set>
                                      <p:cBhvr>
                                        <p:cTn id="28" dur="500" fill="hold"/>
                                        <p:tgtEl>
                                          <p:spTgt spid="112"/>
                                        </p:tgtEl>
                                        <p:attrNameLst>
                                          <p:attrName>fill.type</p:attrName>
                                        </p:attrNameLst>
                                      </p:cBhvr>
                                      <p:to>
                                        <p:strVal val="solid"/>
                                      </p:to>
                                    </p:set>
                                    <p:set>
                                      <p:cBhvr>
                                        <p:cTn id="29" dur="500" fill="hold"/>
                                        <p:tgtEl>
                                          <p:spTgt spid="112"/>
                                        </p:tgtEl>
                                        <p:attrNameLst>
                                          <p:attrName>fill.on</p:attrName>
                                        </p:attrNameLst>
                                      </p:cBhvr>
                                      <p:to>
                                        <p:strVal val="tru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25"/>
                                        </p:tgtEl>
                                        <p:attrNameLst>
                                          <p:attrName>style.visibility</p:attrName>
                                        </p:attrNameLst>
                                      </p:cBhvr>
                                      <p:to>
                                        <p:strVal val="visible"/>
                                      </p:to>
                                    </p:set>
                                    <p:animEffect transition="in" filter="wipe(down)">
                                      <p:cBhvr>
                                        <p:cTn id="34" dur="500"/>
                                        <p:tgtEl>
                                          <p:spTgt spid="125"/>
                                        </p:tgtEl>
                                      </p:cBhvr>
                                    </p:animEffect>
                                  </p:childTnLst>
                                </p:cTn>
                              </p:par>
                            </p:childTnLst>
                          </p:cTn>
                        </p:par>
                      </p:childTnLst>
                    </p:cTn>
                  </p:par>
                  <p:par>
                    <p:cTn id="35" fill="hold">
                      <p:stCondLst>
                        <p:cond delay="indefinite"/>
                      </p:stCondLst>
                      <p:childTnLst>
                        <p:par>
                          <p:cTn id="36" fill="hold">
                            <p:stCondLst>
                              <p:cond delay="0"/>
                            </p:stCondLst>
                            <p:childTnLst>
                              <p:par>
                                <p:cTn id="37" presetID="19" presetClass="emph" presetSubtype="0" fill="hold" grpId="0" nodeType="clickEffect">
                                  <p:stCondLst>
                                    <p:cond delay="0"/>
                                  </p:stCondLst>
                                  <p:childTnLst>
                                    <p:animClr clrSpc="rgb" dir="cw">
                                      <p:cBhvr override="childStyle">
                                        <p:cTn id="38" dur="500" fill="hold"/>
                                        <p:tgtEl>
                                          <p:spTgt spid="106"/>
                                        </p:tgtEl>
                                        <p:attrNameLst>
                                          <p:attrName>style.color</p:attrName>
                                        </p:attrNameLst>
                                      </p:cBhvr>
                                      <p:to>
                                        <a:schemeClr val="accent2"/>
                                      </p:to>
                                    </p:animClr>
                                    <p:animClr clrSpc="rgb" dir="cw">
                                      <p:cBhvr>
                                        <p:cTn id="39" dur="500" fill="hold"/>
                                        <p:tgtEl>
                                          <p:spTgt spid="106"/>
                                        </p:tgtEl>
                                        <p:attrNameLst>
                                          <p:attrName>fillcolor</p:attrName>
                                        </p:attrNameLst>
                                      </p:cBhvr>
                                      <p:to>
                                        <a:schemeClr val="accent2"/>
                                      </p:to>
                                    </p:animClr>
                                    <p:set>
                                      <p:cBhvr>
                                        <p:cTn id="40" dur="500" fill="hold"/>
                                        <p:tgtEl>
                                          <p:spTgt spid="106"/>
                                        </p:tgtEl>
                                        <p:attrNameLst>
                                          <p:attrName>fill.type</p:attrName>
                                        </p:attrNameLst>
                                      </p:cBhvr>
                                      <p:to>
                                        <p:strVal val="solid"/>
                                      </p:to>
                                    </p:set>
                                    <p:set>
                                      <p:cBhvr>
                                        <p:cTn id="41" dur="500" fill="hold"/>
                                        <p:tgtEl>
                                          <p:spTgt spid="106"/>
                                        </p:tgtEl>
                                        <p:attrNameLst>
                                          <p:attrName>fill.on</p:attrName>
                                        </p:attrNameLst>
                                      </p:cBhvr>
                                      <p:to>
                                        <p:strVal val="true"/>
                                      </p:to>
                                    </p:set>
                                  </p:childTnLst>
                                </p:cTn>
                              </p:par>
                              <p:par>
                                <p:cTn id="42" presetID="19" presetClass="emph" presetSubtype="0" fill="hold" grpId="0" nodeType="withEffect">
                                  <p:stCondLst>
                                    <p:cond delay="0"/>
                                  </p:stCondLst>
                                  <p:childTnLst>
                                    <p:animClr clrSpc="rgb" dir="cw">
                                      <p:cBhvr override="childStyle">
                                        <p:cTn id="43" dur="500" fill="hold"/>
                                        <p:tgtEl>
                                          <p:spTgt spid="109"/>
                                        </p:tgtEl>
                                        <p:attrNameLst>
                                          <p:attrName>style.color</p:attrName>
                                        </p:attrNameLst>
                                      </p:cBhvr>
                                      <p:to>
                                        <a:schemeClr val="accent2"/>
                                      </p:to>
                                    </p:animClr>
                                    <p:animClr clrSpc="rgb" dir="cw">
                                      <p:cBhvr>
                                        <p:cTn id="44" dur="500" fill="hold"/>
                                        <p:tgtEl>
                                          <p:spTgt spid="109"/>
                                        </p:tgtEl>
                                        <p:attrNameLst>
                                          <p:attrName>fillcolor</p:attrName>
                                        </p:attrNameLst>
                                      </p:cBhvr>
                                      <p:to>
                                        <a:schemeClr val="accent2"/>
                                      </p:to>
                                    </p:animClr>
                                    <p:set>
                                      <p:cBhvr>
                                        <p:cTn id="45" dur="500" fill="hold"/>
                                        <p:tgtEl>
                                          <p:spTgt spid="109"/>
                                        </p:tgtEl>
                                        <p:attrNameLst>
                                          <p:attrName>fill.type</p:attrName>
                                        </p:attrNameLst>
                                      </p:cBhvr>
                                      <p:to>
                                        <p:strVal val="solid"/>
                                      </p:to>
                                    </p:set>
                                    <p:set>
                                      <p:cBhvr>
                                        <p:cTn id="46" dur="500" fill="hold"/>
                                        <p:tgtEl>
                                          <p:spTgt spid="109"/>
                                        </p:tgtEl>
                                        <p:attrNameLst>
                                          <p:attrName>fill.on</p:attrName>
                                        </p:attrNameLst>
                                      </p:cBhvr>
                                      <p:to>
                                        <p:strVal val="true"/>
                                      </p:to>
                                    </p:set>
                                  </p:childTnLst>
                                </p:cTn>
                              </p:par>
                              <p:par>
                                <p:cTn id="47" presetID="19" presetClass="emph" presetSubtype="0" fill="hold" grpId="0" nodeType="withEffect">
                                  <p:stCondLst>
                                    <p:cond delay="0"/>
                                  </p:stCondLst>
                                  <p:childTnLst>
                                    <p:animClr clrSpc="rgb" dir="cw">
                                      <p:cBhvr override="childStyle">
                                        <p:cTn id="48" dur="500" fill="hold"/>
                                        <p:tgtEl>
                                          <p:spTgt spid="103"/>
                                        </p:tgtEl>
                                        <p:attrNameLst>
                                          <p:attrName>style.color</p:attrName>
                                        </p:attrNameLst>
                                      </p:cBhvr>
                                      <p:to>
                                        <a:schemeClr val="accent2"/>
                                      </p:to>
                                    </p:animClr>
                                    <p:animClr clrSpc="rgb" dir="cw">
                                      <p:cBhvr>
                                        <p:cTn id="49" dur="500" fill="hold"/>
                                        <p:tgtEl>
                                          <p:spTgt spid="103"/>
                                        </p:tgtEl>
                                        <p:attrNameLst>
                                          <p:attrName>fillcolor</p:attrName>
                                        </p:attrNameLst>
                                      </p:cBhvr>
                                      <p:to>
                                        <a:schemeClr val="accent2"/>
                                      </p:to>
                                    </p:animClr>
                                    <p:set>
                                      <p:cBhvr>
                                        <p:cTn id="50" dur="500" fill="hold"/>
                                        <p:tgtEl>
                                          <p:spTgt spid="103"/>
                                        </p:tgtEl>
                                        <p:attrNameLst>
                                          <p:attrName>fill.type</p:attrName>
                                        </p:attrNameLst>
                                      </p:cBhvr>
                                      <p:to>
                                        <p:strVal val="solid"/>
                                      </p:to>
                                    </p:set>
                                    <p:set>
                                      <p:cBhvr>
                                        <p:cTn id="51" dur="500" fill="hold"/>
                                        <p:tgtEl>
                                          <p:spTgt spid="103"/>
                                        </p:tgtEl>
                                        <p:attrNameLst>
                                          <p:attrName>fill.on</p:attrName>
                                        </p:attrNameLst>
                                      </p:cBhvr>
                                      <p:to>
                                        <p:strVal val="true"/>
                                      </p:to>
                                    </p:set>
                                  </p:childTnLst>
                                </p:cTn>
                              </p:par>
                              <p:par>
                                <p:cTn id="52" presetID="19" presetClass="emph" presetSubtype="0" fill="hold" grpId="0" nodeType="withEffect">
                                  <p:stCondLst>
                                    <p:cond delay="0"/>
                                  </p:stCondLst>
                                  <p:childTnLst>
                                    <p:animClr clrSpc="rgb" dir="cw">
                                      <p:cBhvr override="childStyle">
                                        <p:cTn id="53" dur="500" fill="hold"/>
                                        <p:tgtEl>
                                          <p:spTgt spid="107"/>
                                        </p:tgtEl>
                                        <p:attrNameLst>
                                          <p:attrName>style.color</p:attrName>
                                        </p:attrNameLst>
                                      </p:cBhvr>
                                      <p:to>
                                        <a:schemeClr val="accent2"/>
                                      </p:to>
                                    </p:animClr>
                                    <p:animClr clrSpc="rgb" dir="cw">
                                      <p:cBhvr>
                                        <p:cTn id="54" dur="500" fill="hold"/>
                                        <p:tgtEl>
                                          <p:spTgt spid="107"/>
                                        </p:tgtEl>
                                        <p:attrNameLst>
                                          <p:attrName>fillcolor</p:attrName>
                                        </p:attrNameLst>
                                      </p:cBhvr>
                                      <p:to>
                                        <a:schemeClr val="accent2"/>
                                      </p:to>
                                    </p:animClr>
                                    <p:set>
                                      <p:cBhvr>
                                        <p:cTn id="55" dur="500" fill="hold"/>
                                        <p:tgtEl>
                                          <p:spTgt spid="107"/>
                                        </p:tgtEl>
                                        <p:attrNameLst>
                                          <p:attrName>fill.type</p:attrName>
                                        </p:attrNameLst>
                                      </p:cBhvr>
                                      <p:to>
                                        <p:strVal val="solid"/>
                                      </p:to>
                                    </p:set>
                                    <p:set>
                                      <p:cBhvr>
                                        <p:cTn id="56" dur="500" fill="hold"/>
                                        <p:tgtEl>
                                          <p:spTgt spid="107"/>
                                        </p:tgtEl>
                                        <p:attrNameLst>
                                          <p:attrName>fill.on</p:attrName>
                                        </p:attrNameLst>
                                      </p:cBhvr>
                                      <p:to>
                                        <p:strVal val="tru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2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2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129"/>
                                        </p:tgtEl>
                                        <p:attrNameLst>
                                          <p:attrName>style.visibility</p:attrName>
                                        </p:attrNameLst>
                                      </p:cBhvr>
                                      <p:to>
                                        <p:strVal val="visible"/>
                                      </p:to>
                                    </p:set>
                                    <p:animEffect transition="in" filter="wipe(down)">
                                      <p:cBhvr>
                                        <p:cTn id="69" dur="500"/>
                                        <p:tgtEl>
                                          <p:spTgt spid="129"/>
                                        </p:tgtEl>
                                      </p:cBhvr>
                                    </p:animEffect>
                                  </p:childTnLst>
                                </p:cTn>
                              </p:par>
                            </p:childTnLst>
                          </p:cTn>
                        </p:par>
                      </p:childTnLst>
                    </p:cTn>
                  </p:par>
                  <p:par>
                    <p:cTn id="70" fill="hold">
                      <p:stCondLst>
                        <p:cond delay="indefinite"/>
                      </p:stCondLst>
                      <p:childTnLst>
                        <p:par>
                          <p:cTn id="71" fill="hold">
                            <p:stCondLst>
                              <p:cond delay="0"/>
                            </p:stCondLst>
                            <p:childTnLst>
                              <p:par>
                                <p:cTn id="72" presetID="19" presetClass="emph" presetSubtype="0" fill="hold" grpId="0" nodeType="clickEffect">
                                  <p:stCondLst>
                                    <p:cond delay="0"/>
                                  </p:stCondLst>
                                  <p:childTnLst>
                                    <p:animClr clrSpc="rgb" dir="cw">
                                      <p:cBhvr override="childStyle">
                                        <p:cTn id="73" dur="500" fill="hold"/>
                                        <p:tgtEl>
                                          <p:spTgt spid="110"/>
                                        </p:tgtEl>
                                        <p:attrNameLst>
                                          <p:attrName>style.color</p:attrName>
                                        </p:attrNameLst>
                                      </p:cBhvr>
                                      <p:to>
                                        <a:schemeClr val="accent2"/>
                                      </p:to>
                                    </p:animClr>
                                    <p:animClr clrSpc="rgb" dir="cw">
                                      <p:cBhvr>
                                        <p:cTn id="74" dur="500" fill="hold"/>
                                        <p:tgtEl>
                                          <p:spTgt spid="110"/>
                                        </p:tgtEl>
                                        <p:attrNameLst>
                                          <p:attrName>fillcolor</p:attrName>
                                        </p:attrNameLst>
                                      </p:cBhvr>
                                      <p:to>
                                        <a:schemeClr val="accent2"/>
                                      </p:to>
                                    </p:animClr>
                                    <p:set>
                                      <p:cBhvr>
                                        <p:cTn id="75" dur="500" fill="hold"/>
                                        <p:tgtEl>
                                          <p:spTgt spid="110"/>
                                        </p:tgtEl>
                                        <p:attrNameLst>
                                          <p:attrName>fill.type</p:attrName>
                                        </p:attrNameLst>
                                      </p:cBhvr>
                                      <p:to>
                                        <p:strVal val="solid"/>
                                      </p:to>
                                    </p:set>
                                    <p:set>
                                      <p:cBhvr>
                                        <p:cTn id="76" dur="500" fill="hold"/>
                                        <p:tgtEl>
                                          <p:spTgt spid="110"/>
                                        </p:tgtEl>
                                        <p:attrNameLst>
                                          <p:attrName>fill.on</p:attrName>
                                        </p:attrNameLst>
                                      </p:cBhvr>
                                      <p:to>
                                        <p:strVal val="true"/>
                                      </p:to>
                                    </p:set>
                                  </p:childTnLst>
                                </p:cTn>
                              </p:par>
                              <p:par>
                                <p:cTn id="77" presetID="19" presetClass="emph" presetSubtype="0" fill="hold" grpId="0" nodeType="withEffect">
                                  <p:stCondLst>
                                    <p:cond delay="0"/>
                                  </p:stCondLst>
                                  <p:childTnLst>
                                    <p:animClr clrSpc="rgb" dir="cw">
                                      <p:cBhvr override="childStyle">
                                        <p:cTn id="78" dur="500" fill="hold"/>
                                        <p:tgtEl>
                                          <p:spTgt spid="102"/>
                                        </p:tgtEl>
                                        <p:attrNameLst>
                                          <p:attrName>style.color</p:attrName>
                                        </p:attrNameLst>
                                      </p:cBhvr>
                                      <p:to>
                                        <a:schemeClr val="accent2"/>
                                      </p:to>
                                    </p:animClr>
                                    <p:animClr clrSpc="rgb" dir="cw">
                                      <p:cBhvr>
                                        <p:cTn id="79" dur="500" fill="hold"/>
                                        <p:tgtEl>
                                          <p:spTgt spid="102"/>
                                        </p:tgtEl>
                                        <p:attrNameLst>
                                          <p:attrName>fillcolor</p:attrName>
                                        </p:attrNameLst>
                                      </p:cBhvr>
                                      <p:to>
                                        <a:schemeClr val="accent2"/>
                                      </p:to>
                                    </p:animClr>
                                    <p:set>
                                      <p:cBhvr>
                                        <p:cTn id="80" dur="500" fill="hold"/>
                                        <p:tgtEl>
                                          <p:spTgt spid="102"/>
                                        </p:tgtEl>
                                        <p:attrNameLst>
                                          <p:attrName>fill.type</p:attrName>
                                        </p:attrNameLst>
                                      </p:cBhvr>
                                      <p:to>
                                        <p:strVal val="solid"/>
                                      </p:to>
                                    </p:set>
                                    <p:set>
                                      <p:cBhvr>
                                        <p:cTn id="81" dur="500" fill="hold"/>
                                        <p:tgtEl>
                                          <p:spTgt spid="102"/>
                                        </p:tgtEl>
                                        <p:attrNameLst>
                                          <p:attrName>fill.on</p:attrName>
                                        </p:attrNameLst>
                                      </p:cBhvr>
                                      <p:to>
                                        <p:strVal val="true"/>
                                      </p:to>
                                    </p:set>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grpId="1" nodeType="clickEffect">
                                  <p:stCondLst>
                                    <p:cond delay="0"/>
                                  </p:stCondLst>
                                  <p:childTnLst>
                                    <p:set>
                                      <p:cBhvr>
                                        <p:cTn id="85" dur="1" fill="hold">
                                          <p:stCondLst>
                                            <p:cond delay="0"/>
                                          </p:stCondLst>
                                        </p:cTn>
                                        <p:tgtEl>
                                          <p:spTgt spid="126"/>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127"/>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130"/>
                                        </p:tgtEl>
                                        <p:attrNameLst>
                                          <p:attrName>style.visibility</p:attrName>
                                        </p:attrNameLst>
                                      </p:cBhvr>
                                      <p:to>
                                        <p:strVal val="visible"/>
                                      </p:to>
                                    </p:set>
                                    <p:animEffect transition="in" filter="wipe(down)">
                                      <p:cBhvr>
                                        <p:cTn id="92" dur="500"/>
                                        <p:tgtEl>
                                          <p:spTgt spid="130"/>
                                        </p:tgtEl>
                                      </p:cBhvr>
                                    </p:animEffect>
                                  </p:childTnLst>
                                </p:cTn>
                              </p:par>
                            </p:childTnLst>
                          </p:cTn>
                        </p:par>
                      </p:childTnLst>
                    </p:cTn>
                  </p:par>
                  <p:par>
                    <p:cTn id="93" fill="hold">
                      <p:stCondLst>
                        <p:cond delay="indefinite"/>
                      </p:stCondLst>
                      <p:childTnLst>
                        <p:par>
                          <p:cTn id="94" fill="hold">
                            <p:stCondLst>
                              <p:cond delay="0"/>
                            </p:stCondLst>
                            <p:childTnLst>
                              <p:par>
                                <p:cTn id="95" presetID="19" presetClass="emph" presetSubtype="0" fill="hold" grpId="0" nodeType="clickEffect">
                                  <p:stCondLst>
                                    <p:cond delay="0"/>
                                  </p:stCondLst>
                                  <p:childTnLst>
                                    <p:animClr clrSpc="rgb" dir="cw">
                                      <p:cBhvr override="childStyle">
                                        <p:cTn id="96" dur="500" fill="hold"/>
                                        <p:tgtEl>
                                          <p:spTgt spid="105"/>
                                        </p:tgtEl>
                                        <p:attrNameLst>
                                          <p:attrName>style.color</p:attrName>
                                        </p:attrNameLst>
                                      </p:cBhvr>
                                      <p:to>
                                        <a:schemeClr val="accent2"/>
                                      </p:to>
                                    </p:animClr>
                                    <p:animClr clrSpc="rgb" dir="cw">
                                      <p:cBhvr>
                                        <p:cTn id="97" dur="500" fill="hold"/>
                                        <p:tgtEl>
                                          <p:spTgt spid="105"/>
                                        </p:tgtEl>
                                        <p:attrNameLst>
                                          <p:attrName>fillcolor</p:attrName>
                                        </p:attrNameLst>
                                      </p:cBhvr>
                                      <p:to>
                                        <a:schemeClr val="accent2"/>
                                      </p:to>
                                    </p:animClr>
                                    <p:set>
                                      <p:cBhvr>
                                        <p:cTn id="98" dur="500" fill="hold"/>
                                        <p:tgtEl>
                                          <p:spTgt spid="105"/>
                                        </p:tgtEl>
                                        <p:attrNameLst>
                                          <p:attrName>fill.type</p:attrName>
                                        </p:attrNameLst>
                                      </p:cBhvr>
                                      <p:to>
                                        <p:strVal val="solid"/>
                                      </p:to>
                                    </p:set>
                                    <p:set>
                                      <p:cBhvr>
                                        <p:cTn id="99" dur="500" fill="hold"/>
                                        <p:tgtEl>
                                          <p:spTgt spid="105"/>
                                        </p:tgtEl>
                                        <p:attrNameLst>
                                          <p:attrName>fill.on</p:attrName>
                                        </p:attrNameLst>
                                      </p:cBhvr>
                                      <p:to>
                                        <p:strVal val="true"/>
                                      </p:to>
                                    </p:se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grpId="1" nodeType="clickEffect">
                                  <p:stCondLst>
                                    <p:cond delay="0"/>
                                  </p:stCondLst>
                                  <p:childTnLst>
                                    <p:set>
                                      <p:cBhvr>
                                        <p:cTn id="103" dur="1" fill="hold">
                                          <p:stCondLst>
                                            <p:cond delay="0"/>
                                          </p:stCondLst>
                                        </p:cTn>
                                        <p:tgtEl>
                                          <p:spTgt spid="1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24" grpId="0" animBg="1"/>
      <p:bldP spid="125" grpId="0" animBg="1"/>
      <p:bldP spid="126" grpId="0"/>
      <p:bldP spid="126" grpId="1"/>
      <p:bldP spid="127" grpId="0"/>
      <p:bldP spid="127" grpId="1"/>
      <p:bldP spid="128" grpId="0"/>
      <p:bldP spid="128" grpId="1"/>
      <p:bldP spid="129" grpId="0" animBg="1"/>
      <p:bldP spid="13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Remarks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lnSpc>
                    <a:spcPct val="100000"/>
                  </a:lnSpc>
                </a:pPr>
                <a:r>
                  <a:rPr lang="en-US" dirty="0"/>
                  <a:t>Total Domination Number of Cycle Graph: </a:t>
                </a:r>
              </a:p>
              <a:p>
                <a:pPr lvl="1">
                  <a:lnSpc>
                    <a:spcPct val="100000"/>
                  </a:lnSpc>
                </a:pPr>
                <a:r>
                  <a:rPr lang="en-US" dirty="0"/>
                  <a:t>For</a:t>
                </a:r>
                <a14:m>
                  <m:oMath xmlns:m="http://schemas.openxmlformats.org/officeDocument/2006/math">
                    <m:r>
                      <a:rPr lang="en-US" i="0" dirty="0">
                        <a:latin typeface="Cambria Math" panose="02040503050406030204" pitchFamily="18" charset="0"/>
                      </a:rPr>
                      <m:t> </m:t>
                    </m:r>
                    <m:r>
                      <m:rPr>
                        <m:sty m:val="p"/>
                      </m:rPr>
                      <a:rPr lang="en-US" i="0" dirty="0">
                        <a:latin typeface="Cambria Math" panose="02040503050406030204" pitchFamily="18" charset="0"/>
                      </a:rPr>
                      <m:t>n</m:t>
                    </m:r>
                    <m:r>
                      <a:rPr lang="en-US" i="0" dirty="0">
                        <a:latin typeface="Cambria Math" panose="02040503050406030204" pitchFamily="18" charset="0"/>
                      </a:rPr>
                      <m:t>≥3,</m:t>
                    </m:r>
                    <m:sSub>
                      <m:sSubPr>
                        <m:ctrlPr>
                          <a:rPr lang="en-US" i="1" dirty="0">
                            <a:latin typeface="Cambria Math" panose="02040503050406030204" pitchFamily="18" charset="0"/>
                          </a:rPr>
                        </m:ctrlPr>
                      </m:sSubPr>
                      <m:e>
                        <m:r>
                          <m:rPr>
                            <m:sty m:val="p"/>
                          </m:rPr>
                          <a:rPr lang="en-US" i="0" dirty="0">
                            <a:latin typeface="Cambria Math" panose="02040503050406030204" pitchFamily="18" charset="0"/>
                          </a:rPr>
                          <m:t>γ</m:t>
                        </m:r>
                      </m:e>
                      <m:sub>
                        <m:r>
                          <m:rPr>
                            <m:sty m:val="p"/>
                          </m:rPr>
                          <a:rPr lang="en-US" i="0" dirty="0">
                            <a:latin typeface="Cambria Math" panose="02040503050406030204" pitchFamily="18" charset="0"/>
                          </a:rPr>
                          <m:t>t</m:t>
                        </m:r>
                      </m:sub>
                    </m:sSub>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m:rPr>
                                <m:sty m:val="p"/>
                              </m:rPr>
                              <a:rPr lang="en-US" i="0" dirty="0">
                                <a:latin typeface="Cambria Math" panose="02040503050406030204" pitchFamily="18" charset="0"/>
                              </a:rPr>
                              <m:t>C</m:t>
                            </m:r>
                          </m:e>
                          <m:sub>
                            <m:r>
                              <m:rPr>
                                <m:sty m:val="p"/>
                              </m:rPr>
                              <a:rPr lang="en-US" i="0" dirty="0">
                                <a:latin typeface="Cambria Math" panose="02040503050406030204" pitchFamily="18" charset="0"/>
                              </a:rPr>
                              <m:t>n</m:t>
                            </m:r>
                          </m:sub>
                        </m:sSub>
                      </m:e>
                    </m:d>
                    <m:r>
                      <a:rPr lang="en-US" i="0" dirty="0">
                        <a:latin typeface="Cambria Math" panose="02040503050406030204" pitchFamily="18" charset="0"/>
                      </a:rPr>
                      <m:t>=</m:t>
                    </m:r>
                    <m:d>
                      <m:dPr>
                        <m:begChr m:val="{"/>
                        <m:endChr m:val=""/>
                        <m:ctrlPr>
                          <a:rPr lang="en-US" i="1" dirty="0">
                            <a:latin typeface="Cambria Math" panose="02040503050406030204" pitchFamily="18" charset="0"/>
                          </a:rPr>
                        </m:ctrlPr>
                      </m:dPr>
                      <m:e>
                        <m:m>
                          <m:mPr>
                            <m:mcs>
                              <m:mc>
                                <m:mcPr>
                                  <m:count m:val="2"/>
                                  <m:mcJc m:val="center"/>
                                </m:mcPr>
                              </m:mc>
                            </m:mcs>
                            <m:ctrlPr>
                              <a:rPr lang="en-US" i="1" dirty="0">
                                <a:latin typeface="Cambria Math" panose="02040503050406030204" pitchFamily="18" charset="0"/>
                              </a:rPr>
                            </m:ctrlPr>
                          </m:mPr>
                          <m:mr>
                            <m:e>
                              <m:f>
                                <m:fPr>
                                  <m:ctrlPr>
                                    <a:rPr lang="en-US" b="0" i="1" dirty="0" smtClean="0">
                                      <a:latin typeface="Cambria Math" panose="02040503050406030204" pitchFamily="18" charset="0"/>
                                    </a:rPr>
                                  </m:ctrlPr>
                                </m:fPr>
                                <m:num>
                                  <m:r>
                                    <m:rPr>
                                      <m:sty m:val="p"/>
                                    </m:rPr>
                                    <a:rPr lang="en-US" b="0" i="0" dirty="0" smtClean="0">
                                      <a:latin typeface="Cambria Math" panose="02040503050406030204" pitchFamily="18" charset="0"/>
                                    </a:rPr>
                                    <m:t>n</m:t>
                                  </m:r>
                                </m:num>
                                <m:den>
                                  <m:r>
                                    <a:rPr lang="en-US" b="0" i="0" dirty="0" smtClean="0">
                                      <a:latin typeface="Cambria Math" panose="02040503050406030204" pitchFamily="18" charset="0"/>
                                    </a:rPr>
                                    <m:t>2</m:t>
                                  </m:r>
                                </m:den>
                              </m:f>
                            </m:e>
                            <m:e>
                              <m:r>
                                <m:rPr>
                                  <m:sty m:val="p"/>
                                </m:rPr>
                                <a:rPr lang="en-US" i="0" dirty="0">
                                  <a:latin typeface="Cambria Math" panose="02040503050406030204" pitchFamily="18" charset="0"/>
                                </a:rPr>
                                <m:t>if</m:t>
                              </m:r>
                              <m:r>
                                <a:rPr lang="en-US" i="0" dirty="0">
                                  <a:latin typeface="Cambria Math" panose="02040503050406030204" pitchFamily="18" charset="0"/>
                                </a:rPr>
                                <m:t> </m:t>
                              </m:r>
                              <m:r>
                                <m:rPr>
                                  <m:sty m:val="p"/>
                                </m:rPr>
                                <a:rPr lang="en-US" i="0" dirty="0">
                                  <a:latin typeface="Cambria Math" panose="02040503050406030204" pitchFamily="18" charset="0"/>
                                </a:rPr>
                                <m:t>n</m:t>
                              </m:r>
                              <m:r>
                                <a:rPr lang="en-US" i="0" dirty="0">
                                  <a:latin typeface="Cambria Math" panose="02040503050406030204" pitchFamily="18" charset="0"/>
                                  <a:ea typeface="Cambria Math" panose="02040503050406030204" pitchFamily="18" charset="0"/>
                                </a:rPr>
                                <m:t>≡</m:t>
                              </m:r>
                              <m:r>
                                <a:rPr lang="en-US" b="0" i="0" dirty="0" smtClean="0">
                                  <a:latin typeface="Cambria Math" panose="02040503050406030204" pitchFamily="18" charset="0"/>
                                  <a:ea typeface="Cambria Math" panose="02040503050406030204" pitchFamily="18" charset="0"/>
                                </a:rPr>
                                <m:t>0 </m:t>
                              </m:r>
                              <m:d>
                                <m:dPr>
                                  <m:ctrlPr>
                                    <a:rPr lang="en-US" i="1" dirty="0">
                                      <a:latin typeface="Cambria Math" panose="02040503050406030204" pitchFamily="18" charset="0"/>
                                      <a:ea typeface="Cambria Math" panose="02040503050406030204" pitchFamily="18" charset="0"/>
                                    </a:rPr>
                                  </m:ctrlPr>
                                </m:dPr>
                                <m:e>
                                  <m:r>
                                    <m:rPr>
                                      <m:sty m:val="p"/>
                                    </m:rPr>
                                    <a:rPr lang="en-US" i="0" dirty="0">
                                      <a:latin typeface="Cambria Math" panose="02040503050406030204" pitchFamily="18" charset="0"/>
                                      <a:ea typeface="Cambria Math" panose="02040503050406030204" pitchFamily="18" charset="0"/>
                                    </a:rPr>
                                    <m:t>mod</m:t>
                                  </m:r>
                                  <m:r>
                                    <a:rPr lang="en-US" i="0" dirty="0">
                                      <a:latin typeface="Cambria Math" panose="02040503050406030204" pitchFamily="18" charset="0"/>
                                      <a:ea typeface="Cambria Math" panose="02040503050406030204" pitchFamily="18" charset="0"/>
                                    </a:rPr>
                                    <m:t> 4</m:t>
                                  </m:r>
                                </m:e>
                              </m:d>
                            </m:e>
                          </m:mr>
                          <m:mr>
                            <m:e>
                              <m:f>
                                <m:fPr>
                                  <m:ctrlPr>
                                    <a:rPr lang="en-US" i="1" dirty="0">
                                      <a:latin typeface="Cambria Math" panose="02040503050406030204" pitchFamily="18" charset="0"/>
                                    </a:rPr>
                                  </m:ctrlPr>
                                </m:fPr>
                                <m:num>
                                  <m:r>
                                    <m:rPr>
                                      <m:sty m:val="p"/>
                                    </m:rPr>
                                    <a:rPr lang="en-US" i="0" dirty="0">
                                      <a:latin typeface="Cambria Math" panose="02040503050406030204" pitchFamily="18" charset="0"/>
                                    </a:rPr>
                                    <m:t>n</m:t>
                                  </m:r>
                                  <m:r>
                                    <a:rPr lang="en-US" i="0" dirty="0">
                                      <a:latin typeface="Cambria Math" panose="02040503050406030204" pitchFamily="18" charset="0"/>
                                    </a:rPr>
                                    <m:t>+1</m:t>
                                  </m:r>
                                </m:num>
                                <m:den>
                                  <m:r>
                                    <a:rPr lang="en-US" b="0" i="0" dirty="0" smtClean="0">
                                      <a:latin typeface="Cambria Math" panose="02040503050406030204" pitchFamily="18" charset="0"/>
                                    </a:rPr>
                                    <m:t>2</m:t>
                                  </m:r>
                                </m:den>
                              </m:f>
                            </m:e>
                            <m:e>
                              <m:r>
                                <a:rPr lang="en-US" b="0" i="0" dirty="0" smtClean="0">
                                  <a:latin typeface="Cambria Math" panose="02040503050406030204" pitchFamily="18" charset="0"/>
                                </a:rPr>
                                <m:t>         </m:t>
                              </m:r>
                              <m:r>
                                <m:rPr>
                                  <m:sty m:val="p"/>
                                </m:rPr>
                                <a:rPr lang="en-US" i="0" dirty="0">
                                  <a:latin typeface="Cambria Math" panose="02040503050406030204" pitchFamily="18" charset="0"/>
                                </a:rPr>
                                <m:t>if</m:t>
                              </m:r>
                              <m:r>
                                <a:rPr lang="en-US" i="0" dirty="0">
                                  <a:latin typeface="Cambria Math" panose="02040503050406030204" pitchFamily="18" charset="0"/>
                                </a:rPr>
                                <m:t> </m:t>
                              </m:r>
                              <m:r>
                                <m:rPr>
                                  <m:sty m:val="p"/>
                                </m:rPr>
                                <a:rPr lang="en-US" i="0" dirty="0">
                                  <a:latin typeface="Cambria Math" panose="02040503050406030204" pitchFamily="18" charset="0"/>
                                </a:rPr>
                                <m:t>n</m:t>
                              </m:r>
                              <m:r>
                                <a:rPr lang="en-US" i="0" dirty="0">
                                  <a:latin typeface="Cambria Math" panose="02040503050406030204" pitchFamily="18" charset="0"/>
                                  <a:ea typeface="Cambria Math" panose="02040503050406030204" pitchFamily="18" charset="0"/>
                                </a:rPr>
                                <m:t>≡</m:t>
                              </m:r>
                              <m:r>
                                <a:rPr lang="en-US" b="0" i="0" dirty="0" smtClean="0">
                                  <a:latin typeface="Cambria Math" panose="02040503050406030204" pitchFamily="18" charset="0"/>
                                  <a:ea typeface="Cambria Math" panose="02040503050406030204" pitchFamily="18" charset="0"/>
                                </a:rPr>
                                <m:t>1 </m:t>
                              </m:r>
                              <m:r>
                                <m:rPr>
                                  <m:sty m:val="p"/>
                                </m:rPr>
                                <a:rPr lang="en-US" b="0" i="0" dirty="0" smtClean="0">
                                  <a:latin typeface="Cambria Math" panose="02040503050406030204" pitchFamily="18" charset="0"/>
                                  <a:ea typeface="Cambria Math" panose="02040503050406030204" pitchFamily="18" charset="0"/>
                                </a:rPr>
                                <m:t>or</m:t>
                              </m:r>
                              <m:r>
                                <a:rPr lang="en-US" b="0" i="0" dirty="0" smtClean="0">
                                  <a:latin typeface="Cambria Math" panose="02040503050406030204" pitchFamily="18" charset="0"/>
                                  <a:ea typeface="Cambria Math" panose="02040503050406030204" pitchFamily="18" charset="0"/>
                                </a:rPr>
                                <m:t> 3 </m:t>
                              </m:r>
                              <m:d>
                                <m:dPr>
                                  <m:ctrlPr>
                                    <a:rPr lang="en-US" i="1" dirty="0">
                                      <a:latin typeface="Cambria Math" panose="02040503050406030204" pitchFamily="18" charset="0"/>
                                      <a:ea typeface="Cambria Math" panose="02040503050406030204" pitchFamily="18" charset="0"/>
                                    </a:rPr>
                                  </m:ctrlPr>
                                </m:dPr>
                                <m:e>
                                  <m:r>
                                    <m:rPr>
                                      <m:sty m:val="p"/>
                                    </m:rPr>
                                    <a:rPr lang="en-US" i="0" dirty="0">
                                      <a:latin typeface="Cambria Math" panose="02040503050406030204" pitchFamily="18" charset="0"/>
                                      <a:ea typeface="Cambria Math" panose="02040503050406030204" pitchFamily="18" charset="0"/>
                                    </a:rPr>
                                    <m:t>mod</m:t>
                                  </m:r>
                                  <m:r>
                                    <a:rPr lang="en-US" i="0" dirty="0">
                                      <a:latin typeface="Cambria Math" panose="02040503050406030204" pitchFamily="18" charset="0"/>
                                      <a:ea typeface="Cambria Math" panose="02040503050406030204" pitchFamily="18" charset="0"/>
                                    </a:rPr>
                                    <m:t> 4</m:t>
                                  </m:r>
                                </m:e>
                              </m:d>
                            </m:e>
                          </m:mr>
                          <m:mr>
                            <m:e>
                              <m:f>
                                <m:fPr>
                                  <m:ctrlPr>
                                    <a:rPr lang="en-US" i="1" dirty="0">
                                      <a:latin typeface="Cambria Math" panose="02040503050406030204" pitchFamily="18" charset="0"/>
                                    </a:rPr>
                                  </m:ctrlPr>
                                </m:fPr>
                                <m:num>
                                  <m:r>
                                    <m:rPr>
                                      <m:sty m:val="p"/>
                                    </m:rPr>
                                    <a:rPr lang="en-US" i="0" dirty="0">
                                      <a:latin typeface="Cambria Math" panose="02040503050406030204" pitchFamily="18" charset="0"/>
                                    </a:rPr>
                                    <m:t>n</m:t>
                                  </m:r>
                                  <m:r>
                                    <a:rPr lang="en-US" i="0" dirty="0">
                                      <a:latin typeface="Cambria Math" panose="02040503050406030204" pitchFamily="18" charset="0"/>
                                    </a:rPr>
                                    <m:t>+2</m:t>
                                  </m:r>
                                </m:num>
                                <m:den>
                                  <m:r>
                                    <a:rPr lang="en-US" i="0" dirty="0">
                                      <a:latin typeface="Cambria Math" panose="02040503050406030204" pitchFamily="18" charset="0"/>
                                    </a:rPr>
                                    <m:t>2</m:t>
                                  </m:r>
                                </m:den>
                              </m:f>
                            </m:e>
                            <m:e>
                              <m:r>
                                <m:rPr>
                                  <m:sty m:val="p"/>
                                </m:rPr>
                                <a:rPr lang="en-US" i="0" dirty="0">
                                  <a:latin typeface="Cambria Math" panose="02040503050406030204" pitchFamily="18" charset="0"/>
                                </a:rPr>
                                <m:t>if</m:t>
                              </m:r>
                              <m:r>
                                <a:rPr lang="en-US" i="0" dirty="0">
                                  <a:latin typeface="Cambria Math" panose="02040503050406030204" pitchFamily="18" charset="0"/>
                                </a:rPr>
                                <m:t> </m:t>
                              </m:r>
                              <m:r>
                                <m:rPr>
                                  <m:sty m:val="p"/>
                                </m:rPr>
                                <a:rPr lang="en-US" i="0" dirty="0">
                                  <a:latin typeface="Cambria Math" panose="02040503050406030204" pitchFamily="18" charset="0"/>
                                </a:rPr>
                                <m:t>n</m:t>
                              </m:r>
                              <m:r>
                                <a:rPr lang="en-US" i="0" dirty="0">
                                  <a:latin typeface="Cambria Math" panose="02040503050406030204" pitchFamily="18" charset="0"/>
                                  <a:ea typeface="Cambria Math" panose="02040503050406030204" pitchFamily="18" charset="0"/>
                                </a:rPr>
                                <m:t>≡</m:t>
                              </m:r>
                              <m:r>
                                <a:rPr lang="en-US" b="0" i="0" dirty="0" smtClean="0">
                                  <a:latin typeface="Cambria Math" panose="02040503050406030204" pitchFamily="18" charset="0"/>
                                  <a:ea typeface="Cambria Math" panose="02040503050406030204" pitchFamily="18" charset="0"/>
                                </a:rPr>
                                <m:t>2</m:t>
                              </m:r>
                              <m:r>
                                <a:rPr lang="en-US" i="0" dirty="0">
                                  <a:latin typeface="Cambria Math" panose="02040503050406030204" pitchFamily="18" charset="0"/>
                                  <a:ea typeface="Cambria Math" panose="02040503050406030204" pitchFamily="18" charset="0"/>
                                </a:rPr>
                                <m:t> </m:t>
                              </m:r>
                              <m:d>
                                <m:dPr>
                                  <m:ctrlPr>
                                    <a:rPr lang="en-US" i="1" dirty="0">
                                      <a:latin typeface="Cambria Math" panose="02040503050406030204" pitchFamily="18" charset="0"/>
                                      <a:ea typeface="Cambria Math" panose="02040503050406030204" pitchFamily="18" charset="0"/>
                                    </a:rPr>
                                  </m:ctrlPr>
                                </m:dPr>
                                <m:e>
                                  <m:r>
                                    <m:rPr>
                                      <m:sty m:val="p"/>
                                    </m:rPr>
                                    <a:rPr lang="en-US" i="0" dirty="0">
                                      <a:latin typeface="Cambria Math" panose="02040503050406030204" pitchFamily="18" charset="0"/>
                                      <a:ea typeface="Cambria Math" panose="02040503050406030204" pitchFamily="18" charset="0"/>
                                    </a:rPr>
                                    <m:t>mod</m:t>
                                  </m:r>
                                  <m:r>
                                    <a:rPr lang="en-US" i="0" dirty="0">
                                      <a:latin typeface="Cambria Math" panose="02040503050406030204" pitchFamily="18" charset="0"/>
                                      <a:ea typeface="Cambria Math" panose="02040503050406030204" pitchFamily="18" charset="0"/>
                                    </a:rPr>
                                    <m:t> 4</m:t>
                                  </m:r>
                                </m:e>
                              </m:d>
                            </m:e>
                          </m:mr>
                        </m:m>
                      </m:e>
                    </m:d>
                  </m:oMath>
                </a14:m>
                <a:endParaRPr lang="en-US" dirty="0"/>
              </a:p>
              <a:p>
                <a:pPr lvl="0">
                  <a:lnSpc>
                    <a:spcPct val="150000"/>
                  </a:lnSpc>
                </a:pPr>
                <a:r>
                  <a:rPr lang="en-US" dirty="0"/>
                  <a:t>Relation between Domination and Total Domination: </a:t>
                </a:r>
              </a:p>
              <a:p>
                <a:pPr lvl="1">
                  <a:lnSpc>
                    <a:spcPct val="150000"/>
                  </a:lnSpc>
                </a:pPr>
                <a:r>
                  <a:rPr lang="en-US" dirty="0"/>
                  <a:t>For every graph</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G</m:t>
                    </m:r>
                  </m:oMath>
                </a14:m>
                <a:r>
                  <a:rPr lang="en-US" dirty="0"/>
                  <a:t> containing no isolated vertices, </a:t>
                </a:r>
                <a14:m>
                  <m:oMath xmlns:m="http://schemas.openxmlformats.org/officeDocument/2006/math">
                    <m:r>
                      <m:rPr>
                        <m:sty m:val="p"/>
                      </m:rPr>
                      <a:rPr lang="en-US" dirty="0">
                        <a:latin typeface="Cambria Math" panose="02040503050406030204" pitchFamily="18" charset="0"/>
                      </a:rPr>
                      <m:t>γ</m:t>
                    </m:r>
                    <m:d>
                      <m:dPr>
                        <m:ctrlPr>
                          <a:rPr lang="en-US" i="1" dirty="0">
                            <a:latin typeface="Cambria Math" panose="02040503050406030204" pitchFamily="18" charset="0"/>
                          </a:rPr>
                        </m:ctrlPr>
                      </m:dPr>
                      <m:e>
                        <m:r>
                          <m:rPr>
                            <m:sty m:val="p"/>
                          </m:rPr>
                          <a:rPr lang="en-US" dirty="0">
                            <a:latin typeface="Cambria Math" panose="02040503050406030204" pitchFamily="18" charset="0"/>
                          </a:rPr>
                          <m:t>G</m:t>
                        </m:r>
                      </m:e>
                    </m:d>
                    <m:sSub>
                      <m:sSubPr>
                        <m:ctrlPr>
                          <a:rPr lang="en-US" i="1" dirty="0">
                            <a:latin typeface="Cambria Math" panose="02040503050406030204" pitchFamily="18" charset="0"/>
                          </a:rPr>
                        </m:ctrlPr>
                      </m:sSubPr>
                      <m:e>
                        <m:r>
                          <a:rPr lang="en-US" dirty="0">
                            <a:latin typeface="Cambria Math" panose="02040503050406030204" pitchFamily="18" charset="0"/>
                          </a:rPr>
                          <m:t>≤</m:t>
                        </m:r>
                        <m:r>
                          <m:rPr>
                            <m:sty m:val="p"/>
                          </m:rPr>
                          <a:rPr lang="en-US" dirty="0">
                            <a:latin typeface="Cambria Math" panose="02040503050406030204" pitchFamily="18" charset="0"/>
                          </a:rPr>
                          <m:t>γ</m:t>
                        </m:r>
                      </m:e>
                      <m:sub>
                        <m:r>
                          <m:rPr>
                            <m:sty m:val="p"/>
                          </m:rPr>
                          <a:rPr lang="en-US" dirty="0">
                            <a:latin typeface="Cambria Math" panose="02040503050406030204" pitchFamily="18" charset="0"/>
                          </a:rPr>
                          <m:t>t</m:t>
                        </m:r>
                      </m:sub>
                    </m:sSub>
                    <m:d>
                      <m:dPr>
                        <m:ctrlPr>
                          <a:rPr lang="en-US" i="1" dirty="0">
                            <a:latin typeface="Cambria Math" panose="02040503050406030204" pitchFamily="18" charset="0"/>
                          </a:rPr>
                        </m:ctrlPr>
                      </m:dPr>
                      <m:e>
                        <m:r>
                          <m:rPr>
                            <m:sty m:val="p"/>
                          </m:rPr>
                          <a:rPr lang="en-US" dirty="0">
                            <a:latin typeface="Cambria Math" panose="02040503050406030204" pitchFamily="18" charset="0"/>
                          </a:rPr>
                          <m:t>G</m:t>
                        </m:r>
                      </m:e>
                    </m:d>
                    <m:r>
                      <a:rPr lang="en-US" dirty="0">
                        <a:latin typeface="Cambria Math" panose="02040503050406030204" pitchFamily="18" charset="0"/>
                      </a:rPr>
                      <m:t>≤2</m:t>
                    </m:r>
                    <m:r>
                      <m:rPr>
                        <m:sty m:val="p"/>
                      </m:rPr>
                      <a:rPr lang="en-US" dirty="0">
                        <a:latin typeface="Cambria Math" panose="02040503050406030204" pitchFamily="18" charset="0"/>
                      </a:rPr>
                      <m:t>γ</m:t>
                    </m:r>
                    <m:d>
                      <m:dPr>
                        <m:ctrlPr>
                          <a:rPr lang="en-US" i="1" dirty="0">
                            <a:latin typeface="Cambria Math" panose="02040503050406030204" pitchFamily="18" charset="0"/>
                          </a:rPr>
                        </m:ctrlPr>
                      </m:dPr>
                      <m:e>
                        <m:r>
                          <m:rPr>
                            <m:sty m:val="p"/>
                          </m:rPr>
                          <a:rPr lang="en-US" dirty="0">
                            <a:latin typeface="Cambria Math" panose="02040503050406030204" pitchFamily="18" charset="0"/>
                          </a:rPr>
                          <m:t>G</m:t>
                        </m:r>
                      </m:e>
                    </m:d>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t="-1200"/>
                </a:stretch>
              </a:blipFill>
            </p:spPr>
            <p:txBody>
              <a:bodyPr/>
              <a:lstStyle/>
              <a:p>
                <a:r>
                  <a:rPr lang="en-US">
                    <a:noFill/>
                  </a:rPr>
                  <a:t> </a:t>
                </a:r>
              </a:p>
            </p:txBody>
          </p:sp>
        </mc:Fallback>
      </mc:AlternateContent>
    </p:spTree>
    <p:extLst>
      <p:ext uri="{BB962C8B-B14F-4D97-AF65-F5344CB8AC3E}">
        <p14:creationId xmlns:p14="http://schemas.microsoft.com/office/powerpoint/2010/main" val="3810803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Remarks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lnSpc>
                    <a:spcPct val="150000"/>
                  </a:lnSpc>
                </a:pPr>
                <a:r>
                  <a:rPr lang="en-US" dirty="0"/>
                  <a:t>Upper Bound for Connected Graphs: </a:t>
                </a:r>
              </a:p>
              <a:p>
                <a:pPr lvl="1">
                  <a:lnSpc>
                    <a:spcPct val="150000"/>
                  </a:lnSpc>
                </a:pPr>
                <a:r>
                  <a:rPr lang="en-US" dirty="0"/>
                  <a:t>If G is a connected graph of order</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n</m:t>
                    </m:r>
                    <m:r>
                      <a:rPr lang="en-US" dirty="0">
                        <a:latin typeface="Cambria Math" panose="02040503050406030204" pitchFamily="18" charset="0"/>
                      </a:rPr>
                      <m:t>≥3</m:t>
                    </m:r>
                  </m:oMath>
                </a14:m>
                <a:r>
                  <a:rPr lang="en-US" dirty="0"/>
                  <a:t>, then </a:t>
                </a:r>
                <a14:m>
                  <m:oMath xmlns:m="http://schemas.openxmlformats.org/officeDocument/2006/math">
                    <m:sSub>
                      <m:sSubPr>
                        <m:ctrlPr>
                          <a:rPr lang="en-US" i="1" dirty="0">
                            <a:latin typeface="Cambria Math" panose="02040503050406030204" pitchFamily="18" charset="0"/>
                          </a:rPr>
                        </m:ctrlPr>
                      </m:sSubPr>
                      <m:e>
                        <m:r>
                          <m:rPr>
                            <m:sty m:val="p"/>
                          </m:rPr>
                          <a:rPr lang="en-US" dirty="0">
                            <a:latin typeface="Cambria Math" panose="02040503050406030204" pitchFamily="18" charset="0"/>
                          </a:rPr>
                          <m:t>γ</m:t>
                        </m:r>
                      </m:e>
                      <m:sub>
                        <m:r>
                          <m:rPr>
                            <m:sty m:val="p"/>
                          </m:rPr>
                          <a:rPr lang="en-US" dirty="0">
                            <a:latin typeface="Cambria Math" panose="02040503050406030204" pitchFamily="18" charset="0"/>
                          </a:rPr>
                          <m:t>t</m:t>
                        </m:r>
                      </m:sub>
                    </m:sSub>
                    <m:d>
                      <m:dPr>
                        <m:ctrlPr>
                          <a:rPr lang="en-US" i="1" dirty="0">
                            <a:latin typeface="Cambria Math" panose="02040503050406030204" pitchFamily="18" charset="0"/>
                          </a:rPr>
                        </m:ctrlPr>
                      </m:dPr>
                      <m:e>
                        <m:r>
                          <m:rPr>
                            <m:sty m:val="p"/>
                          </m:rPr>
                          <a:rPr lang="en-US" dirty="0">
                            <a:latin typeface="Cambria Math" panose="02040503050406030204" pitchFamily="18" charset="0"/>
                          </a:rPr>
                          <m:t>G</m:t>
                        </m:r>
                      </m:e>
                    </m:d>
                    <m:r>
                      <a:rPr lang="en-US" dirty="0">
                        <a:latin typeface="Cambria Math" panose="02040503050406030204" pitchFamily="18" charset="0"/>
                      </a:rPr>
                      <m:t>≤</m:t>
                    </m:r>
                    <m:f>
                      <m:fPr>
                        <m:ctrlPr>
                          <a:rPr lang="en-US" i="1" dirty="0">
                            <a:latin typeface="Cambria Math" panose="02040503050406030204" pitchFamily="18" charset="0"/>
                          </a:rPr>
                        </m:ctrlPr>
                      </m:fPr>
                      <m:num>
                        <m:r>
                          <a:rPr lang="en-US" dirty="0">
                            <a:latin typeface="Cambria Math" panose="02040503050406030204" pitchFamily="18" charset="0"/>
                          </a:rPr>
                          <m:t>2</m:t>
                        </m:r>
                        <m:r>
                          <m:rPr>
                            <m:sty m:val="p"/>
                          </m:rPr>
                          <a:rPr lang="en-US" dirty="0">
                            <a:latin typeface="Cambria Math" panose="02040503050406030204" pitchFamily="18" charset="0"/>
                          </a:rPr>
                          <m:t>n</m:t>
                        </m:r>
                      </m:num>
                      <m:den>
                        <m:r>
                          <a:rPr lang="en-US" dirty="0">
                            <a:latin typeface="Cambria Math" panose="02040503050406030204" pitchFamily="18" charset="0"/>
                          </a:rPr>
                          <m:t>3</m:t>
                        </m:r>
                      </m:den>
                    </m:f>
                    <m:r>
                      <a:rPr lang="en-US" dirty="0">
                        <a:latin typeface="Cambria Math" panose="02040503050406030204" pitchFamily="18" charset="0"/>
                      </a:rPr>
                      <m:t>.</m:t>
                    </m:r>
                  </m:oMath>
                </a14:m>
                <a:endParaRPr lang="en-US" dirty="0"/>
              </a:p>
              <a:p>
                <a:pPr lvl="0">
                  <a:lnSpc>
                    <a:spcPct val="150000"/>
                  </a:lnSpc>
                </a:pPr>
                <a:r>
                  <a:rPr lang="en-US" dirty="0"/>
                  <a:t>Complete Bipartite Graph: </a:t>
                </a:r>
              </a:p>
              <a:p>
                <a:pPr lvl="1">
                  <a:lnSpc>
                    <a:spcPct val="150000"/>
                  </a:lnSpc>
                </a:pPr>
                <a:r>
                  <a:rPr lang="en-US" dirty="0"/>
                  <a:t>If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K</m:t>
                        </m:r>
                      </m:e>
                      <m:sub>
                        <m:r>
                          <m:rPr>
                            <m:sty m:val="p"/>
                          </m:rPr>
                          <a:rPr lang="en-US">
                            <a:latin typeface="Cambria Math" panose="02040503050406030204" pitchFamily="18" charset="0"/>
                          </a:rPr>
                          <m:t>m</m:t>
                        </m:r>
                        <m:r>
                          <a:rPr lang="en-US">
                            <a:latin typeface="Cambria Math" panose="02040503050406030204" pitchFamily="18" charset="0"/>
                          </a:rPr>
                          <m:t>,</m:t>
                        </m:r>
                        <m:r>
                          <m:rPr>
                            <m:sty m:val="p"/>
                          </m:rPr>
                          <a:rPr lang="en-US">
                            <a:latin typeface="Cambria Math" panose="02040503050406030204" pitchFamily="18" charset="0"/>
                          </a:rPr>
                          <m:t>n</m:t>
                        </m:r>
                      </m:sub>
                    </m:sSub>
                  </m:oMath>
                </a14:m>
                <a:r>
                  <a:rPr lang="en-US" dirty="0"/>
                  <a:t> with</a:t>
                </a:r>
                <a14:m>
                  <m:oMath xmlns:m="http://schemas.openxmlformats.org/officeDocument/2006/math">
                    <m:r>
                      <a:rPr lang="en-US" dirty="0">
                        <a:latin typeface="Cambria Math" panose="02040503050406030204" pitchFamily="18" charset="0"/>
                      </a:rPr>
                      <m:t> </m:t>
                    </m:r>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min</m:t>
                        </m:r>
                      </m:fName>
                      <m:e>
                        <m:d>
                          <m:dPr>
                            <m:begChr m:val="{"/>
                            <m:endChr m:val="}"/>
                            <m:ctrlPr>
                              <a:rPr lang="en-US" i="1" dirty="0">
                                <a:latin typeface="Cambria Math" panose="02040503050406030204" pitchFamily="18" charset="0"/>
                              </a:rPr>
                            </m:ctrlPr>
                          </m:dPr>
                          <m:e>
                            <m:r>
                              <m:rPr>
                                <m:sty m:val="p"/>
                              </m:rPr>
                              <a:rPr lang="en-US" dirty="0" err="1">
                                <a:latin typeface="Cambria Math" panose="02040503050406030204" pitchFamily="18" charset="0"/>
                              </a:rPr>
                              <m:t>m</m:t>
                            </m:r>
                            <m:r>
                              <a:rPr lang="en-US" dirty="0" err="1">
                                <a:latin typeface="Cambria Math" panose="02040503050406030204" pitchFamily="18" charset="0"/>
                              </a:rPr>
                              <m:t>,</m:t>
                            </m:r>
                            <m:r>
                              <m:rPr>
                                <m:sty m:val="p"/>
                              </m:rPr>
                              <a:rPr lang="en-US" dirty="0" err="1">
                                <a:latin typeface="Cambria Math" panose="02040503050406030204" pitchFamily="18" charset="0"/>
                              </a:rPr>
                              <m:t>n</m:t>
                            </m:r>
                          </m:e>
                        </m:d>
                      </m:e>
                    </m:func>
                    <m:r>
                      <a:rPr lang="en-US" dirty="0">
                        <a:latin typeface="Cambria Math" panose="02040503050406030204" pitchFamily="18" charset="0"/>
                      </a:rPr>
                      <m:t>≥2</m:t>
                    </m:r>
                  </m:oMath>
                </a14:m>
                <a:r>
                  <a:rPr lang="en-US" dirty="0"/>
                  <a:t>, then </a:t>
                </a:r>
                <a14:m>
                  <m:oMath xmlns:m="http://schemas.openxmlformats.org/officeDocument/2006/math">
                    <m:r>
                      <m:rPr>
                        <m:sty m:val="p"/>
                      </m:rPr>
                      <a:rPr lang="en-US">
                        <a:latin typeface="Cambria Math" panose="02040503050406030204" pitchFamily="18" charset="0"/>
                      </a:rPr>
                      <m:t>γ</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K</m:t>
                            </m:r>
                          </m:e>
                          <m:sub>
                            <m:r>
                              <m:rPr>
                                <m:sty m:val="p"/>
                              </m:rPr>
                              <a:rPr lang="en-US">
                                <a:latin typeface="Cambria Math" panose="02040503050406030204" pitchFamily="18" charset="0"/>
                              </a:rPr>
                              <m:t>m</m:t>
                            </m:r>
                            <m:r>
                              <a:rPr lang="en-US">
                                <a:latin typeface="Cambria Math" panose="02040503050406030204" pitchFamily="18" charset="0"/>
                              </a:rPr>
                              <m:t>,</m:t>
                            </m:r>
                            <m:r>
                              <m:rPr>
                                <m:sty m:val="p"/>
                              </m:rPr>
                              <a:rPr lang="en-US">
                                <a:latin typeface="Cambria Math" panose="02040503050406030204" pitchFamily="18" charset="0"/>
                              </a:rPr>
                              <m:t>n</m:t>
                            </m:r>
                          </m:sub>
                        </m:sSub>
                      </m:e>
                    </m:d>
                    <m:r>
                      <a:rPr lang="en-US">
                        <a:latin typeface="Cambria Math" panose="02040503050406030204" pitchFamily="18" charset="0"/>
                      </a:rPr>
                      <m:t>=2=</m:t>
                    </m:r>
                    <m:sSub>
                      <m:sSubPr>
                        <m:ctrlPr>
                          <a:rPr lang="en-US" i="1">
                            <a:latin typeface="Cambria Math" panose="02040503050406030204" pitchFamily="18" charset="0"/>
                          </a:rPr>
                        </m:ctrlPr>
                      </m:sSubPr>
                      <m:e>
                        <m:r>
                          <m:rPr>
                            <m:sty m:val="p"/>
                          </m:rPr>
                          <a:rPr lang="en-US">
                            <a:latin typeface="Cambria Math" panose="02040503050406030204" pitchFamily="18" charset="0"/>
                          </a:rPr>
                          <m:t>γ</m:t>
                        </m:r>
                      </m:e>
                      <m:sub>
                        <m:r>
                          <m:rPr>
                            <m:sty m:val="p"/>
                          </m:rPr>
                          <a:rPr lang="en-US">
                            <a:latin typeface="Cambria Math" panose="02040503050406030204" pitchFamily="18" charset="0"/>
                          </a:rPr>
                          <m:t>t</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K</m:t>
                            </m:r>
                          </m:e>
                          <m:sub>
                            <m:r>
                              <m:rPr>
                                <m:sty m:val="p"/>
                              </m:rPr>
                              <a:rPr lang="en-US">
                                <a:latin typeface="Cambria Math" panose="02040503050406030204" pitchFamily="18" charset="0"/>
                              </a:rPr>
                              <m:t>m</m:t>
                            </m:r>
                            <m:r>
                              <a:rPr lang="en-US">
                                <a:latin typeface="Cambria Math" panose="02040503050406030204" pitchFamily="18" charset="0"/>
                              </a:rPr>
                              <m:t>,</m:t>
                            </m:r>
                            <m:r>
                              <m:rPr>
                                <m:sty m:val="p"/>
                              </m:rPr>
                              <a:rPr lang="en-US">
                                <a:latin typeface="Cambria Math" panose="02040503050406030204" pitchFamily="18" charset="0"/>
                              </a:rPr>
                              <m:t>n</m:t>
                            </m:r>
                          </m:sub>
                        </m:sSub>
                      </m:e>
                    </m:d>
                    <m:r>
                      <a:rPr lang="en-US">
                        <a:latin typeface="Cambria Math" panose="02040503050406030204" pitchFamily="18" charset="0"/>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a:stretch>
              </a:blipFill>
            </p:spPr>
            <p:txBody>
              <a:bodyPr/>
              <a:lstStyle/>
              <a:p>
                <a:r>
                  <a:rPr lang="en-US">
                    <a:noFill/>
                  </a:rPr>
                  <a:t> </a:t>
                </a:r>
              </a:p>
            </p:txBody>
          </p:sp>
        </mc:Fallback>
      </mc:AlternateContent>
    </p:spTree>
    <p:extLst>
      <p:ext uri="{BB962C8B-B14F-4D97-AF65-F5344CB8AC3E}">
        <p14:creationId xmlns:p14="http://schemas.microsoft.com/office/powerpoint/2010/main" val="39209998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Method-2</a:t>
            </a:r>
          </a:p>
        </p:txBody>
      </p:sp>
    </p:spTree>
    <p:extLst>
      <p:ext uri="{BB962C8B-B14F-4D97-AF65-F5344CB8AC3E}">
        <p14:creationId xmlns:p14="http://schemas.microsoft.com/office/powerpoint/2010/main" val="40979111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1</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the domination number for</a:t>
                </a:r>
                <a:r>
                  <a:rPr lang="en-US" sz="2800" b="1" dirty="0">
                    <a:solidFill>
                      <a:schemeClr val="bg1"/>
                    </a:solidFill>
                  </a:rPr>
                  <a:t> </a:t>
                </a:r>
                <a14:m>
                  <m:oMath xmlns:m="http://schemas.openxmlformats.org/officeDocument/2006/math">
                    <m:sSub>
                      <m:sSubPr>
                        <m:ctrlPr>
                          <a:rPr lang="en-US" sz="2800" i="1">
                            <a:solidFill>
                              <a:schemeClr val="bg1"/>
                            </a:solidFill>
                            <a:latin typeface="Cambria Math" panose="02040503050406030204" pitchFamily="18" charset="0"/>
                          </a:rPr>
                        </m:ctrlPr>
                      </m:sSubPr>
                      <m:e>
                        <m:r>
                          <m:rPr>
                            <m:sty m:val="p"/>
                          </m:rPr>
                          <a:rPr lang="en-US" sz="2800" b="0" i="0">
                            <a:solidFill>
                              <a:schemeClr val="bg1"/>
                            </a:solidFill>
                            <a:latin typeface="Cambria Math" panose="02040503050406030204" pitchFamily="18" charset="0"/>
                          </a:rPr>
                          <m:t>P</m:t>
                        </m:r>
                      </m:e>
                      <m:sub>
                        <m:r>
                          <m:rPr>
                            <m:sty m:val="p"/>
                          </m:rPr>
                          <a:rPr lang="en-US" sz="2800" b="0" i="0">
                            <a:solidFill>
                              <a:schemeClr val="bg1"/>
                            </a:solidFill>
                            <a:latin typeface="Cambria Math" panose="02040503050406030204" pitchFamily="18" charset="0"/>
                          </a:rPr>
                          <m:t>n</m:t>
                        </m:r>
                      </m:sub>
                    </m:sSub>
                    <m:r>
                      <a:rPr lang="en-US" sz="2800" b="0" i="0">
                        <a:solidFill>
                          <a:schemeClr val="bg1"/>
                        </a:solidFill>
                        <a:latin typeface="Cambria Math" panose="02040503050406030204" pitchFamily="18" charset="0"/>
                      </a:rPr>
                      <m:t> </m:t>
                    </m:r>
                    <m:r>
                      <m:rPr>
                        <m:sty m:val="p"/>
                      </m:rPr>
                      <a:rPr lang="en-US" sz="2800" b="0" i="0">
                        <a:solidFill>
                          <a:schemeClr val="bg1"/>
                        </a:solidFill>
                        <a:latin typeface="Cambria Math" panose="02040503050406030204" pitchFamily="18" charset="0"/>
                      </a:rPr>
                      <m:t>and</m:t>
                    </m:r>
                    <m:r>
                      <a:rPr lang="en-US" sz="2800" b="0" i="0">
                        <a:solidFill>
                          <a:schemeClr val="bg1"/>
                        </a:solidFill>
                        <a:latin typeface="Cambria Math" panose="02040503050406030204" pitchFamily="18" charset="0"/>
                      </a:rPr>
                      <m:t> </m:t>
                    </m:r>
                    <m:sSub>
                      <m:sSubPr>
                        <m:ctrlPr>
                          <a:rPr lang="en-US" sz="2800" i="1">
                            <a:solidFill>
                              <a:schemeClr val="bg1"/>
                            </a:solidFill>
                            <a:latin typeface="Cambria Math" panose="02040503050406030204" pitchFamily="18" charset="0"/>
                          </a:rPr>
                        </m:ctrlPr>
                      </m:sSubPr>
                      <m:e>
                        <m:r>
                          <m:rPr>
                            <m:sty m:val="p"/>
                          </m:rPr>
                          <a:rPr lang="en-US" sz="2800" b="0" i="0">
                            <a:solidFill>
                              <a:schemeClr val="bg1"/>
                            </a:solidFill>
                            <a:latin typeface="Cambria Math" panose="02040503050406030204" pitchFamily="18" charset="0"/>
                          </a:rPr>
                          <m:t>C</m:t>
                        </m:r>
                      </m:e>
                      <m:sub>
                        <m:r>
                          <m:rPr>
                            <m:sty m:val="p"/>
                          </m:rPr>
                          <a:rPr lang="en-US" sz="2800" b="0" i="0">
                            <a:solidFill>
                              <a:schemeClr val="bg1"/>
                            </a:solidFill>
                            <a:latin typeface="Cambria Math" panose="02040503050406030204" pitchFamily="18" charset="0"/>
                          </a:rPr>
                          <m:t>n</m:t>
                        </m:r>
                      </m:sub>
                    </m:sSub>
                    <m:r>
                      <a:rPr lang="en-US" sz="2800" b="0" i="0">
                        <a:solidFill>
                          <a:schemeClr val="bg1"/>
                        </a:solidFill>
                        <a:latin typeface="Cambria Math" panose="02040503050406030204" pitchFamily="18" charset="0"/>
                      </a:rPr>
                      <m:t>, 6≤</m:t>
                    </m:r>
                    <m:r>
                      <m:rPr>
                        <m:sty m:val="p"/>
                      </m:rPr>
                      <a:rPr lang="en-US" sz="2800" b="0" i="0">
                        <a:solidFill>
                          <a:schemeClr val="bg1"/>
                        </a:solidFill>
                        <a:latin typeface="Cambria Math" panose="02040503050406030204" pitchFamily="18" charset="0"/>
                      </a:rPr>
                      <m:t>n</m:t>
                    </m:r>
                    <m:r>
                      <a:rPr lang="en-US" sz="2800" b="0" i="0" smtClean="0">
                        <a:solidFill>
                          <a:schemeClr val="bg1"/>
                        </a:solidFill>
                        <a:latin typeface="Cambria Math" panose="02040503050406030204" pitchFamily="18" charset="0"/>
                      </a:rPr>
                      <m:t>≤8</m:t>
                    </m:r>
                    <m:r>
                      <a:rPr lang="en-US" sz="2800" b="0" i="0">
                        <a:solidFill>
                          <a:schemeClr val="bg1"/>
                        </a:solidFill>
                        <a:latin typeface="Cambria Math" panose="02040503050406030204" pitchFamily="18" charset="0"/>
                      </a:rPr>
                      <m:t>.</m:t>
                    </m:r>
                  </m:oMath>
                </a14:m>
                <a:endParaRPr lang="en-US" sz="2800" dirty="0">
                  <a:solidFill>
                    <a:schemeClr val="bg1"/>
                  </a:solidFill>
                </a:endParaRPr>
              </a:p>
              <a:p>
                <a:endParaRPr lang="en-US" sz="2800" dirty="0">
                  <a:solidFill>
                    <a:schemeClr val="bg1"/>
                  </a:solidFill>
                </a:endParaRPr>
              </a:p>
              <a:p>
                <a:endParaRPr lang="en-US" sz="2800" dirty="0">
                  <a:solidFill>
                    <a:schemeClr val="bg1"/>
                  </a:solidFill>
                </a:endParaRPr>
              </a:p>
            </p:txBody>
          </p:sp>
        </mc:Choice>
        <mc:Fallback xmlns="">
          <p:sp>
            <p:nvSpPr>
              <p:cNvPr id="32" name="Content Placeholder 2"/>
              <p:cNvSpPr txBox="1">
                <a:spLocks noRot="1" noChangeAspect="1" noMove="1" noResize="1" noEditPoints="1" noAdjustHandles="1" noChangeArrowheads="1" noChangeShapeType="1" noTextEdit="1"/>
              </p:cNvSpPr>
              <p:nvPr/>
            </p:nvSpPr>
            <p:spPr>
              <a:xfrm>
                <a:off x="131176" y="867840"/>
                <a:ext cx="11929645" cy="569642"/>
              </a:xfrm>
              <a:prstGeom prst="rect">
                <a:avLst/>
              </a:prstGeom>
              <a:blipFill rotWithShape="0">
                <a:blip r:embed="rId2"/>
                <a:stretch>
                  <a:fillRect l="-1074" t="-10638" b="-20213"/>
                </a:stretch>
              </a:blipFill>
              <a:ln>
                <a:noFill/>
              </a:ln>
            </p:spPr>
            <p:txBody>
              <a:bodyPr/>
              <a:lstStyle/>
              <a:p>
                <a:r>
                  <a:rPr lang="en-US">
                    <a:noFill/>
                  </a:rPr>
                  <a:t> </a:t>
                </a:r>
              </a:p>
            </p:txBody>
          </p:sp>
        </mc:Fallback>
      </mc:AlternateContent>
      <p:sp>
        <p:nvSpPr>
          <p:cNvPr id="30" name="Oval 29">
            <a:extLst>
              <a:ext uri="{FF2B5EF4-FFF2-40B4-BE49-F238E27FC236}">
                <a16:creationId xmlns:a16="http://schemas.microsoft.com/office/drawing/2014/main" id="{BDD11F87-DA81-9510-C1CB-0AF4093562CB}"/>
              </a:ext>
            </a:extLst>
          </p:cNvPr>
          <p:cNvSpPr/>
          <p:nvPr/>
        </p:nvSpPr>
        <p:spPr>
          <a:xfrm rot="5400000">
            <a:off x="981034"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1" name="Straight Connector 30">
            <a:extLst>
              <a:ext uri="{FF2B5EF4-FFF2-40B4-BE49-F238E27FC236}">
                <a16:creationId xmlns:a16="http://schemas.microsoft.com/office/drawing/2014/main" id="{6205DD86-315C-53B6-CEEF-A9919650168E}"/>
              </a:ext>
            </a:extLst>
          </p:cNvPr>
          <p:cNvCxnSpPr>
            <a:cxnSpLocks/>
            <a:stCxn id="36" idx="4"/>
            <a:endCxn id="30" idx="0"/>
          </p:cNvCxnSpPr>
          <p:nvPr/>
        </p:nvCxnSpPr>
        <p:spPr>
          <a:xfrm flipH="1">
            <a:off x="1123597" y="3065785"/>
            <a:ext cx="6634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6" name="Oval 35">
            <a:extLst>
              <a:ext uri="{FF2B5EF4-FFF2-40B4-BE49-F238E27FC236}">
                <a16:creationId xmlns:a16="http://schemas.microsoft.com/office/drawing/2014/main" id="{BDD11F87-DA81-9510-C1CB-0AF4093562CB}"/>
              </a:ext>
            </a:extLst>
          </p:cNvPr>
          <p:cNvSpPr/>
          <p:nvPr/>
        </p:nvSpPr>
        <p:spPr>
          <a:xfrm rot="5400000">
            <a:off x="1788515"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2569354"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9" name="Straight Connector 38">
            <a:extLst>
              <a:ext uri="{FF2B5EF4-FFF2-40B4-BE49-F238E27FC236}">
                <a16:creationId xmlns:a16="http://schemas.microsoft.com/office/drawing/2014/main" id="{6205DD86-315C-53B6-CEEF-A9919650168E}"/>
              </a:ext>
            </a:extLst>
          </p:cNvPr>
          <p:cNvCxnSpPr>
            <a:cxnSpLocks/>
            <a:stCxn id="40" idx="4"/>
            <a:endCxn id="38" idx="0"/>
          </p:cNvCxnSpPr>
          <p:nvPr/>
        </p:nvCxnSpPr>
        <p:spPr>
          <a:xfrm flipH="1">
            <a:off x="2711917" y="3065785"/>
            <a:ext cx="6634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0" name="Oval 39">
            <a:extLst>
              <a:ext uri="{FF2B5EF4-FFF2-40B4-BE49-F238E27FC236}">
                <a16:creationId xmlns:a16="http://schemas.microsoft.com/office/drawing/2014/main" id="{BDD11F87-DA81-9510-C1CB-0AF4093562CB}"/>
              </a:ext>
            </a:extLst>
          </p:cNvPr>
          <p:cNvSpPr/>
          <p:nvPr/>
        </p:nvSpPr>
        <p:spPr>
          <a:xfrm rot="5400000">
            <a:off x="3376835"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38" idx="4"/>
            <a:endCxn id="36" idx="0"/>
          </p:cNvCxnSpPr>
          <p:nvPr/>
        </p:nvCxnSpPr>
        <p:spPr>
          <a:xfrm flipH="1">
            <a:off x="1931078" y="3065785"/>
            <a:ext cx="63683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4" name="Oval 43">
            <a:extLst>
              <a:ext uri="{FF2B5EF4-FFF2-40B4-BE49-F238E27FC236}">
                <a16:creationId xmlns:a16="http://schemas.microsoft.com/office/drawing/2014/main" id="{BDD11F87-DA81-9510-C1CB-0AF4093562CB}"/>
              </a:ext>
            </a:extLst>
          </p:cNvPr>
          <p:cNvSpPr/>
          <p:nvPr/>
        </p:nvSpPr>
        <p:spPr>
          <a:xfrm rot="5400000">
            <a:off x="4965504"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6" name="Oval 45">
            <a:extLst>
              <a:ext uri="{FF2B5EF4-FFF2-40B4-BE49-F238E27FC236}">
                <a16:creationId xmlns:a16="http://schemas.microsoft.com/office/drawing/2014/main" id="{BDD11F87-DA81-9510-C1CB-0AF4093562CB}"/>
              </a:ext>
            </a:extLst>
          </p:cNvPr>
          <p:cNvSpPr/>
          <p:nvPr/>
        </p:nvSpPr>
        <p:spPr>
          <a:xfrm rot="5400000">
            <a:off x="4178210"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8" name="Straight Connector 47">
            <a:extLst>
              <a:ext uri="{FF2B5EF4-FFF2-40B4-BE49-F238E27FC236}">
                <a16:creationId xmlns:a16="http://schemas.microsoft.com/office/drawing/2014/main" id="{6205DD86-315C-53B6-CEEF-A9919650168E}"/>
              </a:ext>
            </a:extLst>
          </p:cNvPr>
          <p:cNvCxnSpPr>
            <a:cxnSpLocks/>
            <a:stCxn id="46" idx="4"/>
            <a:endCxn id="40" idx="0"/>
          </p:cNvCxnSpPr>
          <p:nvPr/>
        </p:nvCxnSpPr>
        <p:spPr>
          <a:xfrm flipH="1">
            <a:off x="3519398" y="3065785"/>
            <a:ext cx="65737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44" idx="4"/>
            <a:endCxn id="46" idx="0"/>
          </p:cNvCxnSpPr>
          <p:nvPr/>
        </p:nvCxnSpPr>
        <p:spPr>
          <a:xfrm flipH="1">
            <a:off x="4320773" y="3065785"/>
            <a:ext cx="64329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6" name="Oval 55">
            <a:extLst>
              <a:ext uri="{FF2B5EF4-FFF2-40B4-BE49-F238E27FC236}">
                <a16:creationId xmlns:a16="http://schemas.microsoft.com/office/drawing/2014/main" id="{BDD11F87-DA81-9510-C1CB-0AF4093562CB}"/>
              </a:ext>
            </a:extLst>
          </p:cNvPr>
          <p:cNvSpPr/>
          <p:nvPr/>
        </p:nvSpPr>
        <p:spPr>
          <a:xfrm rot="5400000">
            <a:off x="7447954"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7" name="Straight Connector 56">
            <a:extLst>
              <a:ext uri="{FF2B5EF4-FFF2-40B4-BE49-F238E27FC236}">
                <a16:creationId xmlns:a16="http://schemas.microsoft.com/office/drawing/2014/main" id="{6205DD86-315C-53B6-CEEF-A9919650168E}"/>
              </a:ext>
            </a:extLst>
          </p:cNvPr>
          <p:cNvCxnSpPr>
            <a:cxnSpLocks/>
            <a:stCxn id="58" idx="4"/>
            <a:endCxn id="56" idx="0"/>
          </p:cNvCxnSpPr>
          <p:nvPr/>
        </p:nvCxnSpPr>
        <p:spPr>
          <a:xfrm flipH="1">
            <a:off x="7590517" y="3065785"/>
            <a:ext cx="6634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8" name="Oval 57">
            <a:extLst>
              <a:ext uri="{FF2B5EF4-FFF2-40B4-BE49-F238E27FC236}">
                <a16:creationId xmlns:a16="http://schemas.microsoft.com/office/drawing/2014/main" id="{BDD11F87-DA81-9510-C1CB-0AF4093562CB}"/>
              </a:ext>
            </a:extLst>
          </p:cNvPr>
          <p:cNvSpPr/>
          <p:nvPr/>
        </p:nvSpPr>
        <p:spPr>
          <a:xfrm rot="5400000">
            <a:off x="8255435"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9" name="Oval 58">
            <a:extLst>
              <a:ext uri="{FF2B5EF4-FFF2-40B4-BE49-F238E27FC236}">
                <a16:creationId xmlns:a16="http://schemas.microsoft.com/office/drawing/2014/main" id="{BDD11F87-DA81-9510-C1CB-0AF4093562CB}"/>
              </a:ext>
            </a:extLst>
          </p:cNvPr>
          <p:cNvSpPr/>
          <p:nvPr/>
        </p:nvSpPr>
        <p:spPr>
          <a:xfrm rot="5400000">
            <a:off x="9036274"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0" name="Straight Connector 59">
            <a:extLst>
              <a:ext uri="{FF2B5EF4-FFF2-40B4-BE49-F238E27FC236}">
                <a16:creationId xmlns:a16="http://schemas.microsoft.com/office/drawing/2014/main" id="{6205DD86-315C-53B6-CEEF-A9919650168E}"/>
              </a:ext>
            </a:extLst>
          </p:cNvPr>
          <p:cNvCxnSpPr>
            <a:cxnSpLocks/>
            <a:stCxn id="61" idx="4"/>
            <a:endCxn id="59" idx="0"/>
          </p:cNvCxnSpPr>
          <p:nvPr/>
        </p:nvCxnSpPr>
        <p:spPr>
          <a:xfrm flipH="1">
            <a:off x="9178837" y="3065785"/>
            <a:ext cx="6634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1" name="Oval 60">
            <a:extLst>
              <a:ext uri="{FF2B5EF4-FFF2-40B4-BE49-F238E27FC236}">
                <a16:creationId xmlns:a16="http://schemas.microsoft.com/office/drawing/2014/main" id="{BDD11F87-DA81-9510-C1CB-0AF4093562CB}"/>
              </a:ext>
            </a:extLst>
          </p:cNvPr>
          <p:cNvSpPr/>
          <p:nvPr/>
        </p:nvSpPr>
        <p:spPr>
          <a:xfrm rot="5400000">
            <a:off x="9843755"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2" name="Straight Connector 61">
            <a:extLst>
              <a:ext uri="{FF2B5EF4-FFF2-40B4-BE49-F238E27FC236}">
                <a16:creationId xmlns:a16="http://schemas.microsoft.com/office/drawing/2014/main" id="{6205DD86-315C-53B6-CEEF-A9919650168E}"/>
              </a:ext>
            </a:extLst>
          </p:cNvPr>
          <p:cNvCxnSpPr>
            <a:cxnSpLocks/>
            <a:stCxn id="59" idx="4"/>
            <a:endCxn id="58" idx="0"/>
          </p:cNvCxnSpPr>
          <p:nvPr/>
        </p:nvCxnSpPr>
        <p:spPr>
          <a:xfrm flipH="1">
            <a:off x="8397998" y="3065785"/>
            <a:ext cx="63683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3" name="Oval 62">
            <a:extLst>
              <a:ext uri="{FF2B5EF4-FFF2-40B4-BE49-F238E27FC236}">
                <a16:creationId xmlns:a16="http://schemas.microsoft.com/office/drawing/2014/main" id="{BDD11F87-DA81-9510-C1CB-0AF4093562CB}"/>
              </a:ext>
            </a:extLst>
          </p:cNvPr>
          <p:cNvSpPr/>
          <p:nvPr/>
        </p:nvSpPr>
        <p:spPr>
          <a:xfrm rot="5400000">
            <a:off x="11432424"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4" name="Oval 63">
            <a:extLst>
              <a:ext uri="{FF2B5EF4-FFF2-40B4-BE49-F238E27FC236}">
                <a16:creationId xmlns:a16="http://schemas.microsoft.com/office/drawing/2014/main" id="{BDD11F87-DA81-9510-C1CB-0AF4093562CB}"/>
              </a:ext>
            </a:extLst>
          </p:cNvPr>
          <p:cNvSpPr/>
          <p:nvPr/>
        </p:nvSpPr>
        <p:spPr>
          <a:xfrm rot="5400000">
            <a:off x="10645130" y="2993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5" name="Straight Connector 64">
            <a:extLst>
              <a:ext uri="{FF2B5EF4-FFF2-40B4-BE49-F238E27FC236}">
                <a16:creationId xmlns:a16="http://schemas.microsoft.com/office/drawing/2014/main" id="{6205DD86-315C-53B6-CEEF-A9919650168E}"/>
              </a:ext>
            </a:extLst>
          </p:cNvPr>
          <p:cNvCxnSpPr>
            <a:cxnSpLocks/>
            <a:stCxn id="64" idx="4"/>
            <a:endCxn id="61" idx="0"/>
          </p:cNvCxnSpPr>
          <p:nvPr/>
        </p:nvCxnSpPr>
        <p:spPr>
          <a:xfrm flipH="1">
            <a:off x="9986318" y="3065785"/>
            <a:ext cx="65737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63" idx="4"/>
            <a:endCxn id="64" idx="0"/>
          </p:cNvCxnSpPr>
          <p:nvPr/>
        </p:nvCxnSpPr>
        <p:spPr>
          <a:xfrm flipH="1">
            <a:off x="10787693" y="3065785"/>
            <a:ext cx="64329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7" name="Oval 66">
            <a:extLst>
              <a:ext uri="{FF2B5EF4-FFF2-40B4-BE49-F238E27FC236}">
                <a16:creationId xmlns:a16="http://schemas.microsoft.com/office/drawing/2014/main" id="{BDD11F87-DA81-9510-C1CB-0AF4093562CB}"/>
              </a:ext>
            </a:extLst>
          </p:cNvPr>
          <p:cNvSpPr/>
          <p:nvPr/>
        </p:nvSpPr>
        <p:spPr>
          <a:xfrm rot="5400000">
            <a:off x="6611926" y="299382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8" name="Straight Connector 67">
            <a:extLst>
              <a:ext uri="{FF2B5EF4-FFF2-40B4-BE49-F238E27FC236}">
                <a16:creationId xmlns:a16="http://schemas.microsoft.com/office/drawing/2014/main" id="{6205DD86-315C-53B6-CEEF-A9919650168E}"/>
              </a:ext>
            </a:extLst>
          </p:cNvPr>
          <p:cNvCxnSpPr>
            <a:cxnSpLocks/>
            <a:stCxn id="56" idx="4"/>
            <a:endCxn id="67" idx="0"/>
          </p:cNvCxnSpPr>
          <p:nvPr/>
        </p:nvCxnSpPr>
        <p:spPr>
          <a:xfrm flipH="1">
            <a:off x="6754489" y="3065785"/>
            <a:ext cx="692028" cy="3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1" name="Oval 70">
            <a:extLst>
              <a:ext uri="{FF2B5EF4-FFF2-40B4-BE49-F238E27FC236}">
                <a16:creationId xmlns:a16="http://schemas.microsoft.com/office/drawing/2014/main" id="{BDD11F87-DA81-9510-C1CB-0AF4093562CB}"/>
              </a:ext>
            </a:extLst>
          </p:cNvPr>
          <p:cNvSpPr/>
          <p:nvPr/>
        </p:nvSpPr>
        <p:spPr>
          <a:xfrm rot="5400000">
            <a:off x="3887437" y="44365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2" name="Straight Connector 71">
            <a:extLst>
              <a:ext uri="{FF2B5EF4-FFF2-40B4-BE49-F238E27FC236}">
                <a16:creationId xmlns:a16="http://schemas.microsoft.com/office/drawing/2014/main" id="{6205DD86-315C-53B6-CEEF-A9919650168E}"/>
              </a:ext>
            </a:extLst>
          </p:cNvPr>
          <p:cNvCxnSpPr>
            <a:cxnSpLocks/>
            <a:stCxn id="73" idx="4"/>
            <a:endCxn id="71" idx="0"/>
          </p:cNvCxnSpPr>
          <p:nvPr/>
        </p:nvCxnSpPr>
        <p:spPr>
          <a:xfrm flipH="1">
            <a:off x="4030000" y="4508500"/>
            <a:ext cx="6634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3" name="Oval 72">
            <a:extLst>
              <a:ext uri="{FF2B5EF4-FFF2-40B4-BE49-F238E27FC236}">
                <a16:creationId xmlns:a16="http://schemas.microsoft.com/office/drawing/2014/main" id="{BDD11F87-DA81-9510-C1CB-0AF4093562CB}"/>
              </a:ext>
            </a:extLst>
          </p:cNvPr>
          <p:cNvSpPr/>
          <p:nvPr/>
        </p:nvSpPr>
        <p:spPr>
          <a:xfrm rot="5400000">
            <a:off x="4694918" y="44365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4" name="Oval 73">
            <a:extLst>
              <a:ext uri="{FF2B5EF4-FFF2-40B4-BE49-F238E27FC236}">
                <a16:creationId xmlns:a16="http://schemas.microsoft.com/office/drawing/2014/main" id="{BDD11F87-DA81-9510-C1CB-0AF4093562CB}"/>
              </a:ext>
            </a:extLst>
          </p:cNvPr>
          <p:cNvSpPr/>
          <p:nvPr/>
        </p:nvSpPr>
        <p:spPr>
          <a:xfrm rot="5400000">
            <a:off x="5475757" y="44365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5" name="Straight Connector 74">
            <a:extLst>
              <a:ext uri="{FF2B5EF4-FFF2-40B4-BE49-F238E27FC236}">
                <a16:creationId xmlns:a16="http://schemas.microsoft.com/office/drawing/2014/main" id="{6205DD86-315C-53B6-CEEF-A9919650168E}"/>
              </a:ext>
            </a:extLst>
          </p:cNvPr>
          <p:cNvCxnSpPr>
            <a:cxnSpLocks/>
            <a:stCxn id="76" idx="4"/>
            <a:endCxn id="74" idx="0"/>
          </p:cNvCxnSpPr>
          <p:nvPr/>
        </p:nvCxnSpPr>
        <p:spPr>
          <a:xfrm flipH="1">
            <a:off x="5618320" y="4508500"/>
            <a:ext cx="6634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6" name="Oval 75">
            <a:extLst>
              <a:ext uri="{FF2B5EF4-FFF2-40B4-BE49-F238E27FC236}">
                <a16:creationId xmlns:a16="http://schemas.microsoft.com/office/drawing/2014/main" id="{BDD11F87-DA81-9510-C1CB-0AF4093562CB}"/>
              </a:ext>
            </a:extLst>
          </p:cNvPr>
          <p:cNvSpPr/>
          <p:nvPr/>
        </p:nvSpPr>
        <p:spPr>
          <a:xfrm rot="5400000">
            <a:off x="6283238" y="44365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7" name="Straight Connector 76">
            <a:extLst>
              <a:ext uri="{FF2B5EF4-FFF2-40B4-BE49-F238E27FC236}">
                <a16:creationId xmlns:a16="http://schemas.microsoft.com/office/drawing/2014/main" id="{6205DD86-315C-53B6-CEEF-A9919650168E}"/>
              </a:ext>
            </a:extLst>
          </p:cNvPr>
          <p:cNvCxnSpPr>
            <a:cxnSpLocks/>
            <a:stCxn id="74" idx="4"/>
            <a:endCxn id="73" idx="0"/>
          </p:cNvCxnSpPr>
          <p:nvPr/>
        </p:nvCxnSpPr>
        <p:spPr>
          <a:xfrm flipH="1">
            <a:off x="4837481" y="4508500"/>
            <a:ext cx="63683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8" name="Oval 77">
            <a:extLst>
              <a:ext uri="{FF2B5EF4-FFF2-40B4-BE49-F238E27FC236}">
                <a16:creationId xmlns:a16="http://schemas.microsoft.com/office/drawing/2014/main" id="{BDD11F87-DA81-9510-C1CB-0AF4093562CB}"/>
              </a:ext>
            </a:extLst>
          </p:cNvPr>
          <p:cNvSpPr/>
          <p:nvPr/>
        </p:nvSpPr>
        <p:spPr>
          <a:xfrm rot="5400000">
            <a:off x="7871907" y="44365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9" name="Oval 78">
            <a:extLst>
              <a:ext uri="{FF2B5EF4-FFF2-40B4-BE49-F238E27FC236}">
                <a16:creationId xmlns:a16="http://schemas.microsoft.com/office/drawing/2014/main" id="{BDD11F87-DA81-9510-C1CB-0AF4093562CB}"/>
              </a:ext>
            </a:extLst>
          </p:cNvPr>
          <p:cNvSpPr/>
          <p:nvPr/>
        </p:nvSpPr>
        <p:spPr>
          <a:xfrm rot="5400000">
            <a:off x="7084613" y="44365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0" name="Straight Connector 79">
            <a:extLst>
              <a:ext uri="{FF2B5EF4-FFF2-40B4-BE49-F238E27FC236}">
                <a16:creationId xmlns:a16="http://schemas.microsoft.com/office/drawing/2014/main" id="{6205DD86-315C-53B6-CEEF-A9919650168E}"/>
              </a:ext>
            </a:extLst>
          </p:cNvPr>
          <p:cNvCxnSpPr>
            <a:cxnSpLocks/>
            <a:stCxn id="79" idx="4"/>
            <a:endCxn id="76" idx="0"/>
          </p:cNvCxnSpPr>
          <p:nvPr/>
        </p:nvCxnSpPr>
        <p:spPr>
          <a:xfrm flipH="1">
            <a:off x="6425801" y="4508500"/>
            <a:ext cx="65737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78" idx="4"/>
            <a:endCxn id="79" idx="0"/>
          </p:cNvCxnSpPr>
          <p:nvPr/>
        </p:nvCxnSpPr>
        <p:spPr>
          <a:xfrm flipH="1">
            <a:off x="7227176" y="4508500"/>
            <a:ext cx="64329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2" name="Oval 81">
            <a:extLst>
              <a:ext uri="{FF2B5EF4-FFF2-40B4-BE49-F238E27FC236}">
                <a16:creationId xmlns:a16="http://schemas.microsoft.com/office/drawing/2014/main" id="{BDD11F87-DA81-9510-C1CB-0AF4093562CB}"/>
              </a:ext>
            </a:extLst>
          </p:cNvPr>
          <p:cNvSpPr/>
          <p:nvPr/>
        </p:nvSpPr>
        <p:spPr>
          <a:xfrm rot="5400000">
            <a:off x="3051409" y="443653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3" name="Straight Connector 82">
            <a:extLst>
              <a:ext uri="{FF2B5EF4-FFF2-40B4-BE49-F238E27FC236}">
                <a16:creationId xmlns:a16="http://schemas.microsoft.com/office/drawing/2014/main" id="{6205DD86-315C-53B6-CEEF-A9919650168E}"/>
              </a:ext>
            </a:extLst>
          </p:cNvPr>
          <p:cNvCxnSpPr>
            <a:cxnSpLocks/>
            <a:stCxn id="71" idx="4"/>
            <a:endCxn id="82" idx="0"/>
          </p:cNvCxnSpPr>
          <p:nvPr/>
        </p:nvCxnSpPr>
        <p:spPr>
          <a:xfrm flipH="1">
            <a:off x="3193972" y="4508500"/>
            <a:ext cx="692028" cy="3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4" name="Oval 83">
            <a:extLst>
              <a:ext uri="{FF2B5EF4-FFF2-40B4-BE49-F238E27FC236}">
                <a16:creationId xmlns:a16="http://schemas.microsoft.com/office/drawing/2014/main" id="{BDD11F87-DA81-9510-C1CB-0AF4093562CB}"/>
              </a:ext>
            </a:extLst>
          </p:cNvPr>
          <p:cNvSpPr/>
          <p:nvPr/>
        </p:nvSpPr>
        <p:spPr>
          <a:xfrm rot="5400000">
            <a:off x="8659202" y="44365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5" name="Straight Connector 84">
            <a:extLst>
              <a:ext uri="{FF2B5EF4-FFF2-40B4-BE49-F238E27FC236}">
                <a16:creationId xmlns:a16="http://schemas.microsoft.com/office/drawing/2014/main" id="{6205DD86-315C-53B6-CEEF-A9919650168E}"/>
              </a:ext>
            </a:extLst>
          </p:cNvPr>
          <p:cNvCxnSpPr>
            <a:cxnSpLocks/>
            <a:stCxn id="84" idx="4"/>
            <a:endCxn id="78" idx="0"/>
          </p:cNvCxnSpPr>
          <p:nvPr/>
        </p:nvCxnSpPr>
        <p:spPr>
          <a:xfrm flipH="1">
            <a:off x="8014470" y="4508500"/>
            <a:ext cx="64329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90" name="Rectangle 89"/>
              <p:cNvSpPr/>
              <p:nvPr/>
            </p:nvSpPr>
            <p:spPr>
              <a:xfrm>
                <a:off x="2345541" y="3206911"/>
                <a:ext cx="58875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P</m:t>
                          </m:r>
                        </m:e>
                        <m:sub>
                          <m:r>
                            <a:rPr lang="en-US" sz="2800" b="0" i="0" dirty="0" smtClean="0">
                              <a:latin typeface="Cambria Math" panose="02040503050406030204" pitchFamily="18" charset="0"/>
                            </a:rPr>
                            <m:t>6</m:t>
                          </m:r>
                        </m:sub>
                      </m:sSub>
                    </m:oMath>
                  </m:oMathPara>
                </a14:m>
                <a:endParaRPr lang="en-US" dirty="0"/>
              </a:p>
            </p:txBody>
          </p:sp>
        </mc:Choice>
        <mc:Fallback xmlns="">
          <p:sp>
            <p:nvSpPr>
              <p:cNvPr id="90" name="Rectangle 89"/>
              <p:cNvSpPr>
                <a:spLocks noRot="1" noChangeAspect="1" noMove="1" noResize="1" noEditPoints="1" noAdjustHandles="1" noChangeArrowheads="1" noChangeShapeType="1" noTextEdit="1"/>
              </p:cNvSpPr>
              <p:nvPr/>
            </p:nvSpPr>
            <p:spPr>
              <a:xfrm>
                <a:off x="2345541" y="3206911"/>
                <a:ext cx="588751"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Rectangle 90"/>
              <p:cNvSpPr/>
              <p:nvPr/>
            </p:nvSpPr>
            <p:spPr>
              <a:xfrm>
                <a:off x="9034837" y="3224121"/>
                <a:ext cx="58875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P</m:t>
                          </m:r>
                        </m:e>
                        <m:sub>
                          <m:r>
                            <a:rPr lang="en-US" sz="2800" b="0" i="0" dirty="0" smtClean="0">
                              <a:latin typeface="Cambria Math" panose="02040503050406030204" pitchFamily="18" charset="0"/>
                            </a:rPr>
                            <m:t>7</m:t>
                          </m:r>
                        </m:sub>
                      </m:sSub>
                    </m:oMath>
                  </m:oMathPara>
                </a14:m>
                <a:endParaRPr lang="en-US" dirty="0"/>
              </a:p>
            </p:txBody>
          </p:sp>
        </mc:Choice>
        <mc:Fallback xmlns="">
          <p:sp>
            <p:nvSpPr>
              <p:cNvPr id="91" name="Rectangle 90"/>
              <p:cNvSpPr>
                <a:spLocks noRot="1" noChangeAspect="1" noMove="1" noResize="1" noEditPoints="1" noAdjustHandles="1" noChangeArrowheads="1" noChangeShapeType="1" noTextEdit="1"/>
              </p:cNvSpPr>
              <p:nvPr/>
            </p:nvSpPr>
            <p:spPr>
              <a:xfrm>
                <a:off x="9034837" y="3224121"/>
                <a:ext cx="588751"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Rectangle 91"/>
              <p:cNvSpPr/>
              <p:nvPr/>
            </p:nvSpPr>
            <p:spPr>
              <a:xfrm>
                <a:off x="5869793" y="4795849"/>
                <a:ext cx="58875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P</m:t>
                          </m:r>
                        </m:e>
                        <m:sub>
                          <m:r>
                            <a:rPr lang="en-US" sz="2800" b="0" i="0" dirty="0" smtClean="0">
                              <a:latin typeface="Cambria Math" panose="02040503050406030204" pitchFamily="18" charset="0"/>
                            </a:rPr>
                            <m:t>8</m:t>
                          </m:r>
                        </m:sub>
                      </m:sSub>
                    </m:oMath>
                  </m:oMathPara>
                </a14:m>
                <a:endParaRPr lang="en-US" dirty="0"/>
              </a:p>
            </p:txBody>
          </p:sp>
        </mc:Choice>
        <mc:Fallback xmlns="">
          <p:sp>
            <p:nvSpPr>
              <p:cNvPr id="92" name="Rectangle 91"/>
              <p:cNvSpPr>
                <a:spLocks noRot="1" noChangeAspect="1" noMove="1" noResize="1" noEditPoints="1" noAdjustHandles="1" noChangeArrowheads="1" noChangeShapeType="1" noTextEdit="1"/>
              </p:cNvSpPr>
              <p:nvPr/>
            </p:nvSpPr>
            <p:spPr>
              <a:xfrm>
                <a:off x="5869793" y="4795849"/>
                <a:ext cx="588751"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4" name="Rectangle 143"/>
              <p:cNvSpPr/>
              <p:nvPr/>
            </p:nvSpPr>
            <p:spPr>
              <a:xfrm>
                <a:off x="3447398" y="5498521"/>
                <a:ext cx="6240426" cy="523220"/>
              </a:xfrm>
              <a:prstGeom prst="rect">
                <a:avLst/>
              </a:prstGeom>
            </p:spPr>
            <p:txBody>
              <a:bodyPr wrap="none">
                <a:spAutoFit/>
              </a:bodyPr>
              <a:lstStyle/>
              <a:p>
                <a:r>
                  <a:rPr lang="en-US" sz="2800" dirty="0"/>
                  <a:t>Hence,</a:t>
                </a:r>
                <a14:m>
                  <m:oMath xmlns:m="http://schemas.openxmlformats.org/officeDocument/2006/math">
                    <m:r>
                      <a:rPr lang="en-US" sz="2800" b="0" i="0" dirty="0" smtClean="0">
                        <a:latin typeface="Cambria Math" panose="02040503050406030204" pitchFamily="18" charset="0"/>
                      </a:rPr>
                      <m:t>   </m:t>
                    </m:r>
                    <m:r>
                      <m:rPr>
                        <m:sty m:val="p"/>
                      </m:rPr>
                      <a:rPr lang="en-US" sz="2800" b="0" i="0" dirty="0" smtClean="0">
                        <a:latin typeface="Cambria Math" panose="02040503050406030204" pitchFamily="18" charset="0"/>
                      </a:rPr>
                      <m:t>γ</m:t>
                    </m:r>
                    <m:d>
                      <m:dPr>
                        <m:ctrlPr>
                          <a:rPr lang="en-US" sz="2800" b="0" i="1" dirty="0" smtClean="0">
                            <a:latin typeface="Cambria Math" panose="02040503050406030204" pitchFamily="18" charset="0"/>
                          </a:rPr>
                        </m:ctrlPr>
                      </m:dPr>
                      <m:e>
                        <m:sSub>
                          <m:sSubPr>
                            <m:ctrlPr>
                              <a:rPr lang="en-US" sz="2800" b="0" i="1" dirty="0" smtClean="0">
                                <a:latin typeface="Cambria Math" panose="02040503050406030204" pitchFamily="18" charset="0"/>
                              </a:rPr>
                            </m:ctrlPr>
                          </m:sSubPr>
                          <m:e>
                            <m:r>
                              <m:rPr>
                                <m:sty m:val="p"/>
                              </m:rPr>
                              <a:rPr lang="en-US" sz="2800" b="0" i="0" dirty="0" smtClean="0">
                                <a:latin typeface="Cambria Math" panose="02040503050406030204" pitchFamily="18" charset="0"/>
                              </a:rPr>
                              <m:t>P</m:t>
                            </m:r>
                          </m:e>
                          <m:sub>
                            <m:r>
                              <a:rPr lang="en-US" sz="2800" b="0" i="0" dirty="0" smtClean="0">
                                <a:latin typeface="Cambria Math" panose="02040503050406030204" pitchFamily="18" charset="0"/>
                              </a:rPr>
                              <m:t>6</m:t>
                            </m:r>
                          </m:sub>
                        </m:sSub>
                      </m:e>
                    </m:d>
                    <m:r>
                      <a:rPr lang="en-US" sz="2800" b="0" i="0" dirty="0" smtClean="0">
                        <a:latin typeface="Cambria Math" panose="02040503050406030204" pitchFamily="18" charset="0"/>
                      </a:rPr>
                      <m:t>=2</m:t>
                    </m:r>
                  </m:oMath>
                </a14:m>
                <a:r>
                  <a:rPr lang="en-US" dirty="0"/>
                  <a:t> </a:t>
                </a:r>
                <a:r>
                  <a:rPr lang="en-US" sz="2800" dirty="0"/>
                  <a:t>and</a:t>
                </a:r>
                <a:r>
                  <a:rPr lang="en-US" dirty="0"/>
                  <a:t> </a:t>
                </a:r>
                <a14:m>
                  <m:oMath xmlns:m="http://schemas.openxmlformats.org/officeDocument/2006/math">
                    <m:r>
                      <m:rPr>
                        <m:sty m:val="p"/>
                      </m:rPr>
                      <a:rPr lang="en-US" sz="2800" b="0" i="0" smtClean="0">
                        <a:latin typeface="Cambria Math" panose="02040503050406030204" pitchFamily="18" charset="0"/>
                      </a:rPr>
                      <m:t>γ</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P</m:t>
                            </m:r>
                          </m:e>
                          <m:sub>
                            <m:r>
                              <a:rPr lang="en-US" sz="2800" b="0" i="0" smtClean="0">
                                <a:latin typeface="Cambria Math" panose="02040503050406030204" pitchFamily="18" charset="0"/>
                              </a:rPr>
                              <m:t>7</m:t>
                            </m:r>
                          </m:sub>
                        </m:sSub>
                      </m:e>
                    </m:d>
                    <m:r>
                      <a:rPr lang="en-US" sz="2800" b="0" i="0" smtClean="0">
                        <a:latin typeface="Cambria Math" panose="02040503050406030204" pitchFamily="18" charset="0"/>
                      </a:rPr>
                      <m:t>=3=</m:t>
                    </m:r>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γ</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P</m:t>
                        </m:r>
                      </m:e>
                      <m:sub>
                        <m:r>
                          <a:rPr lang="en-US" sz="2800" b="0" i="0" smtClean="0">
                            <a:latin typeface="Cambria Math" panose="02040503050406030204" pitchFamily="18" charset="0"/>
                          </a:rPr>
                          <m:t>8</m:t>
                        </m:r>
                      </m:sub>
                    </m:sSub>
                    <m:r>
                      <a:rPr lang="en-US" sz="2800" b="0" i="0" smtClean="0">
                        <a:latin typeface="Cambria Math" panose="02040503050406030204" pitchFamily="18" charset="0"/>
                      </a:rPr>
                      <m:t>) </m:t>
                    </m:r>
                  </m:oMath>
                </a14:m>
                <a:endParaRPr lang="en-US" sz="2800" dirty="0"/>
              </a:p>
            </p:txBody>
          </p:sp>
        </mc:Choice>
        <mc:Fallback xmlns="">
          <p:sp>
            <p:nvSpPr>
              <p:cNvPr id="144" name="Rectangle 143"/>
              <p:cNvSpPr>
                <a:spLocks noRot="1" noChangeAspect="1" noMove="1" noResize="1" noEditPoints="1" noAdjustHandles="1" noChangeArrowheads="1" noChangeShapeType="1" noTextEdit="1"/>
              </p:cNvSpPr>
              <p:nvPr/>
            </p:nvSpPr>
            <p:spPr>
              <a:xfrm>
                <a:off x="3447398" y="5498521"/>
                <a:ext cx="6240426" cy="523220"/>
              </a:xfrm>
              <a:prstGeom prst="rect">
                <a:avLst/>
              </a:prstGeom>
              <a:blipFill rotWithShape="0">
                <a:blip r:embed="rId6"/>
                <a:stretch>
                  <a:fillRect l="-2053" t="-12791" b="-31395"/>
                </a:stretch>
              </a:blipFill>
            </p:spPr>
            <p:txBody>
              <a:bodyPr/>
              <a:lstStyle/>
              <a:p>
                <a:r>
                  <a:rPr lang="en-US">
                    <a:noFill/>
                  </a:rPr>
                  <a:t> </a:t>
                </a:r>
              </a:p>
            </p:txBody>
          </p:sp>
        </mc:Fallback>
      </mc:AlternateContent>
      <p:sp>
        <p:nvSpPr>
          <p:cNvPr id="50" name="Oval 49"/>
          <p:cNvSpPr/>
          <p:nvPr/>
        </p:nvSpPr>
        <p:spPr>
          <a:xfrm>
            <a:off x="1673150" y="2892597"/>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1" name="Oval 50"/>
          <p:cNvSpPr/>
          <p:nvPr/>
        </p:nvSpPr>
        <p:spPr>
          <a:xfrm>
            <a:off x="4062316" y="2892597"/>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2" name="Oval 51"/>
          <p:cNvSpPr/>
          <p:nvPr/>
        </p:nvSpPr>
        <p:spPr>
          <a:xfrm>
            <a:off x="7334367" y="2893069"/>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3" name="Oval 52"/>
          <p:cNvSpPr/>
          <p:nvPr/>
        </p:nvSpPr>
        <p:spPr>
          <a:xfrm>
            <a:off x="9721470" y="2892597"/>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4" name="Oval 53"/>
          <p:cNvSpPr/>
          <p:nvPr/>
        </p:nvSpPr>
        <p:spPr>
          <a:xfrm>
            <a:off x="11316028" y="2892597"/>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5" name="Oval 54"/>
          <p:cNvSpPr/>
          <p:nvPr/>
        </p:nvSpPr>
        <p:spPr>
          <a:xfrm>
            <a:off x="3779956" y="4323679"/>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9" name="Oval 68"/>
          <p:cNvSpPr/>
          <p:nvPr/>
        </p:nvSpPr>
        <p:spPr>
          <a:xfrm>
            <a:off x="6169651" y="4323679"/>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0" name="Oval 69"/>
          <p:cNvSpPr/>
          <p:nvPr/>
        </p:nvSpPr>
        <p:spPr>
          <a:xfrm>
            <a:off x="8526000" y="4325920"/>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4426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36"/>
                                        </p:tgtEl>
                                        <p:attrNameLst>
                                          <p:attrName>style.color</p:attrName>
                                        </p:attrNameLst>
                                      </p:cBhvr>
                                      <p:to>
                                        <a:srgbClr val="FFFF00"/>
                                      </p:to>
                                    </p:animClr>
                                    <p:animClr clrSpc="rgb" dir="cw">
                                      <p:cBhvr>
                                        <p:cTn id="7" dur="500" fill="hold"/>
                                        <p:tgtEl>
                                          <p:spTgt spid="36"/>
                                        </p:tgtEl>
                                        <p:attrNameLst>
                                          <p:attrName>fillcolor</p:attrName>
                                        </p:attrNameLst>
                                      </p:cBhvr>
                                      <p:to>
                                        <a:srgbClr val="FFFF00"/>
                                      </p:to>
                                    </p:animClr>
                                    <p:set>
                                      <p:cBhvr>
                                        <p:cTn id="8" dur="500" fill="hold"/>
                                        <p:tgtEl>
                                          <p:spTgt spid="36"/>
                                        </p:tgtEl>
                                        <p:attrNameLst>
                                          <p:attrName>fill.type</p:attrName>
                                        </p:attrNameLst>
                                      </p:cBhvr>
                                      <p:to>
                                        <p:strVal val="solid"/>
                                      </p:to>
                                    </p:set>
                                    <p:set>
                                      <p:cBhvr>
                                        <p:cTn id="9" dur="500" fill="hold"/>
                                        <p:tgtEl>
                                          <p:spTgt spid="36"/>
                                        </p:tgtEl>
                                        <p:attrNameLst>
                                          <p:attrName>fill.on</p:attrName>
                                        </p:attrNameLst>
                                      </p:cBhvr>
                                      <p:to>
                                        <p:strVal val="true"/>
                                      </p:to>
                                    </p:set>
                                  </p:childTnLst>
                                </p:cTn>
                              </p:par>
                              <p:par>
                                <p:cTn id="10" presetID="1" presetClass="entr" presetSubtype="0" fill="hold" grpId="0" nodeType="withEffect">
                                  <p:stCondLst>
                                    <p:cond delay="0"/>
                                  </p:stCondLst>
                                  <p:childTnLst>
                                    <p:set>
                                      <p:cBhvr>
                                        <p:cTn id="11" dur="1" fill="hold">
                                          <p:stCondLst>
                                            <p:cond delay="0"/>
                                          </p:stCondLst>
                                        </p:cTn>
                                        <p:tgtEl>
                                          <p:spTgt spid="5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9" presetClass="emph" presetSubtype="0" fill="hold" grpId="0" nodeType="clickEffect">
                                  <p:stCondLst>
                                    <p:cond delay="0"/>
                                  </p:stCondLst>
                                  <p:childTnLst>
                                    <p:animClr clrSpc="rgb" dir="cw">
                                      <p:cBhvr override="childStyle">
                                        <p:cTn id="15" dur="500" fill="hold"/>
                                        <p:tgtEl>
                                          <p:spTgt spid="30"/>
                                        </p:tgtEl>
                                        <p:attrNameLst>
                                          <p:attrName>style.color</p:attrName>
                                        </p:attrNameLst>
                                      </p:cBhvr>
                                      <p:to>
                                        <a:schemeClr val="accent2"/>
                                      </p:to>
                                    </p:animClr>
                                    <p:animClr clrSpc="rgb" dir="cw">
                                      <p:cBhvr>
                                        <p:cTn id="16" dur="500" fill="hold"/>
                                        <p:tgtEl>
                                          <p:spTgt spid="30"/>
                                        </p:tgtEl>
                                        <p:attrNameLst>
                                          <p:attrName>fillcolor</p:attrName>
                                        </p:attrNameLst>
                                      </p:cBhvr>
                                      <p:to>
                                        <a:schemeClr val="accent2"/>
                                      </p:to>
                                    </p:animClr>
                                    <p:set>
                                      <p:cBhvr>
                                        <p:cTn id="17" dur="500" fill="hold"/>
                                        <p:tgtEl>
                                          <p:spTgt spid="30"/>
                                        </p:tgtEl>
                                        <p:attrNameLst>
                                          <p:attrName>fill.type</p:attrName>
                                        </p:attrNameLst>
                                      </p:cBhvr>
                                      <p:to>
                                        <p:strVal val="solid"/>
                                      </p:to>
                                    </p:set>
                                    <p:set>
                                      <p:cBhvr>
                                        <p:cTn id="18" dur="500" fill="hold"/>
                                        <p:tgtEl>
                                          <p:spTgt spid="30"/>
                                        </p:tgtEl>
                                        <p:attrNameLst>
                                          <p:attrName>fill.on</p:attrName>
                                        </p:attrNameLst>
                                      </p:cBhvr>
                                      <p:to>
                                        <p:strVal val="true"/>
                                      </p:to>
                                    </p:set>
                                  </p:childTnLst>
                                </p:cTn>
                              </p:par>
                              <p:par>
                                <p:cTn id="19" presetID="19" presetClass="emph" presetSubtype="0" fill="hold" grpId="0" nodeType="withEffect">
                                  <p:stCondLst>
                                    <p:cond delay="0"/>
                                  </p:stCondLst>
                                  <p:childTnLst>
                                    <p:animClr clrSpc="rgb" dir="cw">
                                      <p:cBhvr override="childStyle">
                                        <p:cTn id="20" dur="500" fill="hold"/>
                                        <p:tgtEl>
                                          <p:spTgt spid="38"/>
                                        </p:tgtEl>
                                        <p:attrNameLst>
                                          <p:attrName>style.color</p:attrName>
                                        </p:attrNameLst>
                                      </p:cBhvr>
                                      <p:to>
                                        <a:schemeClr val="accent2"/>
                                      </p:to>
                                    </p:animClr>
                                    <p:animClr clrSpc="rgb" dir="cw">
                                      <p:cBhvr>
                                        <p:cTn id="21" dur="500" fill="hold"/>
                                        <p:tgtEl>
                                          <p:spTgt spid="38"/>
                                        </p:tgtEl>
                                        <p:attrNameLst>
                                          <p:attrName>fillcolor</p:attrName>
                                        </p:attrNameLst>
                                      </p:cBhvr>
                                      <p:to>
                                        <a:schemeClr val="accent2"/>
                                      </p:to>
                                    </p:animClr>
                                    <p:set>
                                      <p:cBhvr>
                                        <p:cTn id="22" dur="500" fill="hold"/>
                                        <p:tgtEl>
                                          <p:spTgt spid="38"/>
                                        </p:tgtEl>
                                        <p:attrNameLst>
                                          <p:attrName>fill.type</p:attrName>
                                        </p:attrNameLst>
                                      </p:cBhvr>
                                      <p:to>
                                        <p:strVal val="solid"/>
                                      </p:to>
                                    </p:set>
                                    <p:set>
                                      <p:cBhvr>
                                        <p:cTn id="23" dur="500" fill="hold"/>
                                        <p:tgtEl>
                                          <p:spTgt spid="38"/>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grpId="0" nodeType="clickEffect">
                                  <p:stCondLst>
                                    <p:cond delay="0"/>
                                  </p:stCondLst>
                                  <p:childTnLst>
                                    <p:animClr clrSpc="rgb" dir="cw">
                                      <p:cBhvr override="childStyle">
                                        <p:cTn id="27" dur="500" fill="hold"/>
                                        <p:tgtEl>
                                          <p:spTgt spid="46"/>
                                        </p:tgtEl>
                                        <p:attrNameLst>
                                          <p:attrName>style.color</p:attrName>
                                        </p:attrNameLst>
                                      </p:cBhvr>
                                      <p:to>
                                        <a:srgbClr val="FFFF00"/>
                                      </p:to>
                                    </p:animClr>
                                    <p:animClr clrSpc="rgb" dir="cw">
                                      <p:cBhvr>
                                        <p:cTn id="28" dur="500" fill="hold"/>
                                        <p:tgtEl>
                                          <p:spTgt spid="46"/>
                                        </p:tgtEl>
                                        <p:attrNameLst>
                                          <p:attrName>fillcolor</p:attrName>
                                        </p:attrNameLst>
                                      </p:cBhvr>
                                      <p:to>
                                        <a:srgbClr val="FFFF00"/>
                                      </p:to>
                                    </p:animClr>
                                    <p:set>
                                      <p:cBhvr>
                                        <p:cTn id="29" dur="500" fill="hold"/>
                                        <p:tgtEl>
                                          <p:spTgt spid="46"/>
                                        </p:tgtEl>
                                        <p:attrNameLst>
                                          <p:attrName>fill.type</p:attrName>
                                        </p:attrNameLst>
                                      </p:cBhvr>
                                      <p:to>
                                        <p:strVal val="solid"/>
                                      </p:to>
                                    </p:set>
                                    <p:set>
                                      <p:cBhvr>
                                        <p:cTn id="30" dur="500" fill="hold"/>
                                        <p:tgtEl>
                                          <p:spTgt spid="46"/>
                                        </p:tgtEl>
                                        <p:attrNameLst>
                                          <p:attrName>fill.on</p:attrName>
                                        </p:attrNameLst>
                                      </p:cBhvr>
                                      <p:to>
                                        <p:strVal val="tru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9" presetClass="emph" presetSubtype="0" fill="hold" grpId="0" nodeType="clickEffect">
                                  <p:stCondLst>
                                    <p:cond delay="0"/>
                                  </p:stCondLst>
                                  <p:childTnLst>
                                    <p:animClr clrSpc="rgb" dir="cw">
                                      <p:cBhvr override="childStyle">
                                        <p:cTn id="36" dur="500" fill="hold"/>
                                        <p:tgtEl>
                                          <p:spTgt spid="40"/>
                                        </p:tgtEl>
                                        <p:attrNameLst>
                                          <p:attrName>style.color</p:attrName>
                                        </p:attrNameLst>
                                      </p:cBhvr>
                                      <p:to>
                                        <a:schemeClr val="accent2"/>
                                      </p:to>
                                    </p:animClr>
                                    <p:animClr clrSpc="rgb" dir="cw">
                                      <p:cBhvr>
                                        <p:cTn id="37" dur="500" fill="hold"/>
                                        <p:tgtEl>
                                          <p:spTgt spid="40"/>
                                        </p:tgtEl>
                                        <p:attrNameLst>
                                          <p:attrName>fillcolor</p:attrName>
                                        </p:attrNameLst>
                                      </p:cBhvr>
                                      <p:to>
                                        <a:schemeClr val="accent2"/>
                                      </p:to>
                                    </p:animClr>
                                    <p:set>
                                      <p:cBhvr>
                                        <p:cTn id="38" dur="500" fill="hold"/>
                                        <p:tgtEl>
                                          <p:spTgt spid="40"/>
                                        </p:tgtEl>
                                        <p:attrNameLst>
                                          <p:attrName>fill.type</p:attrName>
                                        </p:attrNameLst>
                                      </p:cBhvr>
                                      <p:to>
                                        <p:strVal val="solid"/>
                                      </p:to>
                                    </p:set>
                                    <p:set>
                                      <p:cBhvr>
                                        <p:cTn id="39" dur="500" fill="hold"/>
                                        <p:tgtEl>
                                          <p:spTgt spid="40"/>
                                        </p:tgtEl>
                                        <p:attrNameLst>
                                          <p:attrName>fill.on</p:attrName>
                                        </p:attrNameLst>
                                      </p:cBhvr>
                                      <p:to>
                                        <p:strVal val="true"/>
                                      </p:to>
                                    </p:set>
                                  </p:childTnLst>
                                </p:cTn>
                              </p:par>
                              <p:par>
                                <p:cTn id="40" presetID="19" presetClass="emph" presetSubtype="0" fill="hold" grpId="0" nodeType="withEffect">
                                  <p:stCondLst>
                                    <p:cond delay="0"/>
                                  </p:stCondLst>
                                  <p:childTnLst>
                                    <p:animClr clrSpc="rgb" dir="cw">
                                      <p:cBhvr override="childStyle">
                                        <p:cTn id="41" dur="500" fill="hold"/>
                                        <p:tgtEl>
                                          <p:spTgt spid="44"/>
                                        </p:tgtEl>
                                        <p:attrNameLst>
                                          <p:attrName>style.color</p:attrName>
                                        </p:attrNameLst>
                                      </p:cBhvr>
                                      <p:to>
                                        <a:schemeClr val="accent2"/>
                                      </p:to>
                                    </p:animClr>
                                    <p:animClr clrSpc="rgb" dir="cw">
                                      <p:cBhvr>
                                        <p:cTn id="42" dur="500" fill="hold"/>
                                        <p:tgtEl>
                                          <p:spTgt spid="44"/>
                                        </p:tgtEl>
                                        <p:attrNameLst>
                                          <p:attrName>fillcolor</p:attrName>
                                        </p:attrNameLst>
                                      </p:cBhvr>
                                      <p:to>
                                        <a:schemeClr val="accent2"/>
                                      </p:to>
                                    </p:animClr>
                                    <p:set>
                                      <p:cBhvr>
                                        <p:cTn id="43" dur="500" fill="hold"/>
                                        <p:tgtEl>
                                          <p:spTgt spid="44"/>
                                        </p:tgtEl>
                                        <p:attrNameLst>
                                          <p:attrName>fill.type</p:attrName>
                                        </p:attrNameLst>
                                      </p:cBhvr>
                                      <p:to>
                                        <p:strVal val="solid"/>
                                      </p:to>
                                    </p:set>
                                    <p:set>
                                      <p:cBhvr>
                                        <p:cTn id="44" dur="500" fill="hold"/>
                                        <p:tgtEl>
                                          <p:spTgt spid="44"/>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9" presetClass="emph" presetSubtype="0" fill="hold" grpId="0" nodeType="clickEffect">
                                  <p:stCondLst>
                                    <p:cond delay="0"/>
                                  </p:stCondLst>
                                  <p:childTnLst>
                                    <p:animClr clrSpc="rgb" dir="cw">
                                      <p:cBhvr override="childStyle">
                                        <p:cTn id="48" dur="500" fill="hold"/>
                                        <p:tgtEl>
                                          <p:spTgt spid="56"/>
                                        </p:tgtEl>
                                        <p:attrNameLst>
                                          <p:attrName>style.color</p:attrName>
                                        </p:attrNameLst>
                                      </p:cBhvr>
                                      <p:to>
                                        <a:srgbClr val="FFFF00"/>
                                      </p:to>
                                    </p:animClr>
                                    <p:animClr clrSpc="rgb" dir="cw">
                                      <p:cBhvr>
                                        <p:cTn id="49" dur="500" fill="hold"/>
                                        <p:tgtEl>
                                          <p:spTgt spid="56"/>
                                        </p:tgtEl>
                                        <p:attrNameLst>
                                          <p:attrName>fillcolor</p:attrName>
                                        </p:attrNameLst>
                                      </p:cBhvr>
                                      <p:to>
                                        <a:srgbClr val="FFFF00"/>
                                      </p:to>
                                    </p:animClr>
                                    <p:set>
                                      <p:cBhvr>
                                        <p:cTn id="50" dur="500" fill="hold"/>
                                        <p:tgtEl>
                                          <p:spTgt spid="56"/>
                                        </p:tgtEl>
                                        <p:attrNameLst>
                                          <p:attrName>fill.type</p:attrName>
                                        </p:attrNameLst>
                                      </p:cBhvr>
                                      <p:to>
                                        <p:strVal val="solid"/>
                                      </p:to>
                                    </p:set>
                                    <p:set>
                                      <p:cBhvr>
                                        <p:cTn id="51" dur="500" fill="hold"/>
                                        <p:tgtEl>
                                          <p:spTgt spid="56"/>
                                        </p:tgtEl>
                                        <p:attrNameLst>
                                          <p:attrName>fill.on</p:attrName>
                                        </p:attrNameLst>
                                      </p:cBhvr>
                                      <p:to>
                                        <p:strVal val="true"/>
                                      </p:to>
                                    </p:set>
                                  </p:childTnLst>
                                </p:cTn>
                              </p:par>
                              <p:par>
                                <p:cTn id="52" presetID="1" presetClass="entr" presetSubtype="0" fill="hold" grpId="0" nodeType="withEffect">
                                  <p:stCondLst>
                                    <p:cond delay="0"/>
                                  </p:stCondLst>
                                  <p:childTnLst>
                                    <p:set>
                                      <p:cBhvr>
                                        <p:cTn id="53" dur="1" fill="hold">
                                          <p:stCondLst>
                                            <p:cond delay="0"/>
                                          </p:stCondLst>
                                        </p:cTn>
                                        <p:tgtEl>
                                          <p:spTgt spid="5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9" presetClass="emph" presetSubtype="0" fill="hold" grpId="0" nodeType="clickEffect">
                                  <p:stCondLst>
                                    <p:cond delay="0"/>
                                  </p:stCondLst>
                                  <p:childTnLst>
                                    <p:animClr clrSpc="rgb" dir="cw">
                                      <p:cBhvr override="childStyle">
                                        <p:cTn id="57" dur="500" fill="hold"/>
                                        <p:tgtEl>
                                          <p:spTgt spid="67"/>
                                        </p:tgtEl>
                                        <p:attrNameLst>
                                          <p:attrName>style.color</p:attrName>
                                        </p:attrNameLst>
                                      </p:cBhvr>
                                      <p:to>
                                        <a:schemeClr val="accent2"/>
                                      </p:to>
                                    </p:animClr>
                                    <p:animClr clrSpc="rgb" dir="cw">
                                      <p:cBhvr>
                                        <p:cTn id="58" dur="500" fill="hold"/>
                                        <p:tgtEl>
                                          <p:spTgt spid="67"/>
                                        </p:tgtEl>
                                        <p:attrNameLst>
                                          <p:attrName>fillcolor</p:attrName>
                                        </p:attrNameLst>
                                      </p:cBhvr>
                                      <p:to>
                                        <a:schemeClr val="accent2"/>
                                      </p:to>
                                    </p:animClr>
                                    <p:set>
                                      <p:cBhvr>
                                        <p:cTn id="59" dur="500" fill="hold"/>
                                        <p:tgtEl>
                                          <p:spTgt spid="67"/>
                                        </p:tgtEl>
                                        <p:attrNameLst>
                                          <p:attrName>fill.type</p:attrName>
                                        </p:attrNameLst>
                                      </p:cBhvr>
                                      <p:to>
                                        <p:strVal val="solid"/>
                                      </p:to>
                                    </p:set>
                                    <p:set>
                                      <p:cBhvr>
                                        <p:cTn id="60" dur="500" fill="hold"/>
                                        <p:tgtEl>
                                          <p:spTgt spid="67"/>
                                        </p:tgtEl>
                                        <p:attrNameLst>
                                          <p:attrName>fill.on</p:attrName>
                                        </p:attrNameLst>
                                      </p:cBhvr>
                                      <p:to>
                                        <p:strVal val="true"/>
                                      </p:to>
                                    </p:set>
                                  </p:childTnLst>
                                </p:cTn>
                              </p:par>
                              <p:par>
                                <p:cTn id="61" presetID="19" presetClass="emph" presetSubtype="0" fill="hold" grpId="0" nodeType="withEffect">
                                  <p:stCondLst>
                                    <p:cond delay="0"/>
                                  </p:stCondLst>
                                  <p:childTnLst>
                                    <p:animClr clrSpc="rgb" dir="cw">
                                      <p:cBhvr override="childStyle">
                                        <p:cTn id="62" dur="500" fill="hold"/>
                                        <p:tgtEl>
                                          <p:spTgt spid="58"/>
                                        </p:tgtEl>
                                        <p:attrNameLst>
                                          <p:attrName>style.color</p:attrName>
                                        </p:attrNameLst>
                                      </p:cBhvr>
                                      <p:to>
                                        <a:schemeClr val="accent2"/>
                                      </p:to>
                                    </p:animClr>
                                    <p:animClr clrSpc="rgb" dir="cw">
                                      <p:cBhvr>
                                        <p:cTn id="63" dur="500" fill="hold"/>
                                        <p:tgtEl>
                                          <p:spTgt spid="58"/>
                                        </p:tgtEl>
                                        <p:attrNameLst>
                                          <p:attrName>fillcolor</p:attrName>
                                        </p:attrNameLst>
                                      </p:cBhvr>
                                      <p:to>
                                        <a:schemeClr val="accent2"/>
                                      </p:to>
                                    </p:animClr>
                                    <p:set>
                                      <p:cBhvr>
                                        <p:cTn id="64" dur="500" fill="hold"/>
                                        <p:tgtEl>
                                          <p:spTgt spid="58"/>
                                        </p:tgtEl>
                                        <p:attrNameLst>
                                          <p:attrName>fill.type</p:attrName>
                                        </p:attrNameLst>
                                      </p:cBhvr>
                                      <p:to>
                                        <p:strVal val="solid"/>
                                      </p:to>
                                    </p:set>
                                    <p:set>
                                      <p:cBhvr>
                                        <p:cTn id="65" dur="500" fill="hold"/>
                                        <p:tgtEl>
                                          <p:spTgt spid="58"/>
                                        </p:tgtEl>
                                        <p:attrNameLst>
                                          <p:attrName>fill.on</p:attrName>
                                        </p:attrNameLst>
                                      </p:cBhvr>
                                      <p:to>
                                        <p:strVal val="true"/>
                                      </p:to>
                                    </p:set>
                                  </p:childTnLst>
                                </p:cTn>
                              </p:par>
                            </p:childTnLst>
                          </p:cTn>
                        </p:par>
                      </p:childTnLst>
                    </p:cTn>
                  </p:par>
                  <p:par>
                    <p:cTn id="66" fill="hold">
                      <p:stCondLst>
                        <p:cond delay="indefinite"/>
                      </p:stCondLst>
                      <p:childTnLst>
                        <p:par>
                          <p:cTn id="67" fill="hold">
                            <p:stCondLst>
                              <p:cond delay="0"/>
                            </p:stCondLst>
                            <p:childTnLst>
                              <p:par>
                                <p:cTn id="68" presetID="19" presetClass="emph" presetSubtype="0" fill="hold" grpId="0" nodeType="clickEffect">
                                  <p:stCondLst>
                                    <p:cond delay="0"/>
                                  </p:stCondLst>
                                  <p:childTnLst>
                                    <p:animClr clrSpc="rgb" dir="cw">
                                      <p:cBhvr override="childStyle">
                                        <p:cTn id="69" dur="500" fill="hold"/>
                                        <p:tgtEl>
                                          <p:spTgt spid="61"/>
                                        </p:tgtEl>
                                        <p:attrNameLst>
                                          <p:attrName>style.color</p:attrName>
                                        </p:attrNameLst>
                                      </p:cBhvr>
                                      <p:to>
                                        <a:srgbClr val="FFFF00"/>
                                      </p:to>
                                    </p:animClr>
                                    <p:animClr clrSpc="rgb" dir="cw">
                                      <p:cBhvr>
                                        <p:cTn id="70" dur="500" fill="hold"/>
                                        <p:tgtEl>
                                          <p:spTgt spid="61"/>
                                        </p:tgtEl>
                                        <p:attrNameLst>
                                          <p:attrName>fillcolor</p:attrName>
                                        </p:attrNameLst>
                                      </p:cBhvr>
                                      <p:to>
                                        <a:srgbClr val="FFFF00"/>
                                      </p:to>
                                    </p:animClr>
                                    <p:set>
                                      <p:cBhvr>
                                        <p:cTn id="71" dur="500" fill="hold"/>
                                        <p:tgtEl>
                                          <p:spTgt spid="61"/>
                                        </p:tgtEl>
                                        <p:attrNameLst>
                                          <p:attrName>fill.type</p:attrName>
                                        </p:attrNameLst>
                                      </p:cBhvr>
                                      <p:to>
                                        <p:strVal val="solid"/>
                                      </p:to>
                                    </p:set>
                                    <p:set>
                                      <p:cBhvr>
                                        <p:cTn id="72" dur="500" fill="hold"/>
                                        <p:tgtEl>
                                          <p:spTgt spid="61"/>
                                        </p:tgtEl>
                                        <p:attrNameLst>
                                          <p:attrName>fill.on</p:attrName>
                                        </p:attrNameLst>
                                      </p:cBhvr>
                                      <p:to>
                                        <p:strVal val="true"/>
                                      </p:to>
                                    </p:set>
                                  </p:childTnLst>
                                </p:cTn>
                              </p:par>
                              <p:par>
                                <p:cTn id="73" presetID="1" presetClass="entr" presetSubtype="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9" presetClass="emph" presetSubtype="0" fill="hold" grpId="0" nodeType="clickEffect">
                                  <p:stCondLst>
                                    <p:cond delay="0"/>
                                  </p:stCondLst>
                                  <p:childTnLst>
                                    <p:animClr clrSpc="rgb" dir="cw">
                                      <p:cBhvr override="childStyle">
                                        <p:cTn id="78" dur="500" fill="hold"/>
                                        <p:tgtEl>
                                          <p:spTgt spid="59"/>
                                        </p:tgtEl>
                                        <p:attrNameLst>
                                          <p:attrName>style.color</p:attrName>
                                        </p:attrNameLst>
                                      </p:cBhvr>
                                      <p:to>
                                        <a:schemeClr val="accent2"/>
                                      </p:to>
                                    </p:animClr>
                                    <p:animClr clrSpc="rgb" dir="cw">
                                      <p:cBhvr>
                                        <p:cTn id="79" dur="500" fill="hold"/>
                                        <p:tgtEl>
                                          <p:spTgt spid="59"/>
                                        </p:tgtEl>
                                        <p:attrNameLst>
                                          <p:attrName>fillcolor</p:attrName>
                                        </p:attrNameLst>
                                      </p:cBhvr>
                                      <p:to>
                                        <a:schemeClr val="accent2"/>
                                      </p:to>
                                    </p:animClr>
                                    <p:set>
                                      <p:cBhvr>
                                        <p:cTn id="80" dur="500" fill="hold"/>
                                        <p:tgtEl>
                                          <p:spTgt spid="59"/>
                                        </p:tgtEl>
                                        <p:attrNameLst>
                                          <p:attrName>fill.type</p:attrName>
                                        </p:attrNameLst>
                                      </p:cBhvr>
                                      <p:to>
                                        <p:strVal val="solid"/>
                                      </p:to>
                                    </p:set>
                                    <p:set>
                                      <p:cBhvr>
                                        <p:cTn id="81" dur="500" fill="hold"/>
                                        <p:tgtEl>
                                          <p:spTgt spid="59"/>
                                        </p:tgtEl>
                                        <p:attrNameLst>
                                          <p:attrName>fill.on</p:attrName>
                                        </p:attrNameLst>
                                      </p:cBhvr>
                                      <p:to>
                                        <p:strVal val="true"/>
                                      </p:to>
                                    </p:set>
                                  </p:childTnLst>
                                </p:cTn>
                              </p:par>
                              <p:par>
                                <p:cTn id="82" presetID="19" presetClass="emph" presetSubtype="0" fill="hold" grpId="0" nodeType="withEffect">
                                  <p:stCondLst>
                                    <p:cond delay="0"/>
                                  </p:stCondLst>
                                  <p:childTnLst>
                                    <p:animClr clrSpc="rgb" dir="cw">
                                      <p:cBhvr override="childStyle">
                                        <p:cTn id="83" dur="500" fill="hold"/>
                                        <p:tgtEl>
                                          <p:spTgt spid="64"/>
                                        </p:tgtEl>
                                        <p:attrNameLst>
                                          <p:attrName>style.color</p:attrName>
                                        </p:attrNameLst>
                                      </p:cBhvr>
                                      <p:to>
                                        <a:schemeClr val="accent2"/>
                                      </p:to>
                                    </p:animClr>
                                    <p:animClr clrSpc="rgb" dir="cw">
                                      <p:cBhvr>
                                        <p:cTn id="84" dur="500" fill="hold"/>
                                        <p:tgtEl>
                                          <p:spTgt spid="64"/>
                                        </p:tgtEl>
                                        <p:attrNameLst>
                                          <p:attrName>fillcolor</p:attrName>
                                        </p:attrNameLst>
                                      </p:cBhvr>
                                      <p:to>
                                        <a:schemeClr val="accent2"/>
                                      </p:to>
                                    </p:animClr>
                                    <p:set>
                                      <p:cBhvr>
                                        <p:cTn id="85" dur="500" fill="hold"/>
                                        <p:tgtEl>
                                          <p:spTgt spid="64"/>
                                        </p:tgtEl>
                                        <p:attrNameLst>
                                          <p:attrName>fill.type</p:attrName>
                                        </p:attrNameLst>
                                      </p:cBhvr>
                                      <p:to>
                                        <p:strVal val="solid"/>
                                      </p:to>
                                    </p:set>
                                    <p:set>
                                      <p:cBhvr>
                                        <p:cTn id="86" dur="500" fill="hold"/>
                                        <p:tgtEl>
                                          <p:spTgt spid="64"/>
                                        </p:tgtEl>
                                        <p:attrNameLst>
                                          <p:attrName>fill.on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19" presetClass="emph" presetSubtype="0" fill="hold" grpId="0" nodeType="clickEffect">
                                  <p:stCondLst>
                                    <p:cond delay="0"/>
                                  </p:stCondLst>
                                  <p:childTnLst>
                                    <p:animClr clrSpc="rgb" dir="cw">
                                      <p:cBhvr override="childStyle">
                                        <p:cTn id="90" dur="500" fill="hold"/>
                                        <p:tgtEl>
                                          <p:spTgt spid="63"/>
                                        </p:tgtEl>
                                        <p:attrNameLst>
                                          <p:attrName>style.color</p:attrName>
                                        </p:attrNameLst>
                                      </p:cBhvr>
                                      <p:to>
                                        <a:srgbClr val="FFFF00"/>
                                      </p:to>
                                    </p:animClr>
                                    <p:animClr clrSpc="rgb" dir="cw">
                                      <p:cBhvr>
                                        <p:cTn id="91" dur="500" fill="hold"/>
                                        <p:tgtEl>
                                          <p:spTgt spid="63"/>
                                        </p:tgtEl>
                                        <p:attrNameLst>
                                          <p:attrName>fillcolor</p:attrName>
                                        </p:attrNameLst>
                                      </p:cBhvr>
                                      <p:to>
                                        <a:srgbClr val="FFFF00"/>
                                      </p:to>
                                    </p:animClr>
                                    <p:set>
                                      <p:cBhvr>
                                        <p:cTn id="92" dur="500" fill="hold"/>
                                        <p:tgtEl>
                                          <p:spTgt spid="63"/>
                                        </p:tgtEl>
                                        <p:attrNameLst>
                                          <p:attrName>fill.type</p:attrName>
                                        </p:attrNameLst>
                                      </p:cBhvr>
                                      <p:to>
                                        <p:strVal val="solid"/>
                                      </p:to>
                                    </p:set>
                                    <p:set>
                                      <p:cBhvr>
                                        <p:cTn id="93" dur="500" fill="hold"/>
                                        <p:tgtEl>
                                          <p:spTgt spid="63"/>
                                        </p:tgtEl>
                                        <p:attrNameLst>
                                          <p:attrName>fill.on</p:attrName>
                                        </p:attrNameLst>
                                      </p:cBhvr>
                                      <p:to>
                                        <p:strVal val="true"/>
                                      </p:to>
                                    </p:set>
                                  </p:childTnLst>
                                </p:cTn>
                              </p:par>
                              <p:par>
                                <p:cTn id="94" presetID="1"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9" presetClass="emph" presetSubtype="0" fill="hold" grpId="0" nodeType="clickEffect">
                                  <p:stCondLst>
                                    <p:cond delay="0"/>
                                  </p:stCondLst>
                                  <p:childTnLst>
                                    <p:animClr clrSpc="rgb" dir="cw">
                                      <p:cBhvr override="childStyle">
                                        <p:cTn id="99" dur="500" fill="hold"/>
                                        <p:tgtEl>
                                          <p:spTgt spid="71"/>
                                        </p:tgtEl>
                                        <p:attrNameLst>
                                          <p:attrName>style.color</p:attrName>
                                        </p:attrNameLst>
                                      </p:cBhvr>
                                      <p:to>
                                        <a:srgbClr val="FFFF00"/>
                                      </p:to>
                                    </p:animClr>
                                    <p:animClr clrSpc="rgb" dir="cw">
                                      <p:cBhvr>
                                        <p:cTn id="100" dur="500" fill="hold"/>
                                        <p:tgtEl>
                                          <p:spTgt spid="71"/>
                                        </p:tgtEl>
                                        <p:attrNameLst>
                                          <p:attrName>fillcolor</p:attrName>
                                        </p:attrNameLst>
                                      </p:cBhvr>
                                      <p:to>
                                        <a:srgbClr val="FFFF00"/>
                                      </p:to>
                                    </p:animClr>
                                    <p:set>
                                      <p:cBhvr>
                                        <p:cTn id="101" dur="500" fill="hold"/>
                                        <p:tgtEl>
                                          <p:spTgt spid="71"/>
                                        </p:tgtEl>
                                        <p:attrNameLst>
                                          <p:attrName>fill.type</p:attrName>
                                        </p:attrNameLst>
                                      </p:cBhvr>
                                      <p:to>
                                        <p:strVal val="solid"/>
                                      </p:to>
                                    </p:set>
                                    <p:set>
                                      <p:cBhvr>
                                        <p:cTn id="102" dur="500" fill="hold"/>
                                        <p:tgtEl>
                                          <p:spTgt spid="71"/>
                                        </p:tgtEl>
                                        <p:attrNameLst>
                                          <p:attrName>fill.on</p:attrName>
                                        </p:attrNameLst>
                                      </p:cBhvr>
                                      <p:to>
                                        <p:strVal val="true"/>
                                      </p:to>
                                    </p:set>
                                  </p:childTnLst>
                                </p:cTn>
                              </p:par>
                              <p:par>
                                <p:cTn id="103" presetID="1" presetClass="entr" presetSubtype="0" fill="hold" grpId="0" nodeType="withEffect">
                                  <p:stCondLst>
                                    <p:cond delay="0"/>
                                  </p:stCondLst>
                                  <p:childTnLst>
                                    <p:set>
                                      <p:cBhvr>
                                        <p:cTn id="104" dur="1" fill="hold">
                                          <p:stCondLst>
                                            <p:cond delay="0"/>
                                          </p:stCondLst>
                                        </p:cTn>
                                        <p:tgtEl>
                                          <p:spTgt spid="5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9" presetClass="emph" presetSubtype="0" fill="hold" grpId="0" nodeType="clickEffect">
                                  <p:stCondLst>
                                    <p:cond delay="0"/>
                                  </p:stCondLst>
                                  <p:childTnLst>
                                    <p:animClr clrSpc="rgb" dir="cw">
                                      <p:cBhvr override="childStyle">
                                        <p:cTn id="108" dur="500" fill="hold"/>
                                        <p:tgtEl>
                                          <p:spTgt spid="82"/>
                                        </p:tgtEl>
                                        <p:attrNameLst>
                                          <p:attrName>style.color</p:attrName>
                                        </p:attrNameLst>
                                      </p:cBhvr>
                                      <p:to>
                                        <a:schemeClr val="accent2"/>
                                      </p:to>
                                    </p:animClr>
                                    <p:animClr clrSpc="rgb" dir="cw">
                                      <p:cBhvr>
                                        <p:cTn id="109" dur="500" fill="hold"/>
                                        <p:tgtEl>
                                          <p:spTgt spid="82"/>
                                        </p:tgtEl>
                                        <p:attrNameLst>
                                          <p:attrName>fillcolor</p:attrName>
                                        </p:attrNameLst>
                                      </p:cBhvr>
                                      <p:to>
                                        <a:schemeClr val="accent2"/>
                                      </p:to>
                                    </p:animClr>
                                    <p:set>
                                      <p:cBhvr>
                                        <p:cTn id="110" dur="500" fill="hold"/>
                                        <p:tgtEl>
                                          <p:spTgt spid="82"/>
                                        </p:tgtEl>
                                        <p:attrNameLst>
                                          <p:attrName>fill.type</p:attrName>
                                        </p:attrNameLst>
                                      </p:cBhvr>
                                      <p:to>
                                        <p:strVal val="solid"/>
                                      </p:to>
                                    </p:set>
                                    <p:set>
                                      <p:cBhvr>
                                        <p:cTn id="111" dur="500" fill="hold"/>
                                        <p:tgtEl>
                                          <p:spTgt spid="82"/>
                                        </p:tgtEl>
                                        <p:attrNameLst>
                                          <p:attrName>fill.on</p:attrName>
                                        </p:attrNameLst>
                                      </p:cBhvr>
                                      <p:to>
                                        <p:strVal val="true"/>
                                      </p:to>
                                    </p:set>
                                  </p:childTnLst>
                                </p:cTn>
                              </p:par>
                              <p:par>
                                <p:cTn id="112" presetID="19" presetClass="emph" presetSubtype="0" fill="hold" grpId="0" nodeType="withEffect">
                                  <p:stCondLst>
                                    <p:cond delay="0"/>
                                  </p:stCondLst>
                                  <p:childTnLst>
                                    <p:animClr clrSpc="rgb" dir="cw">
                                      <p:cBhvr override="childStyle">
                                        <p:cTn id="113" dur="500" fill="hold"/>
                                        <p:tgtEl>
                                          <p:spTgt spid="73"/>
                                        </p:tgtEl>
                                        <p:attrNameLst>
                                          <p:attrName>style.color</p:attrName>
                                        </p:attrNameLst>
                                      </p:cBhvr>
                                      <p:to>
                                        <a:schemeClr val="accent2"/>
                                      </p:to>
                                    </p:animClr>
                                    <p:animClr clrSpc="rgb" dir="cw">
                                      <p:cBhvr>
                                        <p:cTn id="114" dur="500" fill="hold"/>
                                        <p:tgtEl>
                                          <p:spTgt spid="73"/>
                                        </p:tgtEl>
                                        <p:attrNameLst>
                                          <p:attrName>fillcolor</p:attrName>
                                        </p:attrNameLst>
                                      </p:cBhvr>
                                      <p:to>
                                        <a:schemeClr val="accent2"/>
                                      </p:to>
                                    </p:animClr>
                                    <p:set>
                                      <p:cBhvr>
                                        <p:cTn id="115" dur="500" fill="hold"/>
                                        <p:tgtEl>
                                          <p:spTgt spid="73"/>
                                        </p:tgtEl>
                                        <p:attrNameLst>
                                          <p:attrName>fill.type</p:attrName>
                                        </p:attrNameLst>
                                      </p:cBhvr>
                                      <p:to>
                                        <p:strVal val="solid"/>
                                      </p:to>
                                    </p:set>
                                    <p:set>
                                      <p:cBhvr>
                                        <p:cTn id="116" dur="500" fill="hold"/>
                                        <p:tgtEl>
                                          <p:spTgt spid="73"/>
                                        </p:tgtEl>
                                        <p:attrNameLst>
                                          <p:attrName>fill.on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19" presetClass="emph" presetSubtype="0" fill="hold" grpId="0" nodeType="clickEffect">
                                  <p:stCondLst>
                                    <p:cond delay="0"/>
                                  </p:stCondLst>
                                  <p:childTnLst>
                                    <p:animClr clrSpc="rgb" dir="cw">
                                      <p:cBhvr override="childStyle">
                                        <p:cTn id="120" dur="500" fill="hold"/>
                                        <p:tgtEl>
                                          <p:spTgt spid="76"/>
                                        </p:tgtEl>
                                        <p:attrNameLst>
                                          <p:attrName>style.color</p:attrName>
                                        </p:attrNameLst>
                                      </p:cBhvr>
                                      <p:to>
                                        <a:srgbClr val="FFFF00"/>
                                      </p:to>
                                    </p:animClr>
                                    <p:animClr clrSpc="rgb" dir="cw">
                                      <p:cBhvr>
                                        <p:cTn id="121" dur="500" fill="hold"/>
                                        <p:tgtEl>
                                          <p:spTgt spid="76"/>
                                        </p:tgtEl>
                                        <p:attrNameLst>
                                          <p:attrName>fillcolor</p:attrName>
                                        </p:attrNameLst>
                                      </p:cBhvr>
                                      <p:to>
                                        <a:srgbClr val="FFFF00"/>
                                      </p:to>
                                    </p:animClr>
                                    <p:set>
                                      <p:cBhvr>
                                        <p:cTn id="122" dur="500" fill="hold"/>
                                        <p:tgtEl>
                                          <p:spTgt spid="76"/>
                                        </p:tgtEl>
                                        <p:attrNameLst>
                                          <p:attrName>fill.type</p:attrName>
                                        </p:attrNameLst>
                                      </p:cBhvr>
                                      <p:to>
                                        <p:strVal val="solid"/>
                                      </p:to>
                                    </p:set>
                                    <p:set>
                                      <p:cBhvr>
                                        <p:cTn id="123" dur="500" fill="hold"/>
                                        <p:tgtEl>
                                          <p:spTgt spid="76"/>
                                        </p:tgtEl>
                                        <p:attrNameLst>
                                          <p:attrName>fill.on</p:attrName>
                                        </p:attrNameLst>
                                      </p:cBhvr>
                                      <p:to>
                                        <p:strVal val="true"/>
                                      </p:to>
                                    </p:set>
                                  </p:childTnLst>
                                </p:cTn>
                              </p:par>
                              <p:par>
                                <p:cTn id="124" presetID="1" presetClass="entr" presetSubtype="0" fill="hold" grpId="0" nodeType="withEffect">
                                  <p:stCondLst>
                                    <p:cond delay="0"/>
                                  </p:stCondLst>
                                  <p:childTnLst>
                                    <p:set>
                                      <p:cBhvr>
                                        <p:cTn id="125" dur="1" fill="hold">
                                          <p:stCondLst>
                                            <p:cond delay="0"/>
                                          </p:stCondLst>
                                        </p:cTn>
                                        <p:tgtEl>
                                          <p:spTgt spid="69"/>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9" presetClass="emph" presetSubtype="0" fill="hold" grpId="0" nodeType="clickEffect">
                                  <p:stCondLst>
                                    <p:cond delay="0"/>
                                  </p:stCondLst>
                                  <p:childTnLst>
                                    <p:animClr clrSpc="rgb" dir="cw">
                                      <p:cBhvr override="childStyle">
                                        <p:cTn id="129" dur="500" fill="hold"/>
                                        <p:tgtEl>
                                          <p:spTgt spid="74"/>
                                        </p:tgtEl>
                                        <p:attrNameLst>
                                          <p:attrName>style.color</p:attrName>
                                        </p:attrNameLst>
                                      </p:cBhvr>
                                      <p:to>
                                        <a:schemeClr val="accent2"/>
                                      </p:to>
                                    </p:animClr>
                                    <p:animClr clrSpc="rgb" dir="cw">
                                      <p:cBhvr>
                                        <p:cTn id="130" dur="500" fill="hold"/>
                                        <p:tgtEl>
                                          <p:spTgt spid="74"/>
                                        </p:tgtEl>
                                        <p:attrNameLst>
                                          <p:attrName>fillcolor</p:attrName>
                                        </p:attrNameLst>
                                      </p:cBhvr>
                                      <p:to>
                                        <a:schemeClr val="accent2"/>
                                      </p:to>
                                    </p:animClr>
                                    <p:set>
                                      <p:cBhvr>
                                        <p:cTn id="131" dur="500" fill="hold"/>
                                        <p:tgtEl>
                                          <p:spTgt spid="74"/>
                                        </p:tgtEl>
                                        <p:attrNameLst>
                                          <p:attrName>fill.type</p:attrName>
                                        </p:attrNameLst>
                                      </p:cBhvr>
                                      <p:to>
                                        <p:strVal val="solid"/>
                                      </p:to>
                                    </p:set>
                                    <p:set>
                                      <p:cBhvr>
                                        <p:cTn id="132" dur="500" fill="hold"/>
                                        <p:tgtEl>
                                          <p:spTgt spid="74"/>
                                        </p:tgtEl>
                                        <p:attrNameLst>
                                          <p:attrName>fill.on</p:attrName>
                                        </p:attrNameLst>
                                      </p:cBhvr>
                                      <p:to>
                                        <p:strVal val="true"/>
                                      </p:to>
                                    </p:set>
                                  </p:childTnLst>
                                </p:cTn>
                              </p:par>
                              <p:par>
                                <p:cTn id="133" presetID="19" presetClass="emph" presetSubtype="0" fill="hold" grpId="0" nodeType="withEffect">
                                  <p:stCondLst>
                                    <p:cond delay="0"/>
                                  </p:stCondLst>
                                  <p:childTnLst>
                                    <p:animClr clrSpc="rgb" dir="cw">
                                      <p:cBhvr override="childStyle">
                                        <p:cTn id="134" dur="500" fill="hold"/>
                                        <p:tgtEl>
                                          <p:spTgt spid="79"/>
                                        </p:tgtEl>
                                        <p:attrNameLst>
                                          <p:attrName>style.color</p:attrName>
                                        </p:attrNameLst>
                                      </p:cBhvr>
                                      <p:to>
                                        <a:schemeClr val="accent2"/>
                                      </p:to>
                                    </p:animClr>
                                    <p:animClr clrSpc="rgb" dir="cw">
                                      <p:cBhvr>
                                        <p:cTn id="135" dur="500" fill="hold"/>
                                        <p:tgtEl>
                                          <p:spTgt spid="79"/>
                                        </p:tgtEl>
                                        <p:attrNameLst>
                                          <p:attrName>fillcolor</p:attrName>
                                        </p:attrNameLst>
                                      </p:cBhvr>
                                      <p:to>
                                        <a:schemeClr val="accent2"/>
                                      </p:to>
                                    </p:animClr>
                                    <p:set>
                                      <p:cBhvr>
                                        <p:cTn id="136" dur="500" fill="hold"/>
                                        <p:tgtEl>
                                          <p:spTgt spid="79"/>
                                        </p:tgtEl>
                                        <p:attrNameLst>
                                          <p:attrName>fill.type</p:attrName>
                                        </p:attrNameLst>
                                      </p:cBhvr>
                                      <p:to>
                                        <p:strVal val="solid"/>
                                      </p:to>
                                    </p:set>
                                    <p:set>
                                      <p:cBhvr>
                                        <p:cTn id="137" dur="500" fill="hold"/>
                                        <p:tgtEl>
                                          <p:spTgt spid="79"/>
                                        </p:tgtEl>
                                        <p:attrNameLst>
                                          <p:attrName>fill.on</p:attrName>
                                        </p:attrNameLst>
                                      </p:cBhvr>
                                      <p:to>
                                        <p:strVal val="true"/>
                                      </p:to>
                                    </p:set>
                                  </p:childTnLst>
                                </p:cTn>
                              </p:par>
                            </p:childTnLst>
                          </p:cTn>
                        </p:par>
                      </p:childTnLst>
                    </p:cTn>
                  </p:par>
                  <p:par>
                    <p:cTn id="138" fill="hold">
                      <p:stCondLst>
                        <p:cond delay="indefinite"/>
                      </p:stCondLst>
                      <p:childTnLst>
                        <p:par>
                          <p:cTn id="139" fill="hold">
                            <p:stCondLst>
                              <p:cond delay="0"/>
                            </p:stCondLst>
                            <p:childTnLst>
                              <p:par>
                                <p:cTn id="140" presetID="19" presetClass="emph" presetSubtype="0" fill="hold" grpId="0" nodeType="clickEffect">
                                  <p:stCondLst>
                                    <p:cond delay="0"/>
                                  </p:stCondLst>
                                  <p:childTnLst>
                                    <p:animClr clrSpc="rgb" dir="cw">
                                      <p:cBhvr override="childStyle">
                                        <p:cTn id="141" dur="500" fill="hold"/>
                                        <p:tgtEl>
                                          <p:spTgt spid="84"/>
                                        </p:tgtEl>
                                        <p:attrNameLst>
                                          <p:attrName>style.color</p:attrName>
                                        </p:attrNameLst>
                                      </p:cBhvr>
                                      <p:to>
                                        <a:srgbClr val="FFFF00"/>
                                      </p:to>
                                    </p:animClr>
                                    <p:animClr clrSpc="rgb" dir="cw">
                                      <p:cBhvr>
                                        <p:cTn id="142" dur="500" fill="hold"/>
                                        <p:tgtEl>
                                          <p:spTgt spid="84"/>
                                        </p:tgtEl>
                                        <p:attrNameLst>
                                          <p:attrName>fillcolor</p:attrName>
                                        </p:attrNameLst>
                                      </p:cBhvr>
                                      <p:to>
                                        <a:srgbClr val="FFFF00"/>
                                      </p:to>
                                    </p:animClr>
                                    <p:set>
                                      <p:cBhvr>
                                        <p:cTn id="143" dur="500" fill="hold"/>
                                        <p:tgtEl>
                                          <p:spTgt spid="84"/>
                                        </p:tgtEl>
                                        <p:attrNameLst>
                                          <p:attrName>fill.type</p:attrName>
                                        </p:attrNameLst>
                                      </p:cBhvr>
                                      <p:to>
                                        <p:strVal val="solid"/>
                                      </p:to>
                                    </p:set>
                                    <p:set>
                                      <p:cBhvr>
                                        <p:cTn id="144" dur="500" fill="hold"/>
                                        <p:tgtEl>
                                          <p:spTgt spid="84"/>
                                        </p:tgtEl>
                                        <p:attrNameLst>
                                          <p:attrName>fill.on</p:attrName>
                                        </p:attrNameLst>
                                      </p:cBhvr>
                                      <p:to>
                                        <p:strVal val="true"/>
                                      </p:to>
                                    </p:set>
                                  </p:childTnLst>
                                </p:cTn>
                              </p:par>
                              <p:par>
                                <p:cTn id="145" presetID="1" presetClass="entr" presetSubtype="0" fill="hold" grpId="0" nodeType="withEffect">
                                  <p:stCondLst>
                                    <p:cond delay="0"/>
                                  </p:stCondLst>
                                  <p:childTnLst>
                                    <p:set>
                                      <p:cBhvr>
                                        <p:cTn id="146" dur="1" fill="hold">
                                          <p:stCondLst>
                                            <p:cond delay="0"/>
                                          </p:stCondLst>
                                        </p:cTn>
                                        <p:tgtEl>
                                          <p:spTgt spid="7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9" presetClass="emph" presetSubtype="0" fill="hold" grpId="0" nodeType="clickEffect">
                                  <p:stCondLst>
                                    <p:cond delay="0"/>
                                  </p:stCondLst>
                                  <p:childTnLst>
                                    <p:animClr clrSpc="rgb" dir="cw">
                                      <p:cBhvr override="childStyle">
                                        <p:cTn id="150" dur="500" fill="hold"/>
                                        <p:tgtEl>
                                          <p:spTgt spid="78"/>
                                        </p:tgtEl>
                                        <p:attrNameLst>
                                          <p:attrName>style.color</p:attrName>
                                        </p:attrNameLst>
                                      </p:cBhvr>
                                      <p:to>
                                        <a:schemeClr val="accent2"/>
                                      </p:to>
                                    </p:animClr>
                                    <p:animClr clrSpc="rgb" dir="cw">
                                      <p:cBhvr>
                                        <p:cTn id="151" dur="500" fill="hold"/>
                                        <p:tgtEl>
                                          <p:spTgt spid="78"/>
                                        </p:tgtEl>
                                        <p:attrNameLst>
                                          <p:attrName>fillcolor</p:attrName>
                                        </p:attrNameLst>
                                      </p:cBhvr>
                                      <p:to>
                                        <a:schemeClr val="accent2"/>
                                      </p:to>
                                    </p:animClr>
                                    <p:set>
                                      <p:cBhvr>
                                        <p:cTn id="152" dur="500" fill="hold"/>
                                        <p:tgtEl>
                                          <p:spTgt spid="78"/>
                                        </p:tgtEl>
                                        <p:attrNameLst>
                                          <p:attrName>fill.type</p:attrName>
                                        </p:attrNameLst>
                                      </p:cBhvr>
                                      <p:to>
                                        <p:strVal val="solid"/>
                                      </p:to>
                                    </p:set>
                                    <p:set>
                                      <p:cBhvr>
                                        <p:cTn id="153" dur="500" fill="hold"/>
                                        <p:tgtEl>
                                          <p:spTgt spid="7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6" grpId="0" animBg="1"/>
      <p:bldP spid="38" grpId="0" animBg="1"/>
      <p:bldP spid="40" grpId="0" animBg="1"/>
      <p:bldP spid="44" grpId="0" animBg="1"/>
      <p:bldP spid="46" grpId="0" animBg="1"/>
      <p:bldP spid="56" grpId="0" animBg="1"/>
      <p:bldP spid="58" grpId="0" animBg="1"/>
      <p:bldP spid="59" grpId="0" animBg="1"/>
      <p:bldP spid="61" grpId="0" animBg="1"/>
      <p:bldP spid="63" grpId="0" animBg="1"/>
      <p:bldP spid="64" grpId="0" animBg="1"/>
      <p:bldP spid="67" grpId="0" animBg="1"/>
      <p:bldP spid="71" grpId="0" animBg="1"/>
      <p:bldP spid="73" grpId="0" animBg="1"/>
      <p:bldP spid="74" grpId="0" animBg="1"/>
      <p:bldP spid="76" grpId="0" animBg="1"/>
      <p:bldP spid="78" grpId="0" animBg="1"/>
      <p:bldP spid="79" grpId="0" animBg="1"/>
      <p:bldP spid="82" grpId="0" animBg="1"/>
      <p:bldP spid="84" grpId="0" animBg="1"/>
      <p:bldP spid="50" grpId="0" animBg="1"/>
      <p:bldP spid="51" grpId="0" animBg="1"/>
      <p:bldP spid="52" grpId="0" animBg="1"/>
      <p:bldP spid="53" grpId="0" animBg="1"/>
      <p:bldP spid="54" grpId="0" animBg="1"/>
      <p:bldP spid="55" grpId="0" animBg="1"/>
      <p:bldP spid="69" grpId="0" animBg="1"/>
      <p:bldP spid="7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2" name="Straight Connector 71">
            <a:extLst>
              <a:ext uri="{FF2B5EF4-FFF2-40B4-BE49-F238E27FC236}">
                <a16:creationId xmlns:a16="http://schemas.microsoft.com/office/drawing/2014/main" id="{6205DD86-315C-53B6-CEEF-A9919650168E}"/>
              </a:ext>
            </a:extLst>
          </p:cNvPr>
          <p:cNvCxnSpPr>
            <a:cxnSpLocks/>
            <a:stCxn id="73" idx="4"/>
            <a:endCxn id="71" idx="0"/>
          </p:cNvCxnSpPr>
          <p:nvPr/>
        </p:nvCxnSpPr>
        <p:spPr>
          <a:xfrm flipH="1">
            <a:off x="3968921" y="5088655"/>
            <a:ext cx="6634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a:extLst>
              <a:ext uri="{FF2B5EF4-FFF2-40B4-BE49-F238E27FC236}">
                <a16:creationId xmlns:a16="http://schemas.microsoft.com/office/drawing/2014/main" id="{6205DD86-315C-53B6-CEEF-A9919650168E}"/>
              </a:ext>
            </a:extLst>
          </p:cNvPr>
          <p:cNvCxnSpPr>
            <a:cxnSpLocks/>
            <a:stCxn id="76" idx="4"/>
            <a:endCxn id="74" idx="0"/>
          </p:cNvCxnSpPr>
          <p:nvPr/>
        </p:nvCxnSpPr>
        <p:spPr>
          <a:xfrm flipH="1">
            <a:off x="5557241" y="5088655"/>
            <a:ext cx="6634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6205DD86-315C-53B6-CEEF-A9919650168E}"/>
              </a:ext>
            </a:extLst>
          </p:cNvPr>
          <p:cNvCxnSpPr>
            <a:cxnSpLocks/>
            <a:stCxn id="74" idx="4"/>
            <a:endCxn id="73" idx="0"/>
          </p:cNvCxnSpPr>
          <p:nvPr/>
        </p:nvCxnSpPr>
        <p:spPr>
          <a:xfrm flipH="1">
            <a:off x="4776402" y="5088655"/>
            <a:ext cx="63683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6205DD86-315C-53B6-CEEF-A9919650168E}"/>
              </a:ext>
            </a:extLst>
          </p:cNvPr>
          <p:cNvCxnSpPr>
            <a:cxnSpLocks/>
            <a:stCxn id="79" idx="4"/>
            <a:endCxn id="76" idx="0"/>
          </p:cNvCxnSpPr>
          <p:nvPr/>
        </p:nvCxnSpPr>
        <p:spPr>
          <a:xfrm flipH="1">
            <a:off x="6364722" y="5088655"/>
            <a:ext cx="65737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78" idx="4"/>
            <a:endCxn id="79" idx="0"/>
          </p:cNvCxnSpPr>
          <p:nvPr/>
        </p:nvCxnSpPr>
        <p:spPr>
          <a:xfrm flipH="1">
            <a:off x="7166097" y="5088655"/>
            <a:ext cx="64329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71" idx="0"/>
            <a:endCxn id="82" idx="5"/>
          </p:cNvCxnSpPr>
          <p:nvPr/>
        </p:nvCxnSpPr>
        <p:spPr>
          <a:xfrm flipV="1">
            <a:off x="3968921" y="4170585"/>
            <a:ext cx="2239182" cy="9180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Straight Connector 84">
            <a:extLst>
              <a:ext uri="{FF2B5EF4-FFF2-40B4-BE49-F238E27FC236}">
                <a16:creationId xmlns:a16="http://schemas.microsoft.com/office/drawing/2014/main" id="{6205DD86-315C-53B6-CEEF-A9919650168E}"/>
              </a:ext>
            </a:extLst>
          </p:cNvPr>
          <p:cNvCxnSpPr>
            <a:cxnSpLocks/>
            <a:stCxn id="84" idx="4"/>
            <a:endCxn id="78" idx="0"/>
          </p:cNvCxnSpPr>
          <p:nvPr/>
        </p:nvCxnSpPr>
        <p:spPr>
          <a:xfrm flipH="1">
            <a:off x="7953391" y="5088655"/>
            <a:ext cx="64329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9" name="Straight Connector 188">
            <a:extLst>
              <a:ext uri="{FF2B5EF4-FFF2-40B4-BE49-F238E27FC236}">
                <a16:creationId xmlns:a16="http://schemas.microsoft.com/office/drawing/2014/main" id="{6205DD86-315C-53B6-CEEF-A9919650168E}"/>
              </a:ext>
            </a:extLst>
          </p:cNvPr>
          <p:cNvCxnSpPr>
            <a:cxnSpLocks/>
            <a:stCxn id="82" idx="7"/>
            <a:endCxn id="84" idx="4"/>
          </p:cNvCxnSpPr>
          <p:nvPr/>
        </p:nvCxnSpPr>
        <p:spPr>
          <a:xfrm>
            <a:off x="6309927" y="4170585"/>
            <a:ext cx="2286759" cy="9180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205DD86-315C-53B6-CEEF-A9919650168E}"/>
              </a:ext>
            </a:extLst>
          </p:cNvPr>
          <p:cNvCxnSpPr>
            <a:cxnSpLocks/>
            <a:stCxn id="58" idx="4"/>
            <a:endCxn id="56" idx="0"/>
          </p:cNvCxnSpPr>
          <p:nvPr/>
        </p:nvCxnSpPr>
        <p:spPr>
          <a:xfrm flipH="1">
            <a:off x="7590517" y="3446785"/>
            <a:ext cx="6634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6205DD86-315C-53B6-CEEF-A9919650168E}"/>
              </a:ext>
            </a:extLst>
          </p:cNvPr>
          <p:cNvCxnSpPr>
            <a:cxnSpLocks/>
            <a:stCxn id="61" idx="4"/>
            <a:endCxn id="59" idx="0"/>
          </p:cNvCxnSpPr>
          <p:nvPr/>
        </p:nvCxnSpPr>
        <p:spPr>
          <a:xfrm flipH="1">
            <a:off x="9178837" y="3446785"/>
            <a:ext cx="6634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59" idx="4"/>
            <a:endCxn id="58" idx="0"/>
          </p:cNvCxnSpPr>
          <p:nvPr/>
        </p:nvCxnSpPr>
        <p:spPr>
          <a:xfrm flipH="1">
            <a:off x="8397998" y="3446785"/>
            <a:ext cx="63683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64" idx="4"/>
            <a:endCxn id="61" idx="0"/>
          </p:cNvCxnSpPr>
          <p:nvPr/>
        </p:nvCxnSpPr>
        <p:spPr>
          <a:xfrm flipH="1">
            <a:off x="9986318" y="3446785"/>
            <a:ext cx="65737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63" idx="4"/>
            <a:endCxn id="64" idx="0"/>
          </p:cNvCxnSpPr>
          <p:nvPr/>
        </p:nvCxnSpPr>
        <p:spPr>
          <a:xfrm flipH="1">
            <a:off x="10787693" y="3446785"/>
            <a:ext cx="64329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stCxn id="56" idx="0"/>
            <a:endCxn id="67" idx="5"/>
          </p:cNvCxnSpPr>
          <p:nvPr/>
        </p:nvCxnSpPr>
        <p:spPr>
          <a:xfrm flipV="1">
            <a:off x="7590517" y="2447549"/>
            <a:ext cx="2009848" cy="9992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7" name="Straight Connector 166">
            <a:extLst>
              <a:ext uri="{FF2B5EF4-FFF2-40B4-BE49-F238E27FC236}">
                <a16:creationId xmlns:a16="http://schemas.microsoft.com/office/drawing/2014/main" id="{6205DD86-315C-53B6-CEEF-A9919650168E}"/>
              </a:ext>
            </a:extLst>
          </p:cNvPr>
          <p:cNvCxnSpPr>
            <a:cxnSpLocks/>
            <a:stCxn id="67" idx="7"/>
            <a:endCxn id="63" idx="3"/>
          </p:cNvCxnSpPr>
          <p:nvPr/>
        </p:nvCxnSpPr>
        <p:spPr>
          <a:xfrm>
            <a:off x="9702189" y="2447549"/>
            <a:ext cx="1749886" cy="9493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a:stCxn id="38" idx="4"/>
            <a:endCxn id="30" idx="0"/>
          </p:cNvCxnSpPr>
          <p:nvPr/>
        </p:nvCxnSpPr>
        <p:spPr>
          <a:xfrm flipH="1" flipV="1">
            <a:off x="1844945" y="3430408"/>
            <a:ext cx="585812" cy="19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40" idx="4"/>
            <a:endCxn id="38" idx="0"/>
          </p:cNvCxnSpPr>
          <p:nvPr/>
        </p:nvCxnSpPr>
        <p:spPr>
          <a:xfrm flipH="1">
            <a:off x="2574757" y="3424771"/>
            <a:ext cx="569768" cy="76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44" idx="4"/>
            <a:endCxn id="46" idx="0"/>
          </p:cNvCxnSpPr>
          <p:nvPr/>
        </p:nvCxnSpPr>
        <p:spPr>
          <a:xfrm flipH="1">
            <a:off x="4015773" y="3428154"/>
            <a:ext cx="574694" cy="423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46" idx="4"/>
            <a:endCxn id="40" idx="0"/>
          </p:cNvCxnSpPr>
          <p:nvPr/>
        </p:nvCxnSpPr>
        <p:spPr>
          <a:xfrm flipH="1" flipV="1">
            <a:off x="3288525" y="3424771"/>
            <a:ext cx="583248" cy="76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2" name="Straight Connector 161">
            <a:extLst>
              <a:ext uri="{FF2B5EF4-FFF2-40B4-BE49-F238E27FC236}">
                <a16:creationId xmlns:a16="http://schemas.microsoft.com/office/drawing/2014/main" id="{6205DD86-315C-53B6-CEEF-A9919650168E}"/>
              </a:ext>
            </a:extLst>
          </p:cNvPr>
          <p:cNvCxnSpPr>
            <a:cxnSpLocks/>
            <a:stCxn id="36" idx="7"/>
            <a:endCxn id="44" idx="4"/>
          </p:cNvCxnSpPr>
          <p:nvPr/>
        </p:nvCxnSpPr>
        <p:spPr>
          <a:xfrm>
            <a:off x="3267542" y="2766170"/>
            <a:ext cx="1322925" cy="66198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1(Cont.)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the domination number for</a:t>
                </a:r>
                <a:r>
                  <a:rPr lang="en-US" sz="2800" b="1" dirty="0">
                    <a:solidFill>
                      <a:schemeClr val="bg1"/>
                    </a:solidFill>
                  </a:rPr>
                  <a:t> </a:t>
                </a:r>
                <a14:m>
                  <m:oMath xmlns:m="http://schemas.openxmlformats.org/officeDocument/2006/math">
                    <m:sSub>
                      <m:sSubPr>
                        <m:ctrlPr>
                          <a:rPr lang="en-US" sz="2800" i="1">
                            <a:solidFill>
                              <a:schemeClr val="bg1"/>
                            </a:solidFill>
                            <a:latin typeface="Cambria Math" panose="02040503050406030204" pitchFamily="18" charset="0"/>
                          </a:rPr>
                        </m:ctrlPr>
                      </m:sSubPr>
                      <m:e>
                        <m:r>
                          <m:rPr>
                            <m:sty m:val="p"/>
                          </m:rPr>
                          <a:rPr lang="en-US" sz="2800" b="0" i="0">
                            <a:solidFill>
                              <a:schemeClr val="bg1"/>
                            </a:solidFill>
                            <a:latin typeface="Cambria Math" panose="02040503050406030204" pitchFamily="18" charset="0"/>
                          </a:rPr>
                          <m:t>P</m:t>
                        </m:r>
                      </m:e>
                      <m:sub>
                        <m:r>
                          <m:rPr>
                            <m:sty m:val="p"/>
                          </m:rPr>
                          <a:rPr lang="en-US" sz="2800" b="0" i="0">
                            <a:solidFill>
                              <a:schemeClr val="bg1"/>
                            </a:solidFill>
                            <a:latin typeface="Cambria Math" panose="02040503050406030204" pitchFamily="18" charset="0"/>
                          </a:rPr>
                          <m:t>n</m:t>
                        </m:r>
                      </m:sub>
                    </m:sSub>
                    <m:r>
                      <a:rPr lang="en-US" sz="2800" b="0" i="0">
                        <a:solidFill>
                          <a:schemeClr val="bg1"/>
                        </a:solidFill>
                        <a:latin typeface="Cambria Math" panose="02040503050406030204" pitchFamily="18" charset="0"/>
                      </a:rPr>
                      <m:t> </m:t>
                    </m:r>
                    <m:r>
                      <m:rPr>
                        <m:sty m:val="p"/>
                      </m:rPr>
                      <a:rPr lang="en-US" sz="2800" b="0" i="0">
                        <a:solidFill>
                          <a:schemeClr val="bg1"/>
                        </a:solidFill>
                        <a:latin typeface="Cambria Math" panose="02040503050406030204" pitchFamily="18" charset="0"/>
                      </a:rPr>
                      <m:t>and</m:t>
                    </m:r>
                    <m:r>
                      <a:rPr lang="en-US" sz="2800" b="0" i="0">
                        <a:solidFill>
                          <a:schemeClr val="bg1"/>
                        </a:solidFill>
                        <a:latin typeface="Cambria Math" panose="02040503050406030204" pitchFamily="18" charset="0"/>
                      </a:rPr>
                      <m:t> </m:t>
                    </m:r>
                    <m:sSub>
                      <m:sSubPr>
                        <m:ctrlPr>
                          <a:rPr lang="en-US" sz="2800" i="1">
                            <a:solidFill>
                              <a:schemeClr val="bg1"/>
                            </a:solidFill>
                            <a:latin typeface="Cambria Math" panose="02040503050406030204" pitchFamily="18" charset="0"/>
                          </a:rPr>
                        </m:ctrlPr>
                      </m:sSubPr>
                      <m:e>
                        <m:r>
                          <m:rPr>
                            <m:sty m:val="p"/>
                          </m:rPr>
                          <a:rPr lang="en-US" sz="2800" b="0" i="0">
                            <a:solidFill>
                              <a:schemeClr val="bg1"/>
                            </a:solidFill>
                            <a:latin typeface="Cambria Math" panose="02040503050406030204" pitchFamily="18" charset="0"/>
                          </a:rPr>
                          <m:t>C</m:t>
                        </m:r>
                      </m:e>
                      <m:sub>
                        <m:r>
                          <m:rPr>
                            <m:sty m:val="p"/>
                          </m:rPr>
                          <a:rPr lang="en-US" sz="2800" b="0" i="0">
                            <a:solidFill>
                              <a:schemeClr val="bg1"/>
                            </a:solidFill>
                            <a:latin typeface="Cambria Math" panose="02040503050406030204" pitchFamily="18" charset="0"/>
                          </a:rPr>
                          <m:t>n</m:t>
                        </m:r>
                      </m:sub>
                    </m:sSub>
                    <m:r>
                      <a:rPr lang="en-US" sz="2800" b="0" i="0">
                        <a:solidFill>
                          <a:schemeClr val="bg1"/>
                        </a:solidFill>
                        <a:latin typeface="Cambria Math" panose="02040503050406030204" pitchFamily="18" charset="0"/>
                      </a:rPr>
                      <m:t>, 6≤</m:t>
                    </m:r>
                    <m:r>
                      <m:rPr>
                        <m:sty m:val="p"/>
                      </m:rPr>
                      <a:rPr lang="en-US" sz="2800" b="0" i="0">
                        <a:solidFill>
                          <a:schemeClr val="bg1"/>
                        </a:solidFill>
                        <a:latin typeface="Cambria Math" panose="02040503050406030204" pitchFamily="18" charset="0"/>
                      </a:rPr>
                      <m:t>n</m:t>
                    </m:r>
                    <m:r>
                      <a:rPr lang="en-US" sz="2800" b="0" i="0" smtClean="0">
                        <a:solidFill>
                          <a:schemeClr val="bg1"/>
                        </a:solidFill>
                        <a:latin typeface="Cambria Math" panose="02040503050406030204" pitchFamily="18" charset="0"/>
                      </a:rPr>
                      <m:t>≤8</m:t>
                    </m:r>
                    <m:r>
                      <a:rPr lang="en-US" sz="2800" b="0" i="0">
                        <a:solidFill>
                          <a:schemeClr val="bg1"/>
                        </a:solidFill>
                        <a:latin typeface="Cambria Math" panose="02040503050406030204" pitchFamily="18" charset="0"/>
                      </a:rPr>
                      <m:t>.</m:t>
                    </m:r>
                  </m:oMath>
                </a14:m>
                <a:endParaRPr lang="en-US" sz="2800" dirty="0">
                  <a:solidFill>
                    <a:schemeClr val="bg1"/>
                  </a:solidFill>
                </a:endParaRPr>
              </a:p>
              <a:p>
                <a:endParaRPr lang="en-US" sz="2800" dirty="0">
                  <a:solidFill>
                    <a:schemeClr val="bg1"/>
                  </a:solidFill>
                </a:endParaRPr>
              </a:p>
              <a:p>
                <a:endParaRPr lang="en-US" sz="2800" dirty="0">
                  <a:solidFill>
                    <a:schemeClr val="bg1"/>
                  </a:solidFill>
                </a:endParaRPr>
              </a:p>
            </p:txBody>
          </p:sp>
        </mc:Choice>
        <mc:Fallback xmlns="">
          <p:sp>
            <p:nvSpPr>
              <p:cNvPr id="32" name="Content Placeholder 2"/>
              <p:cNvSpPr txBox="1">
                <a:spLocks noRot="1" noChangeAspect="1" noMove="1" noResize="1" noEditPoints="1" noAdjustHandles="1" noChangeArrowheads="1" noChangeShapeType="1" noTextEdit="1"/>
              </p:cNvSpPr>
              <p:nvPr/>
            </p:nvSpPr>
            <p:spPr>
              <a:xfrm>
                <a:off x="131176" y="867840"/>
                <a:ext cx="11929645" cy="569642"/>
              </a:xfrm>
              <a:prstGeom prst="rect">
                <a:avLst/>
              </a:prstGeom>
              <a:blipFill rotWithShape="0">
                <a:blip r:embed="rId2"/>
                <a:stretch>
                  <a:fillRect l="-1074" t="-10638" b="-20213"/>
                </a:stretch>
              </a:blipFill>
              <a:ln>
                <a:noFill/>
              </a:ln>
            </p:spPr>
            <p:txBody>
              <a:bodyPr/>
              <a:lstStyle/>
              <a:p>
                <a:r>
                  <a:rPr lang="en-US">
                    <a:noFill/>
                  </a:rPr>
                  <a:t> </a:t>
                </a:r>
              </a:p>
            </p:txBody>
          </p:sp>
        </mc:Fallback>
      </mc:AlternateContent>
      <p:sp>
        <p:nvSpPr>
          <p:cNvPr id="30" name="Oval 29">
            <a:extLst>
              <a:ext uri="{FF2B5EF4-FFF2-40B4-BE49-F238E27FC236}">
                <a16:creationId xmlns:a16="http://schemas.microsoft.com/office/drawing/2014/main" id="{BDD11F87-DA81-9510-C1CB-0AF4093562CB}"/>
              </a:ext>
            </a:extLst>
          </p:cNvPr>
          <p:cNvSpPr/>
          <p:nvPr/>
        </p:nvSpPr>
        <p:spPr>
          <a:xfrm rot="5400000">
            <a:off x="1702382" y="335840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1" name="Straight Connector 30">
            <a:extLst>
              <a:ext uri="{FF2B5EF4-FFF2-40B4-BE49-F238E27FC236}">
                <a16:creationId xmlns:a16="http://schemas.microsoft.com/office/drawing/2014/main" id="{6205DD86-315C-53B6-CEEF-A9919650168E}"/>
              </a:ext>
            </a:extLst>
          </p:cNvPr>
          <p:cNvCxnSpPr>
            <a:cxnSpLocks/>
            <a:stCxn id="30" idx="0"/>
            <a:endCxn id="36" idx="5"/>
          </p:cNvCxnSpPr>
          <p:nvPr/>
        </p:nvCxnSpPr>
        <p:spPr>
          <a:xfrm flipV="1">
            <a:off x="1844945" y="2766170"/>
            <a:ext cx="1320773" cy="6642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6" name="Oval 35">
            <a:extLst>
              <a:ext uri="{FF2B5EF4-FFF2-40B4-BE49-F238E27FC236}">
                <a16:creationId xmlns:a16="http://schemas.microsoft.com/office/drawing/2014/main" id="{BDD11F87-DA81-9510-C1CB-0AF4093562CB}"/>
              </a:ext>
            </a:extLst>
          </p:cNvPr>
          <p:cNvSpPr/>
          <p:nvPr/>
        </p:nvSpPr>
        <p:spPr>
          <a:xfrm rot="5400000">
            <a:off x="3146067" y="264427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2432194" y="3360391"/>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3145962" y="3352771"/>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4" name="Oval 43">
            <a:extLst>
              <a:ext uri="{FF2B5EF4-FFF2-40B4-BE49-F238E27FC236}">
                <a16:creationId xmlns:a16="http://schemas.microsoft.com/office/drawing/2014/main" id="{BDD11F87-DA81-9510-C1CB-0AF4093562CB}"/>
              </a:ext>
            </a:extLst>
          </p:cNvPr>
          <p:cNvSpPr/>
          <p:nvPr/>
        </p:nvSpPr>
        <p:spPr>
          <a:xfrm rot="5400000">
            <a:off x="4591904" y="335615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6" name="Oval 45">
            <a:extLst>
              <a:ext uri="{FF2B5EF4-FFF2-40B4-BE49-F238E27FC236}">
                <a16:creationId xmlns:a16="http://schemas.microsoft.com/office/drawing/2014/main" id="{BDD11F87-DA81-9510-C1CB-0AF4093562CB}"/>
              </a:ext>
            </a:extLst>
          </p:cNvPr>
          <p:cNvSpPr/>
          <p:nvPr/>
        </p:nvSpPr>
        <p:spPr>
          <a:xfrm rot="5400000">
            <a:off x="3873210" y="3360391"/>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6" name="Oval 55">
            <a:extLst>
              <a:ext uri="{FF2B5EF4-FFF2-40B4-BE49-F238E27FC236}">
                <a16:creationId xmlns:a16="http://schemas.microsoft.com/office/drawing/2014/main" id="{BDD11F87-DA81-9510-C1CB-0AF4093562CB}"/>
              </a:ext>
            </a:extLst>
          </p:cNvPr>
          <p:cNvSpPr/>
          <p:nvPr/>
        </p:nvSpPr>
        <p:spPr>
          <a:xfrm rot="5400000">
            <a:off x="7447954" y="3374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8" name="Oval 57">
            <a:extLst>
              <a:ext uri="{FF2B5EF4-FFF2-40B4-BE49-F238E27FC236}">
                <a16:creationId xmlns:a16="http://schemas.microsoft.com/office/drawing/2014/main" id="{BDD11F87-DA81-9510-C1CB-0AF4093562CB}"/>
              </a:ext>
            </a:extLst>
          </p:cNvPr>
          <p:cNvSpPr/>
          <p:nvPr/>
        </p:nvSpPr>
        <p:spPr>
          <a:xfrm rot="5400000">
            <a:off x="8255435" y="3374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9" name="Oval 58">
            <a:extLst>
              <a:ext uri="{FF2B5EF4-FFF2-40B4-BE49-F238E27FC236}">
                <a16:creationId xmlns:a16="http://schemas.microsoft.com/office/drawing/2014/main" id="{BDD11F87-DA81-9510-C1CB-0AF4093562CB}"/>
              </a:ext>
            </a:extLst>
          </p:cNvPr>
          <p:cNvSpPr/>
          <p:nvPr/>
        </p:nvSpPr>
        <p:spPr>
          <a:xfrm rot="5400000">
            <a:off x="9036274" y="3374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1" name="Oval 60">
            <a:extLst>
              <a:ext uri="{FF2B5EF4-FFF2-40B4-BE49-F238E27FC236}">
                <a16:creationId xmlns:a16="http://schemas.microsoft.com/office/drawing/2014/main" id="{BDD11F87-DA81-9510-C1CB-0AF4093562CB}"/>
              </a:ext>
            </a:extLst>
          </p:cNvPr>
          <p:cNvSpPr/>
          <p:nvPr/>
        </p:nvSpPr>
        <p:spPr>
          <a:xfrm rot="5400000">
            <a:off x="9843755" y="3374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3" name="Oval 62">
            <a:extLst>
              <a:ext uri="{FF2B5EF4-FFF2-40B4-BE49-F238E27FC236}">
                <a16:creationId xmlns:a16="http://schemas.microsoft.com/office/drawing/2014/main" id="{BDD11F87-DA81-9510-C1CB-0AF4093562CB}"/>
              </a:ext>
            </a:extLst>
          </p:cNvPr>
          <p:cNvSpPr/>
          <p:nvPr/>
        </p:nvSpPr>
        <p:spPr>
          <a:xfrm rot="5400000">
            <a:off x="11432424" y="3374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4" name="Oval 63">
            <a:extLst>
              <a:ext uri="{FF2B5EF4-FFF2-40B4-BE49-F238E27FC236}">
                <a16:creationId xmlns:a16="http://schemas.microsoft.com/office/drawing/2014/main" id="{BDD11F87-DA81-9510-C1CB-0AF4093562CB}"/>
              </a:ext>
            </a:extLst>
          </p:cNvPr>
          <p:cNvSpPr/>
          <p:nvPr/>
        </p:nvSpPr>
        <p:spPr>
          <a:xfrm rot="5400000">
            <a:off x="10645130" y="337478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7" name="Oval 66">
            <a:extLst>
              <a:ext uri="{FF2B5EF4-FFF2-40B4-BE49-F238E27FC236}">
                <a16:creationId xmlns:a16="http://schemas.microsoft.com/office/drawing/2014/main" id="{BDD11F87-DA81-9510-C1CB-0AF4093562CB}"/>
              </a:ext>
            </a:extLst>
          </p:cNvPr>
          <p:cNvSpPr/>
          <p:nvPr/>
        </p:nvSpPr>
        <p:spPr>
          <a:xfrm rot="5400000">
            <a:off x="9580714" y="232565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1" name="Oval 70">
            <a:extLst>
              <a:ext uri="{FF2B5EF4-FFF2-40B4-BE49-F238E27FC236}">
                <a16:creationId xmlns:a16="http://schemas.microsoft.com/office/drawing/2014/main" id="{BDD11F87-DA81-9510-C1CB-0AF4093562CB}"/>
              </a:ext>
            </a:extLst>
          </p:cNvPr>
          <p:cNvSpPr/>
          <p:nvPr/>
        </p:nvSpPr>
        <p:spPr>
          <a:xfrm rot="5400000">
            <a:off x="3826358" y="50166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3" name="Oval 72">
            <a:extLst>
              <a:ext uri="{FF2B5EF4-FFF2-40B4-BE49-F238E27FC236}">
                <a16:creationId xmlns:a16="http://schemas.microsoft.com/office/drawing/2014/main" id="{BDD11F87-DA81-9510-C1CB-0AF4093562CB}"/>
              </a:ext>
            </a:extLst>
          </p:cNvPr>
          <p:cNvSpPr/>
          <p:nvPr/>
        </p:nvSpPr>
        <p:spPr>
          <a:xfrm rot="5400000">
            <a:off x="4633839" y="50166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4" name="Oval 73">
            <a:extLst>
              <a:ext uri="{FF2B5EF4-FFF2-40B4-BE49-F238E27FC236}">
                <a16:creationId xmlns:a16="http://schemas.microsoft.com/office/drawing/2014/main" id="{BDD11F87-DA81-9510-C1CB-0AF4093562CB}"/>
              </a:ext>
            </a:extLst>
          </p:cNvPr>
          <p:cNvSpPr/>
          <p:nvPr/>
        </p:nvSpPr>
        <p:spPr>
          <a:xfrm rot="5400000">
            <a:off x="5414678" y="50166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6" name="Oval 75">
            <a:extLst>
              <a:ext uri="{FF2B5EF4-FFF2-40B4-BE49-F238E27FC236}">
                <a16:creationId xmlns:a16="http://schemas.microsoft.com/office/drawing/2014/main" id="{BDD11F87-DA81-9510-C1CB-0AF4093562CB}"/>
              </a:ext>
            </a:extLst>
          </p:cNvPr>
          <p:cNvSpPr/>
          <p:nvPr/>
        </p:nvSpPr>
        <p:spPr>
          <a:xfrm rot="5400000">
            <a:off x="6222159" y="50166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8" name="Oval 77">
            <a:extLst>
              <a:ext uri="{FF2B5EF4-FFF2-40B4-BE49-F238E27FC236}">
                <a16:creationId xmlns:a16="http://schemas.microsoft.com/office/drawing/2014/main" id="{BDD11F87-DA81-9510-C1CB-0AF4093562CB}"/>
              </a:ext>
            </a:extLst>
          </p:cNvPr>
          <p:cNvSpPr/>
          <p:nvPr/>
        </p:nvSpPr>
        <p:spPr>
          <a:xfrm rot="5400000">
            <a:off x="7810828" y="50166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9" name="Oval 78">
            <a:extLst>
              <a:ext uri="{FF2B5EF4-FFF2-40B4-BE49-F238E27FC236}">
                <a16:creationId xmlns:a16="http://schemas.microsoft.com/office/drawing/2014/main" id="{BDD11F87-DA81-9510-C1CB-0AF4093562CB}"/>
              </a:ext>
            </a:extLst>
          </p:cNvPr>
          <p:cNvSpPr/>
          <p:nvPr/>
        </p:nvSpPr>
        <p:spPr>
          <a:xfrm rot="5400000">
            <a:off x="7023534" y="50166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2" name="Oval 81">
            <a:extLst>
              <a:ext uri="{FF2B5EF4-FFF2-40B4-BE49-F238E27FC236}">
                <a16:creationId xmlns:a16="http://schemas.microsoft.com/office/drawing/2014/main" id="{BDD11F87-DA81-9510-C1CB-0AF4093562CB}"/>
              </a:ext>
            </a:extLst>
          </p:cNvPr>
          <p:cNvSpPr/>
          <p:nvPr/>
        </p:nvSpPr>
        <p:spPr>
          <a:xfrm rot="5400000">
            <a:off x="6188452" y="404868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4" name="Oval 83">
            <a:extLst>
              <a:ext uri="{FF2B5EF4-FFF2-40B4-BE49-F238E27FC236}">
                <a16:creationId xmlns:a16="http://schemas.microsoft.com/office/drawing/2014/main" id="{BDD11F87-DA81-9510-C1CB-0AF4093562CB}"/>
              </a:ext>
            </a:extLst>
          </p:cNvPr>
          <p:cNvSpPr/>
          <p:nvPr/>
        </p:nvSpPr>
        <p:spPr>
          <a:xfrm rot="5400000">
            <a:off x="8598123" y="50166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90" name="Rectangle 89"/>
              <p:cNvSpPr/>
              <p:nvPr/>
            </p:nvSpPr>
            <p:spPr>
              <a:xfrm>
                <a:off x="2943168" y="3485731"/>
                <a:ext cx="63555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b="0" i="0" dirty="0" smtClean="0">
                              <a:latin typeface="Cambria Math" panose="02040503050406030204" pitchFamily="18" charset="0"/>
                            </a:rPr>
                            <m:t>C</m:t>
                          </m:r>
                        </m:e>
                        <m:sub>
                          <m:r>
                            <a:rPr lang="en-US" sz="2800" b="0" i="0" dirty="0" smtClean="0">
                              <a:latin typeface="Cambria Math" panose="02040503050406030204" pitchFamily="18" charset="0"/>
                            </a:rPr>
                            <m:t>6</m:t>
                          </m:r>
                        </m:sub>
                      </m:sSub>
                    </m:oMath>
                  </m:oMathPara>
                </a14:m>
                <a:endParaRPr lang="en-US" dirty="0"/>
              </a:p>
            </p:txBody>
          </p:sp>
        </mc:Choice>
        <mc:Fallback xmlns="">
          <p:sp>
            <p:nvSpPr>
              <p:cNvPr id="90" name="Rectangle 89"/>
              <p:cNvSpPr>
                <a:spLocks noRot="1" noChangeAspect="1" noMove="1" noResize="1" noEditPoints="1" noAdjustHandles="1" noChangeArrowheads="1" noChangeShapeType="1" noTextEdit="1"/>
              </p:cNvSpPr>
              <p:nvPr/>
            </p:nvSpPr>
            <p:spPr>
              <a:xfrm>
                <a:off x="2943168" y="3485731"/>
                <a:ext cx="635559"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Rectangle 90"/>
              <p:cNvSpPr/>
              <p:nvPr/>
            </p:nvSpPr>
            <p:spPr>
              <a:xfrm>
                <a:off x="9333497" y="3657435"/>
                <a:ext cx="63555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b="0" i="0" dirty="0" smtClean="0">
                              <a:latin typeface="Cambria Math" panose="02040503050406030204" pitchFamily="18" charset="0"/>
                            </a:rPr>
                            <m:t>C</m:t>
                          </m:r>
                        </m:e>
                        <m:sub>
                          <m:r>
                            <a:rPr lang="en-US" sz="2800" b="0" i="0" dirty="0" smtClean="0">
                              <a:latin typeface="Cambria Math" panose="02040503050406030204" pitchFamily="18" charset="0"/>
                            </a:rPr>
                            <m:t>7</m:t>
                          </m:r>
                        </m:sub>
                      </m:sSub>
                    </m:oMath>
                  </m:oMathPara>
                </a14:m>
                <a:endParaRPr lang="en-US" dirty="0"/>
              </a:p>
            </p:txBody>
          </p:sp>
        </mc:Choice>
        <mc:Fallback xmlns="">
          <p:sp>
            <p:nvSpPr>
              <p:cNvPr id="91" name="Rectangle 90"/>
              <p:cNvSpPr>
                <a:spLocks noRot="1" noChangeAspect="1" noMove="1" noResize="1" noEditPoints="1" noAdjustHandles="1" noChangeArrowheads="1" noChangeShapeType="1" noTextEdit="1"/>
              </p:cNvSpPr>
              <p:nvPr/>
            </p:nvSpPr>
            <p:spPr>
              <a:xfrm>
                <a:off x="9333497" y="3657435"/>
                <a:ext cx="635559"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Rectangle 91"/>
              <p:cNvSpPr/>
              <p:nvPr/>
            </p:nvSpPr>
            <p:spPr>
              <a:xfrm>
                <a:off x="5808714" y="5376004"/>
                <a:ext cx="63555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b="0" i="0" dirty="0" smtClean="0">
                              <a:latin typeface="Cambria Math" panose="02040503050406030204" pitchFamily="18" charset="0"/>
                            </a:rPr>
                            <m:t>C</m:t>
                          </m:r>
                        </m:e>
                        <m:sub>
                          <m:r>
                            <a:rPr lang="en-US" sz="2800" b="0" i="0" dirty="0" smtClean="0">
                              <a:latin typeface="Cambria Math" panose="02040503050406030204" pitchFamily="18" charset="0"/>
                            </a:rPr>
                            <m:t>8</m:t>
                          </m:r>
                        </m:sub>
                      </m:sSub>
                    </m:oMath>
                  </m:oMathPara>
                </a14:m>
                <a:endParaRPr lang="en-US" dirty="0"/>
              </a:p>
            </p:txBody>
          </p:sp>
        </mc:Choice>
        <mc:Fallback xmlns="">
          <p:sp>
            <p:nvSpPr>
              <p:cNvPr id="92" name="Rectangle 91"/>
              <p:cNvSpPr>
                <a:spLocks noRot="1" noChangeAspect="1" noMove="1" noResize="1" noEditPoints="1" noAdjustHandles="1" noChangeArrowheads="1" noChangeShapeType="1" noTextEdit="1"/>
              </p:cNvSpPr>
              <p:nvPr/>
            </p:nvSpPr>
            <p:spPr>
              <a:xfrm>
                <a:off x="5808714" y="5376004"/>
                <a:ext cx="635559"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4" name="Rectangle 143"/>
              <p:cNvSpPr/>
              <p:nvPr/>
            </p:nvSpPr>
            <p:spPr>
              <a:xfrm>
                <a:off x="3447398" y="5943021"/>
                <a:ext cx="6499856" cy="523220"/>
              </a:xfrm>
              <a:prstGeom prst="rect">
                <a:avLst/>
              </a:prstGeom>
            </p:spPr>
            <p:txBody>
              <a:bodyPr wrap="none">
                <a:spAutoFit/>
              </a:bodyPr>
              <a:lstStyle/>
              <a:p>
                <a:r>
                  <a:rPr lang="en-US" sz="2800" dirty="0"/>
                  <a:t>Hence,</a:t>
                </a:r>
                <a14:m>
                  <m:oMath xmlns:m="http://schemas.openxmlformats.org/officeDocument/2006/math">
                    <m:r>
                      <a:rPr lang="en-US" sz="2800" b="0" i="0" dirty="0" smtClean="0">
                        <a:latin typeface="Cambria Math" panose="02040503050406030204" pitchFamily="18" charset="0"/>
                      </a:rPr>
                      <m:t>   </m:t>
                    </m:r>
                    <m:r>
                      <m:rPr>
                        <m:sty m:val="p"/>
                      </m:rPr>
                      <a:rPr lang="en-US" sz="2800" b="0" i="0" dirty="0" smtClean="0">
                        <a:latin typeface="Cambria Math" panose="02040503050406030204" pitchFamily="18" charset="0"/>
                      </a:rPr>
                      <m:t>γ</m:t>
                    </m:r>
                    <m:d>
                      <m:dPr>
                        <m:ctrlPr>
                          <a:rPr lang="en-US" sz="2800" b="0" i="1" dirty="0" smtClean="0">
                            <a:latin typeface="Cambria Math" panose="02040503050406030204" pitchFamily="18" charset="0"/>
                          </a:rPr>
                        </m:ctrlPr>
                      </m:dPr>
                      <m:e>
                        <m:sSub>
                          <m:sSubPr>
                            <m:ctrlPr>
                              <a:rPr lang="en-US" sz="2800" b="0" i="1" dirty="0" smtClean="0">
                                <a:latin typeface="Cambria Math" panose="02040503050406030204" pitchFamily="18" charset="0"/>
                              </a:rPr>
                            </m:ctrlPr>
                          </m:sSubPr>
                          <m:e>
                            <m:r>
                              <m:rPr>
                                <m:sty m:val="p"/>
                              </m:rPr>
                              <a:rPr lang="en-US" sz="2800" b="0" i="0" dirty="0" smtClean="0">
                                <a:latin typeface="Cambria Math" panose="02040503050406030204" pitchFamily="18" charset="0"/>
                              </a:rPr>
                              <m:t>C</m:t>
                            </m:r>
                          </m:e>
                          <m:sub>
                            <m:r>
                              <a:rPr lang="en-US" sz="2800" b="0" i="0" dirty="0" smtClean="0">
                                <a:latin typeface="Cambria Math" panose="02040503050406030204" pitchFamily="18" charset="0"/>
                              </a:rPr>
                              <m:t>6</m:t>
                            </m:r>
                          </m:sub>
                        </m:sSub>
                      </m:e>
                    </m:d>
                    <m:r>
                      <a:rPr lang="en-US" sz="2800" b="0" i="0" dirty="0" smtClean="0">
                        <a:latin typeface="Cambria Math" panose="02040503050406030204" pitchFamily="18" charset="0"/>
                      </a:rPr>
                      <m:t>=2</m:t>
                    </m:r>
                  </m:oMath>
                </a14:m>
                <a:r>
                  <a:rPr lang="en-US" dirty="0"/>
                  <a:t> </a:t>
                </a:r>
                <a:r>
                  <a:rPr lang="en-US" sz="2800" dirty="0"/>
                  <a:t>and</a:t>
                </a:r>
                <a:r>
                  <a:rPr lang="en-US" dirty="0"/>
                  <a:t> </a:t>
                </a:r>
                <a14:m>
                  <m:oMath xmlns:m="http://schemas.openxmlformats.org/officeDocument/2006/math">
                    <m:r>
                      <m:rPr>
                        <m:sty m:val="p"/>
                      </m:rPr>
                      <a:rPr lang="en-US" sz="2800" b="0" i="0" smtClean="0">
                        <a:latin typeface="Cambria Math" panose="02040503050406030204" pitchFamily="18" charset="0"/>
                      </a:rPr>
                      <m:t>γ</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C</m:t>
                            </m:r>
                          </m:e>
                          <m:sub>
                            <m:r>
                              <a:rPr lang="en-US" sz="2800" b="0" i="0" smtClean="0">
                                <a:latin typeface="Cambria Math" panose="02040503050406030204" pitchFamily="18" charset="0"/>
                              </a:rPr>
                              <m:t>7</m:t>
                            </m:r>
                          </m:sub>
                        </m:sSub>
                      </m:e>
                    </m:d>
                    <m:r>
                      <a:rPr lang="en-US" sz="2800" b="0" i="0" smtClean="0">
                        <a:latin typeface="Cambria Math" panose="02040503050406030204" pitchFamily="18" charset="0"/>
                      </a:rPr>
                      <m:t>=3=</m:t>
                    </m:r>
                    <m:r>
                      <m:rPr>
                        <m:sty m:val="p"/>
                      </m:rPr>
                      <a:rPr lang="en-US" sz="2800" b="0" i="0" smtClean="0">
                        <a:latin typeface="Cambria Math" panose="02040503050406030204" pitchFamily="18" charset="0"/>
                      </a:rPr>
                      <m:t>γ</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C</m:t>
                            </m:r>
                          </m:e>
                          <m:sub>
                            <m:r>
                              <a:rPr lang="en-US" sz="2800" b="0" i="0" smtClean="0">
                                <a:latin typeface="Cambria Math" panose="02040503050406030204" pitchFamily="18" charset="0"/>
                              </a:rPr>
                              <m:t>8</m:t>
                            </m:r>
                          </m:sub>
                        </m:sSub>
                      </m:e>
                    </m:d>
                    <m:r>
                      <a:rPr lang="en-US" sz="2800" b="0" i="0" smtClean="0">
                        <a:latin typeface="Cambria Math" panose="02040503050406030204" pitchFamily="18" charset="0"/>
                      </a:rPr>
                      <m:t> </m:t>
                    </m:r>
                  </m:oMath>
                </a14:m>
                <a:endParaRPr lang="en-US" sz="2800" dirty="0"/>
              </a:p>
            </p:txBody>
          </p:sp>
        </mc:Choice>
        <mc:Fallback xmlns="">
          <p:sp>
            <p:nvSpPr>
              <p:cNvPr id="144" name="Rectangle 143"/>
              <p:cNvSpPr>
                <a:spLocks noRot="1" noChangeAspect="1" noMove="1" noResize="1" noEditPoints="1" noAdjustHandles="1" noChangeArrowheads="1" noChangeShapeType="1" noTextEdit="1"/>
              </p:cNvSpPr>
              <p:nvPr/>
            </p:nvSpPr>
            <p:spPr>
              <a:xfrm>
                <a:off x="3447398" y="5943021"/>
                <a:ext cx="6499856" cy="523220"/>
              </a:xfrm>
              <a:prstGeom prst="rect">
                <a:avLst/>
              </a:prstGeom>
              <a:blipFill rotWithShape="0">
                <a:blip r:embed="rId6"/>
                <a:stretch>
                  <a:fillRect l="-1970" t="-12791" b="-31395"/>
                </a:stretch>
              </a:blipFill>
            </p:spPr>
            <p:txBody>
              <a:bodyPr/>
              <a:lstStyle/>
              <a:p>
                <a:r>
                  <a:rPr lang="en-US">
                    <a:noFill/>
                  </a:rPr>
                  <a:t> </a:t>
                </a:r>
              </a:p>
            </p:txBody>
          </p:sp>
        </mc:Fallback>
      </mc:AlternateContent>
      <p:sp>
        <p:nvSpPr>
          <p:cNvPr id="69" name="Oval 68"/>
          <p:cNvSpPr/>
          <p:nvPr/>
        </p:nvSpPr>
        <p:spPr>
          <a:xfrm>
            <a:off x="3025589" y="2550960"/>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0" name="Oval 69"/>
          <p:cNvSpPr/>
          <p:nvPr/>
        </p:nvSpPr>
        <p:spPr>
          <a:xfrm>
            <a:off x="3028739" y="3267234"/>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6" name="Oval 85"/>
          <p:cNvSpPr/>
          <p:nvPr/>
        </p:nvSpPr>
        <p:spPr>
          <a:xfrm>
            <a:off x="9467126" y="2254088"/>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7" name="Oval 86"/>
          <p:cNvSpPr/>
          <p:nvPr/>
        </p:nvSpPr>
        <p:spPr>
          <a:xfrm>
            <a:off x="8922687" y="3293871"/>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8" name="Oval 87"/>
          <p:cNvSpPr/>
          <p:nvPr/>
        </p:nvSpPr>
        <p:spPr>
          <a:xfrm>
            <a:off x="10533470" y="3267234"/>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Oval 1">
            <a:extLst>
              <a:ext uri="{FF2B5EF4-FFF2-40B4-BE49-F238E27FC236}">
                <a16:creationId xmlns:a16="http://schemas.microsoft.com/office/drawing/2014/main" id="{BB5D4EAB-442A-10D0-5369-1EE314B7C088}"/>
              </a:ext>
            </a:extLst>
          </p:cNvPr>
          <p:cNvSpPr/>
          <p:nvPr/>
        </p:nvSpPr>
        <p:spPr>
          <a:xfrm>
            <a:off x="6074865" y="3956617"/>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Oval 2">
            <a:extLst>
              <a:ext uri="{FF2B5EF4-FFF2-40B4-BE49-F238E27FC236}">
                <a16:creationId xmlns:a16="http://schemas.microsoft.com/office/drawing/2014/main" id="{2C290C25-4065-5962-BAEE-8E762F099C97}"/>
              </a:ext>
            </a:extLst>
          </p:cNvPr>
          <p:cNvSpPr/>
          <p:nvPr/>
        </p:nvSpPr>
        <p:spPr>
          <a:xfrm>
            <a:off x="5318296" y="4942003"/>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Oval 3">
            <a:extLst>
              <a:ext uri="{FF2B5EF4-FFF2-40B4-BE49-F238E27FC236}">
                <a16:creationId xmlns:a16="http://schemas.microsoft.com/office/drawing/2014/main" id="{AE1B818A-4242-0782-46E1-2FA61C617BE8}"/>
              </a:ext>
            </a:extLst>
          </p:cNvPr>
          <p:cNvSpPr/>
          <p:nvPr/>
        </p:nvSpPr>
        <p:spPr>
          <a:xfrm>
            <a:off x="6898848" y="4942002"/>
            <a:ext cx="368300" cy="346375"/>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43237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36"/>
                                        </p:tgtEl>
                                        <p:attrNameLst>
                                          <p:attrName>style.color</p:attrName>
                                        </p:attrNameLst>
                                      </p:cBhvr>
                                      <p:to>
                                        <a:srgbClr val="FFFF00"/>
                                      </p:to>
                                    </p:animClr>
                                    <p:animClr clrSpc="rgb" dir="cw">
                                      <p:cBhvr>
                                        <p:cTn id="7" dur="500" fill="hold"/>
                                        <p:tgtEl>
                                          <p:spTgt spid="36"/>
                                        </p:tgtEl>
                                        <p:attrNameLst>
                                          <p:attrName>fillcolor</p:attrName>
                                        </p:attrNameLst>
                                      </p:cBhvr>
                                      <p:to>
                                        <a:srgbClr val="FFFF00"/>
                                      </p:to>
                                    </p:animClr>
                                    <p:set>
                                      <p:cBhvr>
                                        <p:cTn id="8" dur="500" fill="hold"/>
                                        <p:tgtEl>
                                          <p:spTgt spid="36"/>
                                        </p:tgtEl>
                                        <p:attrNameLst>
                                          <p:attrName>fill.type</p:attrName>
                                        </p:attrNameLst>
                                      </p:cBhvr>
                                      <p:to>
                                        <p:strVal val="solid"/>
                                      </p:to>
                                    </p:set>
                                    <p:set>
                                      <p:cBhvr>
                                        <p:cTn id="9" dur="500" fill="hold"/>
                                        <p:tgtEl>
                                          <p:spTgt spid="36"/>
                                        </p:tgtEl>
                                        <p:attrNameLst>
                                          <p:attrName>fill.on</p:attrName>
                                        </p:attrNameLst>
                                      </p:cBhvr>
                                      <p:to>
                                        <p:strVal val="true"/>
                                      </p:to>
                                    </p:set>
                                  </p:childTnLst>
                                </p:cTn>
                              </p:par>
                              <p:par>
                                <p:cTn id="10" presetID="1" presetClass="entr" presetSubtype="0" fill="hold" grpId="0" nodeType="withEffect">
                                  <p:stCondLst>
                                    <p:cond delay="0"/>
                                  </p:stCondLst>
                                  <p:childTnLst>
                                    <p:set>
                                      <p:cBhvr>
                                        <p:cTn id="11" dur="1" fill="hold">
                                          <p:stCondLst>
                                            <p:cond delay="0"/>
                                          </p:stCondLst>
                                        </p:cTn>
                                        <p:tgtEl>
                                          <p:spTgt spid="6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9" presetClass="emph" presetSubtype="0" fill="hold" grpId="0" nodeType="clickEffect">
                                  <p:stCondLst>
                                    <p:cond delay="0"/>
                                  </p:stCondLst>
                                  <p:childTnLst>
                                    <p:animClr clrSpc="rgb" dir="cw">
                                      <p:cBhvr override="childStyle">
                                        <p:cTn id="15" dur="500" fill="hold"/>
                                        <p:tgtEl>
                                          <p:spTgt spid="30"/>
                                        </p:tgtEl>
                                        <p:attrNameLst>
                                          <p:attrName>style.color</p:attrName>
                                        </p:attrNameLst>
                                      </p:cBhvr>
                                      <p:to>
                                        <a:schemeClr val="accent2"/>
                                      </p:to>
                                    </p:animClr>
                                    <p:animClr clrSpc="rgb" dir="cw">
                                      <p:cBhvr>
                                        <p:cTn id="16" dur="500" fill="hold"/>
                                        <p:tgtEl>
                                          <p:spTgt spid="30"/>
                                        </p:tgtEl>
                                        <p:attrNameLst>
                                          <p:attrName>fillcolor</p:attrName>
                                        </p:attrNameLst>
                                      </p:cBhvr>
                                      <p:to>
                                        <a:schemeClr val="accent2"/>
                                      </p:to>
                                    </p:animClr>
                                    <p:set>
                                      <p:cBhvr>
                                        <p:cTn id="17" dur="500" fill="hold"/>
                                        <p:tgtEl>
                                          <p:spTgt spid="30"/>
                                        </p:tgtEl>
                                        <p:attrNameLst>
                                          <p:attrName>fill.type</p:attrName>
                                        </p:attrNameLst>
                                      </p:cBhvr>
                                      <p:to>
                                        <p:strVal val="solid"/>
                                      </p:to>
                                    </p:set>
                                    <p:set>
                                      <p:cBhvr>
                                        <p:cTn id="18" dur="500" fill="hold"/>
                                        <p:tgtEl>
                                          <p:spTgt spid="30"/>
                                        </p:tgtEl>
                                        <p:attrNameLst>
                                          <p:attrName>fill.on</p:attrName>
                                        </p:attrNameLst>
                                      </p:cBhvr>
                                      <p:to>
                                        <p:strVal val="true"/>
                                      </p:to>
                                    </p:set>
                                  </p:childTnLst>
                                </p:cTn>
                              </p:par>
                              <p:par>
                                <p:cTn id="19" presetID="19" presetClass="emph" presetSubtype="0" fill="hold" grpId="0" nodeType="withEffect">
                                  <p:stCondLst>
                                    <p:cond delay="0"/>
                                  </p:stCondLst>
                                  <p:childTnLst>
                                    <p:animClr clrSpc="rgb" dir="cw">
                                      <p:cBhvr override="childStyle">
                                        <p:cTn id="20" dur="500" fill="hold"/>
                                        <p:tgtEl>
                                          <p:spTgt spid="44"/>
                                        </p:tgtEl>
                                        <p:attrNameLst>
                                          <p:attrName>style.color</p:attrName>
                                        </p:attrNameLst>
                                      </p:cBhvr>
                                      <p:to>
                                        <a:schemeClr val="accent2"/>
                                      </p:to>
                                    </p:animClr>
                                    <p:animClr clrSpc="rgb" dir="cw">
                                      <p:cBhvr>
                                        <p:cTn id="21" dur="500" fill="hold"/>
                                        <p:tgtEl>
                                          <p:spTgt spid="44"/>
                                        </p:tgtEl>
                                        <p:attrNameLst>
                                          <p:attrName>fillcolor</p:attrName>
                                        </p:attrNameLst>
                                      </p:cBhvr>
                                      <p:to>
                                        <a:schemeClr val="accent2"/>
                                      </p:to>
                                    </p:animClr>
                                    <p:set>
                                      <p:cBhvr>
                                        <p:cTn id="22" dur="500" fill="hold"/>
                                        <p:tgtEl>
                                          <p:spTgt spid="44"/>
                                        </p:tgtEl>
                                        <p:attrNameLst>
                                          <p:attrName>fill.type</p:attrName>
                                        </p:attrNameLst>
                                      </p:cBhvr>
                                      <p:to>
                                        <p:strVal val="solid"/>
                                      </p:to>
                                    </p:set>
                                    <p:set>
                                      <p:cBhvr>
                                        <p:cTn id="23" dur="500" fill="hold"/>
                                        <p:tgtEl>
                                          <p:spTgt spid="44"/>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grpId="0" nodeType="clickEffect">
                                  <p:stCondLst>
                                    <p:cond delay="0"/>
                                  </p:stCondLst>
                                  <p:childTnLst>
                                    <p:animClr clrSpc="rgb" dir="cw">
                                      <p:cBhvr override="childStyle">
                                        <p:cTn id="27" dur="500" fill="hold"/>
                                        <p:tgtEl>
                                          <p:spTgt spid="40"/>
                                        </p:tgtEl>
                                        <p:attrNameLst>
                                          <p:attrName>style.color</p:attrName>
                                        </p:attrNameLst>
                                      </p:cBhvr>
                                      <p:to>
                                        <a:srgbClr val="FFFF00"/>
                                      </p:to>
                                    </p:animClr>
                                    <p:animClr clrSpc="rgb" dir="cw">
                                      <p:cBhvr>
                                        <p:cTn id="28" dur="500" fill="hold"/>
                                        <p:tgtEl>
                                          <p:spTgt spid="40"/>
                                        </p:tgtEl>
                                        <p:attrNameLst>
                                          <p:attrName>fillcolor</p:attrName>
                                        </p:attrNameLst>
                                      </p:cBhvr>
                                      <p:to>
                                        <a:srgbClr val="FFFF00"/>
                                      </p:to>
                                    </p:animClr>
                                    <p:set>
                                      <p:cBhvr>
                                        <p:cTn id="29" dur="500" fill="hold"/>
                                        <p:tgtEl>
                                          <p:spTgt spid="40"/>
                                        </p:tgtEl>
                                        <p:attrNameLst>
                                          <p:attrName>fill.type</p:attrName>
                                        </p:attrNameLst>
                                      </p:cBhvr>
                                      <p:to>
                                        <p:strVal val="solid"/>
                                      </p:to>
                                    </p:set>
                                    <p:set>
                                      <p:cBhvr>
                                        <p:cTn id="30" dur="500" fill="hold"/>
                                        <p:tgtEl>
                                          <p:spTgt spid="40"/>
                                        </p:tgtEl>
                                        <p:attrNameLst>
                                          <p:attrName>fill.on</p:attrName>
                                        </p:attrNameLst>
                                      </p:cBhvr>
                                      <p:to>
                                        <p:strVal val="true"/>
                                      </p:to>
                                    </p:set>
                                  </p:childTnLst>
                                </p:cTn>
                              </p:par>
                              <p:par>
                                <p:cTn id="31" presetID="1" presetClass="entr" presetSubtype="0" fill="hold" grpId="0"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9" presetClass="emph" presetSubtype="0" fill="hold" grpId="0" nodeType="clickEffect">
                                  <p:stCondLst>
                                    <p:cond delay="0"/>
                                  </p:stCondLst>
                                  <p:childTnLst>
                                    <p:animClr clrSpc="rgb" dir="cw">
                                      <p:cBhvr override="childStyle">
                                        <p:cTn id="36" dur="500" fill="hold"/>
                                        <p:tgtEl>
                                          <p:spTgt spid="38"/>
                                        </p:tgtEl>
                                        <p:attrNameLst>
                                          <p:attrName>style.color</p:attrName>
                                        </p:attrNameLst>
                                      </p:cBhvr>
                                      <p:to>
                                        <a:schemeClr val="accent2"/>
                                      </p:to>
                                    </p:animClr>
                                    <p:animClr clrSpc="rgb" dir="cw">
                                      <p:cBhvr>
                                        <p:cTn id="37" dur="500" fill="hold"/>
                                        <p:tgtEl>
                                          <p:spTgt spid="38"/>
                                        </p:tgtEl>
                                        <p:attrNameLst>
                                          <p:attrName>fillcolor</p:attrName>
                                        </p:attrNameLst>
                                      </p:cBhvr>
                                      <p:to>
                                        <a:schemeClr val="accent2"/>
                                      </p:to>
                                    </p:animClr>
                                    <p:set>
                                      <p:cBhvr>
                                        <p:cTn id="38" dur="500" fill="hold"/>
                                        <p:tgtEl>
                                          <p:spTgt spid="38"/>
                                        </p:tgtEl>
                                        <p:attrNameLst>
                                          <p:attrName>fill.type</p:attrName>
                                        </p:attrNameLst>
                                      </p:cBhvr>
                                      <p:to>
                                        <p:strVal val="solid"/>
                                      </p:to>
                                    </p:set>
                                    <p:set>
                                      <p:cBhvr>
                                        <p:cTn id="39" dur="500" fill="hold"/>
                                        <p:tgtEl>
                                          <p:spTgt spid="38"/>
                                        </p:tgtEl>
                                        <p:attrNameLst>
                                          <p:attrName>fill.on</p:attrName>
                                        </p:attrNameLst>
                                      </p:cBhvr>
                                      <p:to>
                                        <p:strVal val="true"/>
                                      </p:to>
                                    </p:set>
                                  </p:childTnLst>
                                </p:cTn>
                              </p:par>
                              <p:par>
                                <p:cTn id="40" presetID="19" presetClass="emph" presetSubtype="0" fill="hold" grpId="0" nodeType="withEffect">
                                  <p:stCondLst>
                                    <p:cond delay="0"/>
                                  </p:stCondLst>
                                  <p:childTnLst>
                                    <p:animClr clrSpc="rgb" dir="cw">
                                      <p:cBhvr override="childStyle">
                                        <p:cTn id="41" dur="500" fill="hold"/>
                                        <p:tgtEl>
                                          <p:spTgt spid="46"/>
                                        </p:tgtEl>
                                        <p:attrNameLst>
                                          <p:attrName>style.color</p:attrName>
                                        </p:attrNameLst>
                                      </p:cBhvr>
                                      <p:to>
                                        <a:schemeClr val="accent2"/>
                                      </p:to>
                                    </p:animClr>
                                    <p:animClr clrSpc="rgb" dir="cw">
                                      <p:cBhvr>
                                        <p:cTn id="42" dur="500" fill="hold"/>
                                        <p:tgtEl>
                                          <p:spTgt spid="46"/>
                                        </p:tgtEl>
                                        <p:attrNameLst>
                                          <p:attrName>fillcolor</p:attrName>
                                        </p:attrNameLst>
                                      </p:cBhvr>
                                      <p:to>
                                        <a:schemeClr val="accent2"/>
                                      </p:to>
                                    </p:animClr>
                                    <p:set>
                                      <p:cBhvr>
                                        <p:cTn id="43" dur="500" fill="hold"/>
                                        <p:tgtEl>
                                          <p:spTgt spid="46"/>
                                        </p:tgtEl>
                                        <p:attrNameLst>
                                          <p:attrName>fill.type</p:attrName>
                                        </p:attrNameLst>
                                      </p:cBhvr>
                                      <p:to>
                                        <p:strVal val="solid"/>
                                      </p:to>
                                    </p:set>
                                    <p:set>
                                      <p:cBhvr>
                                        <p:cTn id="44" dur="500" fill="hold"/>
                                        <p:tgtEl>
                                          <p:spTgt spid="46"/>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9" presetClass="emph" presetSubtype="0" fill="hold" grpId="0" nodeType="clickEffect">
                                  <p:stCondLst>
                                    <p:cond delay="0"/>
                                  </p:stCondLst>
                                  <p:childTnLst>
                                    <p:animClr clrSpc="rgb" dir="cw">
                                      <p:cBhvr override="childStyle">
                                        <p:cTn id="48" dur="500" fill="hold"/>
                                        <p:tgtEl>
                                          <p:spTgt spid="67"/>
                                        </p:tgtEl>
                                        <p:attrNameLst>
                                          <p:attrName>style.color</p:attrName>
                                        </p:attrNameLst>
                                      </p:cBhvr>
                                      <p:to>
                                        <a:srgbClr val="FFFF00"/>
                                      </p:to>
                                    </p:animClr>
                                    <p:animClr clrSpc="rgb" dir="cw">
                                      <p:cBhvr>
                                        <p:cTn id="49" dur="500" fill="hold"/>
                                        <p:tgtEl>
                                          <p:spTgt spid="67"/>
                                        </p:tgtEl>
                                        <p:attrNameLst>
                                          <p:attrName>fillcolor</p:attrName>
                                        </p:attrNameLst>
                                      </p:cBhvr>
                                      <p:to>
                                        <a:srgbClr val="FFFF00"/>
                                      </p:to>
                                    </p:animClr>
                                    <p:set>
                                      <p:cBhvr>
                                        <p:cTn id="50" dur="500" fill="hold"/>
                                        <p:tgtEl>
                                          <p:spTgt spid="67"/>
                                        </p:tgtEl>
                                        <p:attrNameLst>
                                          <p:attrName>fill.type</p:attrName>
                                        </p:attrNameLst>
                                      </p:cBhvr>
                                      <p:to>
                                        <p:strVal val="solid"/>
                                      </p:to>
                                    </p:set>
                                    <p:set>
                                      <p:cBhvr>
                                        <p:cTn id="51" dur="500" fill="hold"/>
                                        <p:tgtEl>
                                          <p:spTgt spid="67"/>
                                        </p:tgtEl>
                                        <p:attrNameLst>
                                          <p:attrName>fill.on</p:attrName>
                                        </p:attrNameLst>
                                      </p:cBhvr>
                                      <p:to>
                                        <p:strVal val="true"/>
                                      </p:to>
                                    </p:set>
                                  </p:childTnLst>
                                </p:cTn>
                              </p:par>
                              <p:par>
                                <p:cTn id="52" presetID="1" presetClass="entr" presetSubtype="0" fill="hold" grpId="0" nodeType="withEffect">
                                  <p:stCondLst>
                                    <p:cond delay="0"/>
                                  </p:stCondLst>
                                  <p:childTnLst>
                                    <p:set>
                                      <p:cBhvr>
                                        <p:cTn id="53" dur="1" fill="hold">
                                          <p:stCondLst>
                                            <p:cond delay="0"/>
                                          </p:stCondLst>
                                        </p:cTn>
                                        <p:tgtEl>
                                          <p:spTgt spid="8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9" presetClass="emph" presetSubtype="0" fill="hold" grpId="0" nodeType="clickEffect">
                                  <p:stCondLst>
                                    <p:cond delay="0"/>
                                  </p:stCondLst>
                                  <p:childTnLst>
                                    <p:animClr clrSpc="rgb" dir="cw">
                                      <p:cBhvr override="childStyle">
                                        <p:cTn id="57" dur="500" fill="hold"/>
                                        <p:tgtEl>
                                          <p:spTgt spid="56"/>
                                        </p:tgtEl>
                                        <p:attrNameLst>
                                          <p:attrName>style.color</p:attrName>
                                        </p:attrNameLst>
                                      </p:cBhvr>
                                      <p:to>
                                        <a:schemeClr val="accent2"/>
                                      </p:to>
                                    </p:animClr>
                                    <p:animClr clrSpc="rgb" dir="cw">
                                      <p:cBhvr>
                                        <p:cTn id="58" dur="500" fill="hold"/>
                                        <p:tgtEl>
                                          <p:spTgt spid="56"/>
                                        </p:tgtEl>
                                        <p:attrNameLst>
                                          <p:attrName>fillcolor</p:attrName>
                                        </p:attrNameLst>
                                      </p:cBhvr>
                                      <p:to>
                                        <a:schemeClr val="accent2"/>
                                      </p:to>
                                    </p:animClr>
                                    <p:set>
                                      <p:cBhvr>
                                        <p:cTn id="59" dur="500" fill="hold"/>
                                        <p:tgtEl>
                                          <p:spTgt spid="56"/>
                                        </p:tgtEl>
                                        <p:attrNameLst>
                                          <p:attrName>fill.type</p:attrName>
                                        </p:attrNameLst>
                                      </p:cBhvr>
                                      <p:to>
                                        <p:strVal val="solid"/>
                                      </p:to>
                                    </p:set>
                                    <p:set>
                                      <p:cBhvr>
                                        <p:cTn id="60" dur="500" fill="hold"/>
                                        <p:tgtEl>
                                          <p:spTgt spid="56"/>
                                        </p:tgtEl>
                                        <p:attrNameLst>
                                          <p:attrName>fill.on</p:attrName>
                                        </p:attrNameLst>
                                      </p:cBhvr>
                                      <p:to>
                                        <p:strVal val="true"/>
                                      </p:to>
                                    </p:set>
                                  </p:childTnLst>
                                </p:cTn>
                              </p:par>
                              <p:par>
                                <p:cTn id="61" presetID="19" presetClass="emph" presetSubtype="0" fill="hold" grpId="0" nodeType="withEffect">
                                  <p:stCondLst>
                                    <p:cond delay="0"/>
                                  </p:stCondLst>
                                  <p:childTnLst>
                                    <p:animClr clrSpc="rgb" dir="cw">
                                      <p:cBhvr override="childStyle">
                                        <p:cTn id="62" dur="500" fill="hold"/>
                                        <p:tgtEl>
                                          <p:spTgt spid="63"/>
                                        </p:tgtEl>
                                        <p:attrNameLst>
                                          <p:attrName>style.color</p:attrName>
                                        </p:attrNameLst>
                                      </p:cBhvr>
                                      <p:to>
                                        <a:schemeClr val="accent2"/>
                                      </p:to>
                                    </p:animClr>
                                    <p:animClr clrSpc="rgb" dir="cw">
                                      <p:cBhvr>
                                        <p:cTn id="63" dur="500" fill="hold"/>
                                        <p:tgtEl>
                                          <p:spTgt spid="63"/>
                                        </p:tgtEl>
                                        <p:attrNameLst>
                                          <p:attrName>fillcolor</p:attrName>
                                        </p:attrNameLst>
                                      </p:cBhvr>
                                      <p:to>
                                        <a:schemeClr val="accent2"/>
                                      </p:to>
                                    </p:animClr>
                                    <p:set>
                                      <p:cBhvr>
                                        <p:cTn id="64" dur="500" fill="hold"/>
                                        <p:tgtEl>
                                          <p:spTgt spid="63"/>
                                        </p:tgtEl>
                                        <p:attrNameLst>
                                          <p:attrName>fill.type</p:attrName>
                                        </p:attrNameLst>
                                      </p:cBhvr>
                                      <p:to>
                                        <p:strVal val="solid"/>
                                      </p:to>
                                    </p:set>
                                    <p:set>
                                      <p:cBhvr>
                                        <p:cTn id="65" dur="500" fill="hold"/>
                                        <p:tgtEl>
                                          <p:spTgt spid="63"/>
                                        </p:tgtEl>
                                        <p:attrNameLst>
                                          <p:attrName>fill.on</p:attrName>
                                        </p:attrNameLst>
                                      </p:cBhvr>
                                      <p:to>
                                        <p:strVal val="true"/>
                                      </p:to>
                                    </p:set>
                                  </p:childTnLst>
                                </p:cTn>
                              </p:par>
                            </p:childTnLst>
                          </p:cTn>
                        </p:par>
                      </p:childTnLst>
                    </p:cTn>
                  </p:par>
                  <p:par>
                    <p:cTn id="66" fill="hold">
                      <p:stCondLst>
                        <p:cond delay="indefinite"/>
                      </p:stCondLst>
                      <p:childTnLst>
                        <p:par>
                          <p:cTn id="67" fill="hold">
                            <p:stCondLst>
                              <p:cond delay="0"/>
                            </p:stCondLst>
                            <p:childTnLst>
                              <p:par>
                                <p:cTn id="68" presetID="19" presetClass="emph" presetSubtype="0" fill="hold" grpId="0" nodeType="clickEffect">
                                  <p:stCondLst>
                                    <p:cond delay="0"/>
                                  </p:stCondLst>
                                  <p:childTnLst>
                                    <p:animClr clrSpc="rgb" dir="cw">
                                      <p:cBhvr override="childStyle">
                                        <p:cTn id="69" dur="500" fill="hold"/>
                                        <p:tgtEl>
                                          <p:spTgt spid="59"/>
                                        </p:tgtEl>
                                        <p:attrNameLst>
                                          <p:attrName>style.color</p:attrName>
                                        </p:attrNameLst>
                                      </p:cBhvr>
                                      <p:to>
                                        <a:srgbClr val="FFFF00"/>
                                      </p:to>
                                    </p:animClr>
                                    <p:animClr clrSpc="rgb" dir="cw">
                                      <p:cBhvr>
                                        <p:cTn id="70" dur="500" fill="hold"/>
                                        <p:tgtEl>
                                          <p:spTgt spid="59"/>
                                        </p:tgtEl>
                                        <p:attrNameLst>
                                          <p:attrName>fillcolor</p:attrName>
                                        </p:attrNameLst>
                                      </p:cBhvr>
                                      <p:to>
                                        <a:srgbClr val="FFFF00"/>
                                      </p:to>
                                    </p:animClr>
                                    <p:set>
                                      <p:cBhvr>
                                        <p:cTn id="71" dur="500" fill="hold"/>
                                        <p:tgtEl>
                                          <p:spTgt spid="59"/>
                                        </p:tgtEl>
                                        <p:attrNameLst>
                                          <p:attrName>fill.type</p:attrName>
                                        </p:attrNameLst>
                                      </p:cBhvr>
                                      <p:to>
                                        <p:strVal val="solid"/>
                                      </p:to>
                                    </p:set>
                                    <p:set>
                                      <p:cBhvr>
                                        <p:cTn id="72" dur="500" fill="hold"/>
                                        <p:tgtEl>
                                          <p:spTgt spid="59"/>
                                        </p:tgtEl>
                                        <p:attrNameLst>
                                          <p:attrName>fill.on</p:attrName>
                                        </p:attrNameLst>
                                      </p:cBhvr>
                                      <p:to>
                                        <p:strVal val="true"/>
                                      </p:to>
                                    </p:set>
                                  </p:childTnLst>
                                </p:cTn>
                              </p:par>
                              <p:par>
                                <p:cTn id="73" presetID="1" presetClass="entr" presetSubtype="0" fill="hold" grpId="0" nodeType="withEffect">
                                  <p:stCondLst>
                                    <p:cond delay="0"/>
                                  </p:stCondLst>
                                  <p:childTnLst>
                                    <p:set>
                                      <p:cBhvr>
                                        <p:cTn id="74" dur="1" fill="hold">
                                          <p:stCondLst>
                                            <p:cond delay="0"/>
                                          </p:stCondLst>
                                        </p:cTn>
                                        <p:tgtEl>
                                          <p:spTgt spid="8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9" presetClass="emph" presetSubtype="0" fill="hold" grpId="0" nodeType="clickEffect">
                                  <p:stCondLst>
                                    <p:cond delay="0"/>
                                  </p:stCondLst>
                                  <p:childTnLst>
                                    <p:animClr clrSpc="rgb" dir="cw">
                                      <p:cBhvr override="childStyle">
                                        <p:cTn id="78" dur="500" fill="hold"/>
                                        <p:tgtEl>
                                          <p:spTgt spid="58"/>
                                        </p:tgtEl>
                                        <p:attrNameLst>
                                          <p:attrName>style.color</p:attrName>
                                        </p:attrNameLst>
                                      </p:cBhvr>
                                      <p:to>
                                        <a:schemeClr val="accent2"/>
                                      </p:to>
                                    </p:animClr>
                                    <p:animClr clrSpc="rgb" dir="cw">
                                      <p:cBhvr>
                                        <p:cTn id="79" dur="500" fill="hold"/>
                                        <p:tgtEl>
                                          <p:spTgt spid="58"/>
                                        </p:tgtEl>
                                        <p:attrNameLst>
                                          <p:attrName>fillcolor</p:attrName>
                                        </p:attrNameLst>
                                      </p:cBhvr>
                                      <p:to>
                                        <a:schemeClr val="accent2"/>
                                      </p:to>
                                    </p:animClr>
                                    <p:set>
                                      <p:cBhvr>
                                        <p:cTn id="80" dur="500" fill="hold"/>
                                        <p:tgtEl>
                                          <p:spTgt spid="58"/>
                                        </p:tgtEl>
                                        <p:attrNameLst>
                                          <p:attrName>fill.type</p:attrName>
                                        </p:attrNameLst>
                                      </p:cBhvr>
                                      <p:to>
                                        <p:strVal val="solid"/>
                                      </p:to>
                                    </p:set>
                                    <p:set>
                                      <p:cBhvr>
                                        <p:cTn id="81" dur="500" fill="hold"/>
                                        <p:tgtEl>
                                          <p:spTgt spid="58"/>
                                        </p:tgtEl>
                                        <p:attrNameLst>
                                          <p:attrName>fill.on</p:attrName>
                                        </p:attrNameLst>
                                      </p:cBhvr>
                                      <p:to>
                                        <p:strVal val="true"/>
                                      </p:to>
                                    </p:set>
                                  </p:childTnLst>
                                </p:cTn>
                              </p:par>
                              <p:par>
                                <p:cTn id="82" presetID="19" presetClass="emph" presetSubtype="0" fill="hold" grpId="0" nodeType="withEffect">
                                  <p:stCondLst>
                                    <p:cond delay="0"/>
                                  </p:stCondLst>
                                  <p:childTnLst>
                                    <p:animClr clrSpc="rgb" dir="cw">
                                      <p:cBhvr override="childStyle">
                                        <p:cTn id="83" dur="500" fill="hold"/>
                                        <p:tgtEl>
                                          <p:spTgt spid="61"/>
                                        </p:tgtEl>
                                        <p:attrNameLst>
                                          <p:attrName>style.color</p:attrName>
                                        </p:attrNameLst>
                                      </p:cBhvr>
                                      <p:to>
                                        <a:schemeClr val="accent2"/>
                                      </p:to>
                                    </p:animClr>
                                    <p:animClr clrSpc="rgb" dir="cw">
                                      <p:cBhvr>
                                        <p:cTn id="84" dur="500" fill="hold"/>
                                        <p:tgtEl>
                                          <p:spTgt spid="61"/>
                                        </p:tgtEl>
                                        <p:attrNameLst>
                                          <p:attrName>fillcolor</p:attrName>
                                        </p:attrNameLst>
                                      </p:cBhvr>
                                      <p:to>
                                        <a:schemeClr val="accent2"/>
                                      </p:to>
                                    </p:animClr>
                                    <p:set>
                                      <p:cBhvr>
                                        <p:cTn id="85" dur="500" fill="hold"/>
                                        <p:tgtEl>
                                          <p:spTgt spid="61"/>
                                        </p:tgtEl>
                                        <p:attrNameLst>
                                          <p:attrName>fill.type</p:attrName>
                                        </p:attrNameLst>
                                      </p:cBhvr>
                                      <p:to>
                                        <p:strVal val="solid"/>
                                      </p:to>
                                    </p:set>
                                    <p:set>
                                      <p:cBhvr>
                                        <p:cTn id="86" dur="500" fill="hold"/>
                                        <p:tgtEl>
                                          <p:spTgt spid="61"/>
                                        </p:tgtEl>
                                        <p:attrNameLst>
                                          <p:attrName>fill.on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19" presetClass="emph" presetSubtype="0" fill="hold" grpId="0" nodeType="clickEffect">
                                  <p:stCondLst>
                                    <p:cond delay="0"/>
                                  </p:stCondLst>
                                  <p:childTnLst>
                                    <p:animClr clrSpc="rgb" dir="cw">
                                      <p:cBhvr override="childStyle">
                                        <p:cTn id="90" dur="500" fill="hold"/>
                                        <p:tgtEl>
                                          <p:spTgt spid="64"/>
                                        </p:tgtEl>
                                        <p:attrNameLst>
                                          <p:attrName>style.color</p:attrName>
                                        </p:attrNameLst>
                                      </p:cBhvr>
                                      <p:to>
                                        <a:srgbClr val="FFFF00"/>
                                      </p:to>
                                    </p:animClr>
                                    <p:animClr clrSpc="rgb" dir="cw">
                                      <p:cBhvr>
                                        <p:cTn id="91" dur="500" fill="hold"/>
                                        <p:tgtEl>
                                          <p:spTgt spid="64"/>
                                        </p:tgtEl>
                                        <p:attrNameLst>
                                          <p:attrName>fillcolor</p:attrName>
                                        </p:attrNameLst>
                                      </p:cBhvr>
                                      <p:to>
                                        <a:srgbClr val="FFFF00"/>
                                      </p:to>
                                    </p:animClr>
                                    <p:set>
                                      <p:cBhvr>
                                        <p:cTn id="92" dur="500" fill="hold"/>
                                        <p:tgtEl>
                                          <p:spTgt spid="64"/>
                                        </p:tgtEl>
                                        <p:attrNameLst>
                                          <p:attrName>fill.type</p:attrName>
                                        </p:attrNameLst>
                                      </p:cBhvr>
                                      <p:to>
                                        <p:strVal val="solid"/>
                                      </p:to>
                                    </p:set>
                                    <p:set>
                                      <p:cBhvr>
                                        <p:cTn id="93" dur="500" fill="hold"/>
                                        <p:tgtEl>
                                          <p:spTgt spid="64"/>
                                        </p:tgtEl>
                                        <p:attrNameLst>
                                          <p:attrName>fill.on</p:attrName>
                                        </p:attrNameLst>
                                      </p:cBhvr>
                                      <p:to>
                                        <p:strVal val="true"/>
                                      </p:to>
                                    </p:set>
                                  </p:childTnLst>
                                </p:cTn>
                              </p:par>
                              <p:par>
                                <p:cTn id="94" presetID="1" presetClass="entr" presetSubtype="0" fill="hold" grpId="0" nodeType="withEffect">
                                  <p:stCondLst>
                                    <p:cond delay="0"/>
                                  </p:stCondLst>
                                  <p:childTnLst>
                                    <p:set>
                                      <p:cBhvr>
                                        <p:cTn id="95" dur="1" fill="hold">
                                          <p:stCondLst>
                                            <p:cond delay="0"/>
                                          </p:stCondLst>
                                        </p:cTn>
                                        <p:tgtEl>
                                          <p:spTgt spid="88"/>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44"/>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9" presetClass="emph" presetSubtype="0" fill="hold" grpId="0" nodeType="clickEffect">
                                  <p:stCondLst>
                                    <p:cond delay="0"/>
                                  </p:stCondLst>
                                  <p:childTnLst>
                                    <p:animClr clrSpc="rgb" dir="cw">
                                      <p:cBhvr override="childStyle">
                                        <p:cTn id="103" dur="500" fill="hold"/>
                                        <p:tgtEl>
                                          <p:spTgt spid="82"/>
                                        </p:tgtEl>
                                        <p:attrNameLst>
                                          <p:attrName>style.color</p:attrName>
                                        </p:attrNameLst>
                                      </p:cBhvr>
                                      <p:to>
                                        <a:srgbClr val="FFFF00"/>
                                      </p:to>
                                    </p:animClr>
                                    <p:animClr clrSpc="rgb" dir="cw">
                                      <p:cBhvr>
                                        <p:cTn id="104" dur="500" fill="hold"/>
                                        <p:tgtEl>
                                          <p:spTgt spid="82"/>
                                        </p:tgtEl>
                                        <p:attrNameLst>
                                          <p:attrName>fillcolor</p:attrName>
                                        </p:attrNameLst>
                                      </p:cBhvr>
                                      <p:to>
                                        <a:srgbClr val="FFFF00"/>
                                      </p:to>
                                    </p:animClr>
                                    <p:set>
                                      <p:cBhvr>
                                        <p:cTn id="105" dur="500" fill="hold"/>
                                        <p:tgtEl>
                                          <p:spTgt spid="82"/>
                                        </p:tgtEl>
                                        <p:attrNameLst>
                                          <p:attrName>fill.type</p:attrName>
                                        </p:attrNameLst>
                                      </p:cBhvr>
                                      <p:to>
                                        <p:strVal val="solid"/>
                                      </p:to>
                                    </p:set>
                                    <p:set>
                                      <p:cBhvr>
                                        <p:cTn id="106" dur="500" fill="hold"/>
                                        <p:tgtEl>
                                          <p:spTgt spid="82"/>
                                        </p:tgtEl>
                                        <p:attrNameLst>
                                          <p:attrName>fill.on</p:attrName>
                                        </p:attrNameLst>
                                      </p:cBhvr>
                                      <p:to>
                                        <p:strVal val="true"/>
                                      </p:to>
                                    </p:set>
                                  </p:childTnLst>
                                </p:cTn>
                              </p:par>
                              <p:par>
                                <p:cTn id="107" presetID="1" presetClass="entr" presetSubtype="0" fill="hold" grpId="0" nodeType="withEffect">
                                  <p:stCondLst>
                                    <p:cond delay="0"/>
                                  </p:stCondLst>
                                  <p:childTnLst>
                                    <p:set>
                                      <p:cBhvr>
                                        <p:cTn id="108" dur="1" fill="hold">
                                          <p:stCondLst>
                                            <p:cond delay="0"/>
                                          </p:stCondLst>
                                        </p:cTn>
                                        <p:tgtEl>
                                          <p:spTgt spid="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9" presetClass="emph" presetSubtype="0" fill="hold" grpId="0" nodeType="clickEffect">
                                  <p:stCondLst>
                                    <p:cond delay="0"/>
                                  </p:stCondLst>
                                  <p:childTnLst>
                                    <p:animClr clrSpc="rgb" dir="cw">
                                      <p:cBhvr override="childStyle">
                                        <p:cTn id="112" dur="500" fill="hold"/>
                                        <p:tgtEl>
                                          <p:spTgt spid="71"/>
                                        </p:tgtEl>
                                        <p:attrNameLst>
                                          <p:attrName>style.color</p:attrName>
                                        </p:attrNameLst>
                                      </p:cBhvr>
                                      <p:to>
                                        <a:schemeClr val="accent2"/>
                                      </p:to>
                                    </p:animClr>
                                    <p:animClr clrSpc="rgb" dir="cw">
                                      <p:cBhvr>
                                        <p:cTn id="113" dur="500" fill="hold"/>
                                        <p:tgtEl>
                                          <p:spTgt spid="71"/>
                                        </p:tgtEl>
                                        <p:attrNameLst>
                                          <p:attrName>fillcolor</p:attrName>
                                        </p:attrNameLst>
                                      </p:cBhvr>
                                      <p:to>
                                        <a:schemeClr val="accent2"/>
                                      </p:to>
                                    </p:animClr>
                                    <p:set>
                                      <p:cBhvr>
                                        <p:cTn id="114" dur="500" fill="hold"/>
                                        <p:tgtEl>
                                          <p:spTgt spid="71"/>
                                        </p:tgtEl>
                                        <p:attrNameLst>
                                          <p:attrName>fill.type</p:attrName>
                                        </p:attrNameLst>
                                      </p:cBhvr>
                                      <p:to>
                                        <p:strVal val="solid"/>
                                      </p:to>
                                    </p:set>
                                    <p:set>
                                      <p:cBhvr>
                                        <p:cTn id="115" dur="500" fill="hold"/>
                                        <p:tgtEl>
                                          <p:spTgt spid="71"/>
                                        </p:tgtEl>
                                        <p:attrNameLst>
                                          <p:attrName>fill.on</p:attrName>
                                        </p:attrNameLst>
                                      </p:cBhvr>
                                      <p:to>
                                        <p:strVal val="true"/>
                                      </p:to>
                                    </p:set>
                                  </p:childTnLst>
                                </p:cTn>
                              </p:par>
                              <p:par>
                                <p:cTn id="116" presetID="19" presetClass="emph" presetSubtype="0" fill="hold" grpId="0" nodeType="withEffect">
                                  <p:stCondLst>
                                    <p:cond delay="0"/>
                                  </p:stCondLst>
                                  <p:childTnLst>
                                    <p:animClr clrSpc="rgb" dir="cw">
                                      <p:cBhvr override="childStyle">
                                        <p:cTn id="117" dur="500" fill="hold"/>
                                        <p:tgtEl>
                                          <p:spTgt spid="84"/>
                                        </p:tgtEl>
                                        <p:attrNameLst>
                                          <p:attrName>style.color</p:attrName>
                                        </p:attrNameLst>
                                      </p:cBhvr>
                                      <p:to>
                                        <a:schemeClr val="accent2"/>
                                      </p:to>
                                    </p:animClr>
                                    <p:animClr clrSpc="rgb" dir="cw">
                                      <p:cBhvr>
                                        <p:cTn id="118" dur="500" fill="hold"/>
                                        <p:tgtEl>
                                          <p:spTgt spid="84"/>
                                        </p:tgtEl>
                                        <p:attrNameLst>
                                          <p:attrName>fillcolor</p:attrName>
                                        </p:attrNameLst>
                                      </p:cBhvr>
                                      <p:to>
                                        <a:schemeClr val="accent2"/>
                                      </p:to>
                                    </p:animClr>
                                    <p:set>
                                      <p:cBhvr>
                                        <p:cTn id="119" dur="500" fill="hold"/>
                                        <p:tgtEl>
                                          <p:spTgt spid="84"/>
                                        </p:tgtEl>
                                        <p:attrNameLst>
                                          <p:attrName>fill.type</p:attrName>
                                        </p:attrNameLst>
                                      </p:cBhvr>
                                      <p:to>
                                        <p:strVal val="solid"/>
                                      </p:to>
                                    </p:set>
                                    <p:set>
                                      <p:cBhvr>
                                        <p:cTn id="120" dur="500" fill="hold"/>
                                        <p:tgtEl>
                                          <p:spTgt spid="84"/>
                                        </p:tgtEl>
                                        <p:attrNameLst>
                                          <p:attrName>fill.on</p:attrName>
                                        </p:attrNameLst>
                                      </p:cBhvr>
                                      <p:to>
                                        <p:strVal val="true"/>
                                      </p:to>
                                    </p:set>
                                  </p:childTnLst>
                                </p:cTn>
                              </p:par>
                            </p:childTnLst>
                          </p:cTn>
                        </p:par>
                      </p:childTnLst>
                    </p:cTn>
                  </p:par>
                  <p:par>
                    <p:cTn id="121" fill="hold">
                      <p:stCondLst>
                        <p:cond delay="indefinite"/>
                      </p:stCondLst>
                      <p:childTnLst>
                        <p:par>
                          <p:cTn id="122" fill="hold">
                            <p:stCondLst>
                              <p:cond delay="0"/>
                            </p:stCondLst>
                            <p:childTnLst>
                              <p:par>
                                <p:cTn id="123" presetID="19" presetClass="emph" presetSubtype="0" fill="hold" grpId="0" nodeType="clickEffect">
                                  <p:stCondLst>
                                    <p:cond delay="0"/>
                                  </p:stCondLst>
                                  <p:childTnLst>
                                    <p:animClr clrSpc="rgb" dir="cw">
                                      <p:cBhvr override="childStyle">
                                        <p:cTn id="124" dur="500" fill="hold"/>
                                        <p:tgtEl>
                                          <p:spTgt spid="74"/>
                                        </p:tgtEl>
                                        <p:attrNameLst>
                                          <p:attrName>style.color</p:attrName>
                                        </p:attrNameLst>
                                      </p:cBhvr>
                                      <p:to>
                                        <a:srgbClr val="FFFF00"/>
                                      </p:to>
                                    </p:animClr>
                                    <p:animClr clrSpc="rgb" dir="cw">
                                      <p:cBhvr>
                                        <p:cTn id="125" dur="500" fill="hold"/>
                                        <p:tgtEl>
                                          <p:spTgt spid="74"/>
                                        </p:tgtEl>
                                        <p:attrNameLst>
                                          <p:attrName>fillcolor</p:attrName>
                                        </p:attrNameLst>
                                      </p:cBhvr>
                                      <p:to>
                                        <a:srgbClr val="FFFF00"/>
                                      </p:to>
                                    </p:animClr>
                                    <p:set>
                                      <p:cBhvr>
                                        <p:cTn id="126" dur="500" fill="hold"/>
                                        <p:tgtEl>
                                          <p:spTgt spid="74"/>
                                        </p:tgtEl>
                                        <p:attrNameLst>
                                          <p:attrName>fill.type</p:attrName>
                                        </p:attrNameLst>
                                      </p:cBhvr>
                                      <p:to>
                                        <p:strVal val="solid"/>
                                      </p:to>
                                    </p:set>
                                    <p:set>
                                      <p:cBhvr>
                                        <p:cTn id="127" dur="500" fill="hold"/>
                                        <p:tgtEl>
                                          <p:spTgt spid="74"/>
                                        </p:tgtEl>
                                        <p:attrNameLst>
                                          <p:attrName>fill.on</p:attrName>
                                        </p:attrNameLst>
                                      </p:cBhvr>
                                      <p:to>
                                        <p:strVal val="true"/>
                                      </p:to>
                                    </p:set>
                                  </p:childTnLst>
                                </p:cTn>
                              </p:par>
                              <p:par>
                                <p:cTn id="128" presetID="1" presetClass="entr" presetSubtype="0" fill="hold" grpId="0" nodeType="withEffect">
                                  <p:stCondLst>
                                    <p:cond delay="0"/>
                                  </p:stCondLst>
                                  <p:childTnLst>
                                    <p:set>
                                      <p:cBhvr>
                                        <p:cTn id="129" dur="1" fill="hold">
                                          <p:stCondLst>
                                            <p:cond delay="0"/>
                                          </p:stCondLst>
                                        </p:cTn>
                                        <p:tgtEl>
                                          <p:spTgt spid="3"/>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9" presetClass="emph" presetSubtype="0" fill="hold" grpId="0" nodeType="clickEffect">
                                  <p:stCondLst>
                                    <p:cond delay="0"/>
                                  </p:stCondLst>
                                  <p:childTnLst>
                                    <p:animClr clrSpc="rgb" dir="cw">
                                      <p:cBhvr override="childStyle">
                                        <p:cTn id="133" dur="500" fill="hold"/>
                                        <p:tgtEl>
                                          <p:spTgt spid="73"/>
                                        </p:tgtEl>
                                        <p:attrNameLst>
                                          <p:attrName>style.color</p:attrName>
                                        </p:attrNameLst>
                                      </p:cBhvr>
                                      <p:to>
                                        <a:schemeClr val="accent2"/>
                                      </p:to>
                                    </p:animClr>
                                    <p:animClr clrSpc="rgb" dir="cw">
                                      <p:cBhvr>
                                        <p:cTn id="134" dur="500" fill="hold"/>
                                        <p:tgtEl>
                                          <p:spTgt spid="73"/>
                                        </p:tgtEl>
                                        <p:attrNameLst>
                                          <p:attrName>fillcolor</p:attrName>
                                        </p:attrNameLst>
                                      </p:cBhvr>
                                      <p:to>
                                        <a:schemeClr val="accent2"/>
                                      </p:to>
                                    </p:animClr>
                                    <p:set>
                                      <p:cBhvr>
                                        <p:cTn id="135" dur="500" fill="hold"/>
                                        <p:tgtEl>
                                          <p:spTgt spid="73"/>
                                        </p:tgtEl>
                                        <p:attrNameLst>
                                          <p:attrName>fill.type</p:attrName>
                                        </p:attrNameLst>
                                      </p:cBhvr>
                                      <p:to>
                                        <p:strVal val="solid"/>
                                      </p:to>
                                    </p:set>
                                    <p:set>
                                      <p:cBhvr>
                                        <p:cTn id="136" dur="500" fill="hold"/>
                                        <p:tgtEl>
                                          <p:spTgt spid="73"/>
                                        </p:tgtEl>
                                        <p:attrNameLst>
                                          <p:attrName>fill.on</p:attrName>
                                        </p:attrNameLst>
                                      </p:cBhvr>
                                      <p:to>
                                        <p:strVal val="true"/>
                                      </p:to>
                                    </p:set>
                                  </p:childTnLst>
                                </p:cTn>
                              </p:par>
                              <p:par>
                                <p:cTn id="137" presetID="19" presetClass="emph" presetSubtype="0" fill="hold" grpId="0" nodeType="withEffect">
                                  <p:stCondLst>
                                    <p:cond delay="0"/>
                                  </p:stCondLst>
                                  <p:childTnLst>
                                    <p:animClr clrSpc="rgb" dir="cw">
                                      <p:cBhvr override="childStyle">
                                        <p:cTn id="138" dur="500" fill="hold"/>
                                        <p:tgtEl>
                                          <p:spTgt spid="76"/>
                                        </p:tgtEl>
                                        <p:attrNameLst>
                                          <p:attrName>style.color</p:attrName>
                                        </p:attrNameLst>
                                      </p:cBhvr>
                                      <p:to>
                                        <a:schemeClr val="accent2"/>
                                      </p:to>
                                    </p:animClr>
                                    <p:animClr clrSpc="rgb" dir="cw">
                                      <p:cBhvr>
                                        <p:cTn id="139" dur="500" fill="hold"/>
                                        <p:tgtEl>
                                          <p:spTgt spid="76"/>
                                        </p:tgtEl>
                                        <p:attrNameLst>
                                          <p:attrName>fillcolor</p:attrName>
                                        </p:attrNameLst>
                                      </p:cBhvr>
                                      <p:to>
                                        <a:schemeClr val="accent2"/>
                                      </p:to>
                                    </p:animClr>
                                    <p:set>
                                      <p:cBhvr>
                                        <p:cTn id="140" dur="500" fill="hold"/>
                                        <p:tgtEl>
                                          <p:spTgt spid="76"/>
                                        </p:tgtEl>
                                        <p:attrNameLst>
                                          <p:attrName>fill.type</p:attrName>
                                        </p:attrNameLst>
                                      </p:cBhvr>
                                      <p:to>
                                        <p:strVal val="solid"/>
                                      </p:to>
                                    </p:set>
                                    <p:set>
                                      <p:cBhvr>
                                        <p:cTn id="141" dur="500" fill="hold"/>
                                        <p:tgtEl>
                                          <p:spTgt spid="76"/>
                                        </p:tgtEl>
                                        <p:attrNameLst>
                                          <p:attrName>fill.on</p:attrName>
                                        </p:attrNameLst>
                                      </p:cBhvr>
                                      <p:to>
                                        <p:strVal val="true"/>
                                      </p:to>
                                    </p:set>
                                  </p:childTnLst>
                                </p:cTn>
                              </p:par>
                            </p:childTnLst>
                          </p:cTn>
                        </p:par>
                      </p:childTnLst>
                    </p:cTn>
                  </p:par>
                  <p:par>
                    <p:cTn id="142" fill="hold">
                      <p:stCondLst>
                        <p:cond delay="indefinite"/>
                      </p:stCondLst>
                      <p:childTnLst>
                        <p:par>
                          <p:cTn id="143" fill="hold">
                            <p:stCondLst>
                              <p:cond delay="0"/>
                            </p:stCondLst>
                            <p:childTnLst>
                              <p:par>
                                <p:cTn id="144" presetID="19" presetClass="emph" presetSubtype="0" fill="hold" grpId="0" nodeType="clickEffect">
                                  <p:stCondLst>
                                    <p:cond delay="0"/>
                                  </p:stCondLst>
                                  <p:childTnLst>
                                    <p:animClr clrSpc="rgb" dir="cw">
                                      <p:cBhvr override="childStyle">
                                        <p:cTn id="145" dur="500" fill="hold"/>
                                        <p:tgtEl>
                                          <p:spTgt spid="79"/>
                                        </p:tgtEl>
                                        <p:attrNameLst>
                                          <p:attrName>style.color</p:attrName>
                                        </p:attrNameLst>
                                      </p:cBhvr>
                                      <p:to>
                                        <a:srgbClr val="FFFF00"/>
                                      </p:to>
                                    </p:animClr>
                                    <p:animClr clrSpc="rgb" dir="cw">
                                      <p:cBhvr>
                                        <p:cTn id="146" dur="500" fill="hold"/>
                                        <p:tgtEl>
                                          <p:spTgt spid="79"/>
                                        </p:tgtEl>
                                        <p:attrNameLst>
                                          <p:attrName>fillcolor</p:attrName>
                                        </p:attrNameLst>
                                      </p:cBhvr>
                                      <p:to>
                                        <a:srgbClr val="FFFF00"/>
                                      </p:to>
                                    </p:animClr>
                                    <p:set>
                                      <p:cBhvr>
                                        <p:cTn id="147" dur="500" fill="hold"/>
                                        <p:tgtEl>
                                          <p:spTgt spid="79"/>
                                        </p:tgtEl>
                                        <p:attrNameLst>
                                          <p:attrName>fill.type</p:attrName>
                                        </p:attrNameLst>
                                      </p:cBhvr>
                                      <p:to>
                                        <p:strVal val="solid"/>
                                      </p:to>
                                    </p:set>
                                    <p:set>
                                      <p:cBhvr>
                                        <p:cTn id="148" dur="500" fill="hold"/>
                                        <p:tgtEl>
                                          <p:spTgt spid="79"/>
                                        </p:tgtEl>
                                        <p:attrNameLst>
                                          <p:attrName>fill.on</p:attrName>
                                        </p:attrNameLst>
                                      </p:cBhvr>
                                      <p:to>
                                        <p:strVal val="true"/>
                                      </p:to>
                                    </p:set>
                                  </p:childTnLst>
                                </p:cTn>
                              </p:par>
                              <p:par>
                                <p:cTn id="149" presetID="1" presetClass="entr" presetSubtype="0" fill="hold" grpId="0" nodeType="withEffect">
                                  <p:stCondLst>
                                    <p:cond delay="0"/>
                                  </p:stCondLst>
                                  <p:childTnLst>
                                    <p:set>
                                      <p:cBhvr>
                                        <p:cTn id="150" dur="1" fill="hold">
                                          <p:stCondLst>
                                            <p:cond delay="0"/>
                                          </p:stCondLst>
                                        </p:cTn>
                                        <p:tgtEl>
                                          <p:spTgt spid="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9" presetClass="emph" presetSubtype="0" fill="hold" grpId="0" nodeType="clickEffect">
                                  <p:stCondLst>
                                    <p:cond delay="0"/>
                                  </p:stCondLst>
                                  <p:childTnLst>
                                    <p:animClr clrSpc="rgb" dir="cw">
                                      <p:cBhvr override="childStyle">
                                        <p:cTn id="154" dur="500" fill="hold"/>
                                        <p:tgtEl>
                                          <p:spTgt spid="78"/>
                                        </p:tgtEl>
                                        <p:attrNameLst>
                                          <p:attrName>style.color</p:attrName>
                                        </p:attrNameLst>
                                      </p:cBhvr>
                                      <p:to>
                                        <a:schemeClr val="accent2"/>
                                      </p:to>
                                    </p:animClr>
                                    <p:animClr clrSpc="rgb" dir="cw">
                                      <p:cBhvr>
                                        <p:cTn id="155" dur="500" fill="hold"/>
                                        <p:tgtEl>
                                          <p:spTgt spid="78"/>
                                        </p:tgtEl>
                                        <p:attrNameLst>
                                          <p:attrName>fillcolor</p:attrName>
                                        </p:attrNameLst>
                                      </p:cBhvr>
                                      <p:to>
                                        <a:schemeClr val="accent2"/>
                                      </p:to>
                                    </p:animClr>
                                    <p:set>
                                      <p:cBhvr>
                                        <p:cTn id="156" dur="500" fill="hold"/>
                                        <p:tgtEl>
                                          <p:spTgt spid="78"/>
                                        </p:tgtEl>
                                        <p:attrNameLst>
                                          <p:attrName>fill.type</p:attrName>
                                        </p:attrNameLst>
                                      </p:cBhvr>
                                      <p:to>
                                        <p:strVal val="solid"/>
                                      </p:to>
                                    </p:set>
                                    <p:set>
                                      <p:cBhvr>
                                        <p:cTn id="157" dur="500" fill="hold"/>
                                        <p:tgtEl>
                                          <p:spTgt spid="7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6" grpId="0" animBg="1"/>
      <p:bldP spid="38" grpId="0" animBg="1"/>
      <p:bldP spid="40" grpId="0" animBg="1"/>
      <p:bldP spid="44" grpId="0" animBg="1"/>
      <p:bldP spid="46" grpId="0" animBg="1"/>
      <p:bldP spid="56" grpId="0" animBg="1"/>
      <p:bldP spid="58" grpId="0" animBg="1"/>
      <p:bldP spid="59" grpId="0" animBg="1"/>
      <p:bldP spid="61" grpId="0" animBg="1"/>
      <p:bldP spid="63" grpId="0" animBg="1"/>
      <p:bldP spid="64" grpId="0" animBg="1"/>
      <p:bldP spid="67" grpId="0" animBg="1"/>
      <p:bldP spid="71" grpId="0" animBg="1"/>
      <p:bldP spid="73" grpId="0" animBg="1"/>
      <p:bldP spid="74" grpId="0" animBg="1"/>
      <p:bldP spid="76" grpId="0" animBg="1"/>
      <p:bldP spid="78" grpId="0" animBg="1"/>
      <p:bldP spid="79" grpId="0" animBg="1"/>
      <p:bldP spid="82" grpId="0" animBg="1"/>
      <p:bldP spid="84" grpId="0" animBg="1"/>
      <p:bldP spid="144" grpId="0"/>
      <p:bldP spid="69" grpId="0" animBg="1"/>
      <p:bldP spid="70" grpId="0" animBg="1"/>
      <p:bldP spid="86" grpId="0" animBg="1"/>
      <p:bldP spid="87" grpId="0" animBg="1"/>
      <p:bldP spid="88" grpId="0" animBg="1"/>
      <p:bldP spid="2" grpId="0" animBg="1"/>
      <p:bldP spid="3" grpId="0" animBg="1"/>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2</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32" name="Content Placeholder 2"/>
              <p:cNvSpPr txBox="1">
                <a:spLocks/>
              </p:cNvSpPr>
              <p:nvPr/>
            </p:nvSpPr>
            <p:spPr>
              <a:xfrm>
                <a:off x="131176" y="867840"/>
                <a:ext cx="12024000"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Prove mathematically that the domination number for</a:t>
                </a:r>
                <a14:m>
                  <m:oMath xmlns:m="http://schemas.openxmlformats.org/officeDocument/2006/math">
                    <m:r>
                      <a:rPr lang="en-US" sz="2800" b="1" i="1">
                        <a:solidFill>
                          <a:schemeClr val="bg1"/>
                        </a:solidFill>
                        <a:latin typeface="Cambria Math" panose="02040503050406030204" pitchFamily="18" charset="0"/>
                      </a:rPr>
                      <m:t> </m:t>
                    </m:r>
                    <m:sSub>
                      <m:sSubPr>
                        <m:ctrlPr>
                          <a:rPr lang="en-US" sz="2800" b="1" i="1">
                            <a:solidFill>
                              <a:schemeClr val="bg1"/>
                            </a:solidFill>
                            <a:latin typeface="Cambria Math" panose="02040503050406030204" pitchFamily="18" charset="0"/>
                          </a:rPr>
                        </m:ctrlPr>
                      </m:sSubPr>
                      <m:e>
                        <m:r>
                          <a:rPr lang="en-US" sz="2800" b="1" i="1">
                            <a:solidFill>
                              <a:schemeClr val="bg1"/>
                            </a:solidFill>
                            <a:latin typeface="Cambria Math" panose="02040503050406030204" pitchFamily="18" charset="0"/>
                          </a:rPr>
                          <m:t>𝐊</m:t>
                        </m:r>
                      </m:e>
                      <m:sub>
                        <m:r>
                          <a:rPr lang="en-US" sz="2800" b="1" i="1">
                            <a:solidFill>
                              <a:schemeClr val="bg1"/>
                            </a:solidFill>
                            <a:latin typeface="Cambria Math" panose="02040503050406030204" pitchFamily="18" charset="0"/>
                          </a:rPr>
                          <m:t>𝐧</m:t>
                        </m:r>
                      </m:sub>
                    </m:sSub>
                  </m:oMath>
                </a14:m>
                <a:r>
                  <a:rPr lang="en-US" sz="2800" b="1" dirty="0">
                    <a:solidFill>
                      <a:schemeClr val="bg1"/>
                    </a:solidFill>
                  </a:rPr>
                  <a:t> and</a:t>
                </a:r>
                <a14:m>
                  <m:oMath xmlns:m="http://schemas.openxmlformats.org/officeDocument/2006/math">
                    <m:r>
                      <a:rPr lang="en-US" sz="2800" b="1" i="1">
                        <a:solidFill>
                          <a:schemeClr val="bg1"/>
                        </a:solidFill>
                        <a:latin typeface="Cambria Math" panose="02040503050406030204" pitchFamily="18" charset="0"/>
                      </a:rPr>
                      <m:t> </m:t>
                    </m:r>
                    <m:sSub>
                      <m:sSubPr>
                        <m:ctrlPr>
                          <a:rPr lang="en-US" sz="2800" b="1" i="1">
                            <a:solidFill>
                              <a:schemeClr val="bg1"/>
                            </a:solidFill>
                            <a:latin typeface="Cambria Math" panose="02040503050406030204" pitchFamily="18" charset="0"/>
                          </a:rPr>
                        </m:ctrlPr>
                      </m:sSubPr>
                      <m:e>
                        <m:r>
                          <a:rPr lang="en-US" sz="2800" b="1" i="1">
                            <a:solidFill>
                              <a:schemeClr val="bg1"/>
                            </a:solidFill>
                            <a:latin typeface="Cambria Math" panose="02040503050406030204" pitchFamily="18" charset="0"/>
                          </a:rPr>
                          <m:t>𝐒</m:t>
                        </m:r>
                      </m:e>
                      <m:sub>
                        <m:r>
                          <a:rPr lang="en-US" sz="2800" b="1" i="1">
                            <a:solidFill>
                              <a:schemeClr val="bg1"/>
                            </a:solidFill>
                            <a:latin typeface="Cambria Math" panose="02040503050406030204" pitchFamily="18" charset="0"/>
                          </a:rPr>
                          <m:t>𝐧</m:t>
                        </m:r>
                      </m:sub>
                    </m:sSub>
                  </m:oMath>
                </a14:m>
                <a:r>
                  <a:rPr lang="en-US" sz="2800" b="1" dirty="0">
                    <a:solidFill>
                      <a:schemeClr val="bg1"/>
                    </a:solidFill>
                  </a:rPr>
                  <a:t> are 1.</a:t>
                </a:r>
                <a:endParaRPr lang="en-US" sz="2800" dirty="0">
                  <a:solidFill>
                    <a:schemeClr val="bg1"/>
                  </a:solidFill>
                </a:endParaRPr>
              </a:p>
              <a:p>
                <a:endParaRPr lang="en-US" sz="2800" dirty="0">
                  <a:solidFill>
                    <a:schemeClr val="bg1"/>
                  </a:solidFill>
                </a:endParaRPr>
              </a:p>
            </p:txBody>
          </p:sp>
        </mc:Choice>
        <mc:Fallback xmlns="">
          <p:sp>
            <p:nvSpPr>
              <p:cNvPr id="32" name="Content Placeholder 2"/>
              <p:cNvSpPr txBox="1">
                <a:spLocks noRot="1" noChangeAspect="1" noMove="1" noResize="1" noEditPoints="1" noAdjustHandles="1" noChangeArrowheads="1" noChangeShapeType="1" noTextEdit="1"/>
              </p:cNvSpPr>
              <p:nvPr/>
            </p:nvSpPr>
            <p:spPr>
              <a:xfrm>
                <a:off x="131176" y="867840"/>
                <a:ext cx="12024000" cy="569642"/>
              </a:xfrm>
              <a:prstGeom prst="rect">
                <a:avLst/>
              </a:prstGeom>
              <a:blipFill rotWithShape="0">
                <a:blip r:embed="rId2"/>
                <a:stretch>
                  <a:fillRect l="-1065" t="-10638" b="-2021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2085154"/>
                <a:ext cx="11929641" cy="4368855"/>
              </a:xfrm>
            </p:spPr>
            <p:txBody>
              <a:bodyPr/>
              <a:lstStyle/>
              <a:p>
                <a:r>
                  <a:rPr lang="en-US" dirty="0"/>
                  <a:t>As per known remarks,</a:t>
                </a:r>
              </a:p>
              <a:p>
                <a:pPr lvl="0"/>
                <a:r>
                  <a:rPr lang="en-US" dirty="0"/>
                  <a:t>Here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K</m:t>
                        </m:r>
                      </m:e>
                      <m:sub>
                        <m:r>
                          <m:rPr>
                            <m:sty m:val="p"/>
                          </m:rPr>
                          <a:rPr lang="en-US" b="0" i="0" smtClean="0">
                            <a:latin typeface="Cambria Math" panose="02040503050406030204" pitchFamily="18" charset="0"/>
                          </a:rPr>
                          <m:t>n</m:t>
                        </m:r>
                      </m:sub>
                    </m:sSub>
                    <m:r>
                      <a:rPr lang="en-US" b="0" i="0" smtClean="0">
                        <a:latin typeface="Cambria Math" panose="02040503050406030204" pitchFamily="18" charset="0"/>
                      </a:rPr>
                      <m:t> </m:t>
                    </m:r>
                    <m:r>
                      <m:rPr>
                        <m:sty m:val="p"/>
                      </m:rPr>
                      <a:rPr lang="en-US" b="0" i="0" smtClean="0">
                        <a:latin typeface="Cambria Math" panose="02040503050406030204" pitchFamily="18" charset="0"/>
                      </a:rPr>
                      <m:t>and</m:t>
                    </m:r>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S</m:t>
                        </m:r>
                      </m:e>
                      <m:sub>
                        <m:r>
                          <m:rPr>
                            <m:sty m:val="p"/>
                          </m:rPr>
                          <a:rPr lang="en-US" b="0" i="0" smtClean="0">
                            <a:latin typeface="Cambria Math" panose="02040503050406030204" pitchFamily="18" charset="0"/>
                          </a:rPr>
                          <m:t>n</m:t>
                        </m:r>
                      </m:sub>
                    </m:sSub>
                  </m:oMath>
                </a14:m>
                <a:r>
                  <a:rPr lang="en-US" dirty="0"/>
                  <a:t> is a graph of order</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n</m:t>
                    </m:r>
                  </m:oMath>
                </a14:m>
                <a:r>
                  <a:rPr lang="en-US" dirty="0"/>
                  <a:t> and </a:t>
                </a:r>
                <a14:m>
                  <m:oMath xmlns:m="http://schemas.openxmlformats.org/officeDocument/2006/math">
                    <m:r>
                      <m:rPr>
                        <m:sty m:val="p"/>
                      </m:rPr>
                      <a:rPr lang="en-US" i="0" dirty="0" smtClean="0">
                        <a:latin typeface="Cambria Math" panose="02040503050406030204" pitchFamily="18" charset="0"/>
                      </a:rPr>
                      <m:t>Δ</m:t>
                    </m:r>
                    <m:d>
                      <m:dPr>
                        <m:ctrlPr>
                          <a:rPr lang="en-US" i="1" dirty="0">
                            <a:latin typeface="Cambria Math" panose="02040503050406030204" pitchFamily="18" charset="0"/>
                          </a:rPr>
                        </m:ctrlPr>
                      </m:dPr>
                      <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K</m:t>
                            </m:r>
                          </m:e>
                          <m:sub>
                            <m:r>
                              <m:rPr>
                                <m:sty m:val="p"/>
                              </m:rPr>
                              <a:rPr lang="en-US" b="0" i="0" dirty="0" smtClean="0">
                                <a:latin typeface="Cambria Math" panose="02040503050406030204" pitchFamily="18" charset="0"/>
                              </a:rPr>
                              <m:t>n</m:t>
                            </m:r>
                          </m:sub>
                        </m:sSub>
                      </m:e>
                    </m:d>
                    <m:r>
                      <a:rPr lang="en-US" b="0" i="0" dirty="0" smtClean="0">
                        <a:latin typeface="Cambria Math" panose="02040503050406030204" pitchFamily="18" charset="0"/>
                      </a:rPr>
                      <m:t>=</m:t>
                    </m:r>
                    <m:r>
                      <m:rPr>
                        <m:sty m:val="p"/>
                      </m:rPr>
                      <a:rPr lang="en-US" b="0" i="0" dirty="0" smtClean="0">
                        <a:latin typeface="Cambria Math" panose="02040503050406030204" pitchFamily="18" charset="0"/>
                      </a:rPr>
                      <m:t>n</m:t>
                    </m:r>
                    <m:r>
                      <a:rPr lang="en-US" b="0" i="0" dirty="0" smtClean="0">
                        <a:latin typeface="Cambria Math" panose="02040503050406030204" pitchFamily="18" charset="0"/>
                      </a:rPr>
                      <m:t>−1=</m:t>
                    </m:r>
                    <m:r>
                      <m:rPr>
                        <m:sty m:val="p"/>
                      </m:rPr>
                      <a:rPr lang="en-US" b="0" i="0" dirty="0" smtClean="0">
                        <a:latin typeface="Cambria Math" panose="02040503050406030204" pitchFamily="18" charset="0"/>
                      </a:rPr>
                      <m:t>Δ</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S</m:t>
                            </m:r>
                          </m:e>
                          <m:sub>
                            <m:r>
                              <m:rPr>
                                <m:sty m:val="p"/>
                              </m:rPr>
                              <a:rPr lang="en-US" b="0" i="0" dirty="0" smtClean="0">
                                <a:latin typeface="Cambria Math" panose="02040503050406030204" pitchFamily="18" charset="0"/>
                              </a:rPr>
                              <m:t>n</m:t>
                            </m:r>
                          </m:sub>
                        </m:sSub>
                      </m:e>
                    </m:d>
                  </m:oMath>
                </a14:m>
                <a:r>
                  <a:rPr lang="en-US" dirty="0"/>
                  <a:t> is maximum degree of graph,</a:t>
                </a:r>
              </a:p>
              <a:p>
                <a:pPr lvl="0"/>
                <a14:m>
                  <m:oMath xmlns:m="http://schemas.openxmlformats.org/officeDocument/2006/math">
                    <m:f>
                      <m:fPr>
                        <m:ctrlPr>
                          <a:rPr lang="en-US" i="1">
                            <a:latin typeface="Cambria Math" panose="02040503050406030204" pitchFamily="18" charset="0"/>
                          </a:rPr>
                        </m:ctrlPr>
                      </m:fPr>
                      <m:num>
                        <m:r>
                          <m:rPr>
                            <m:sty m:val="p"/>
                          </m:rPr>
                          <a:rPr lang="en-US" i="0">
                            <a:latin typeface="Cambria Math" panose="02040503050406030204" pitchFamily="18" charset="0"/>
                          </a:rPr>
                          <m:t>n</m:t>
                        </m:r>
                      </m:num>
                      <m:den>
                        <m:r>
                          <a:rPr lang="en-US" i="0">
                            <a:latin typeface="Cambria Math" panose="02040503050406030204" pitchFamily="18" charset="0"/>
                          </a:rPr>
                          <m:t>1+</m:t>
                        </m:r>
                        <m:r>
                          <m:rPr>
                            <m:sty m:val="p"/>
                          </m:rPr>
                          <a:rPr lang="en-US" b="0" i="0" smtClean="0">
                            <a:latin typeface="Cambria Math" panose="02040503050406030204" pitchFamily="18" charset="0"/>
                          </a:rPr>
                          <m:t>n</m:t>
                        </m:r>
                        <m:r>
                          <a:rPr lang="en-US" b="0" i="0" smtClean="0">
                            <a:latin typeface="Cambria Math" panose="02040503050406030204" pitchFamily="18" charset="0"/>
                          </a:rPr>
                          <m:t>−1</m:t>
                        </m:r>
                      </m:den>
                    </m:f>
                    <m:r>
                      <a:rPr lang="en-US" i="0">
                        <a:latin typeface="Cambria Math" panose="02040503050406030204" pitchFamily="18" charset="0"/>
                      </a:rPr>
                      <m:t>≤</m:t>
                    </m:r>
                    <m:r>
                      <m:rPr>
                        <m:sty m:val="p"/>
                      </m:rPr>
                      <a:rPr lang="en-US" i="0">
                        <a:latin typeface="Cambria Math" panose="02040503050406030204" pitchFamily="18" charset="0"/>
                      </a:rPr>
                      <m:t>γ</m:t>
                    </m:r>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K</m:t>
                            </m:r>
                          </m:e>
                          <m:sub>
                            <m:r>
                              <m:rPr>
                                <m:sty m:val="p"/>
                              </m:rPr>
                              <a:rPr lang="en-US" b="0" i="0" smtClean="0">
                                <a:latin typeface="Cambria Math" panose="02040503050406030204" pitchFamily="18" charset="0"/>
                              </a:rPr>
                              <m:t>n</m:t>
                            </m:r>
                          </m:sub>
                        </m:sSub>
                      </m:e>
                    </m:d>
                    <m:r>
                      <a:rPr lang="en-US" b="0" i="0" smtClean="0">
                        <a:latin typeface="Cambria Math" panose="02040503050406030204" pitchFamily="18" charset="0"/>
                      </a:rPr>
                      <m:t>=</m:t>
                    </m:r>
                    <m:r>
                      <m:rPr>
                        <m:sty m:val="p"/>
                      </m:rPr>
                      <a:rPr lang="en-US" b="0" i="0" smtClean="0">
                        <a:latin typeface="Cambria Math" panose="02040503050406030204" pitchFamily="18" charset="0"/>
                      </a:rPr>
                      <m:t>γ</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S</m:t>
                            </m:r>
                          </m:e>
                          <m:sub>
                            <m:r>
                              <m:rPr>
                                <m:sty m:val="p"/>
                              </m:rPr>
                              <a:rPr lang="en-US" b="0" i="0" smtClean="0">
                                <a:latin typeface="Cambria Math" panose="02040503050406030204" pitchFamily="18" charset="0"/>
                              </a:rPr>
                              <m:t>n</m:t>
                            </m:r>
                          </m:sub>
                        </m:sSub>
                      </m:e>
                    </m:d>
                    <m:r>
                      <a:rPr lang="en-US" i="0">
                        <a:latin typeface="Cambria Math" panose="02040503050406030204" pitchFamily="18" charset="0"/>
                      </a:rPr>
                      <m:t>≤</m:t>
                    </m:r>
                    <m:r>
                      <m:rPr>
                        <m:sty m:val="p"/>
                      </m:rPr>
                      <a:rPr lang="en-US" i="0">
                        <a:latin typeface="Cambria Math" panose="02040503050406030204" pitchFamily="18" charset="0"/>
                      </a:rPr>
                      <m:t>n</m:t>
                    </m:r>
                    <m:r>
                      <a:rPr lang="en-US" i="0">
                        <a:latin typeface="Cambria Math" panose="02040503050406030204" pitchFamily="18" charset="0"/>
                      </a:rPr>
                      <m:t>−</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n</m:t>
                        </m:r>
                        <m:r>
                          <a:rPr lang="en-US" b="0" i="0" smtClean="0">
                            <a:latin typeface="Cambria Math" panose="02040503050406030204" pitchFamily="18" charset="0"/>
                          </a:rPr>
                          <m:t>−1</m:t>
                        </m:r>
                      </m:e>
                    </m:d>
                  </m:oMath>
                </a14:m>
                <a:r>
                  <a:rPr lang="en-US" dirty="0"/>
                  <a:t>.</a:t>
                </a:r>
              </a:p>
              <a:p>
                <a:pPr lvl="0"/>
                <a14:m>
                  <m:oMath xmlns:m="http://schemas.openxmlformats.org/officeDocument/2006/math">
                    <m:r>
                      <a:rPr lang="en-US" b="0" i="0" smtClean="0">
                        <a:latin typeface="Cambria Math" panose="02040503050406030204" pitchFamily="18" charset="0"/>
                      </a:rPr>
                      <m:t>1≤</m:t>
                    </m:r>
                    <m:r>
                      <m:rPr>
                        <m:sty m:val="p"/>
                      </m:rPr>
                      <a:rPr lang="en-US" b="0" i="0" smtClean="0">
                        <a:latin typeface="Cambria Math" panose="02040503050406030204" pitchFamily="18" charset="0"/>
                      </a:rPr>
                      <m:t>γ</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G</m:t>
                        </m:r>
                      </m:e>
                    </m:d>
                    <m:r>
                      <a:rPr lang="en-US" b="0" i="0" smtClean="0">
                        <a:latin typeface="Cambria Math" panose="02040503050406030204" pitchFamily="18" charset="0"/>
                      </a:rPr>
                      <m:t>≤1</m:t>
                    </m:r>
                  </m:oMath>
                </a14:m>
                <a:r>
                  <a:rPr lang="en-US" dirty="0"/>
                  <a:t>.</a:t>
                </a:r>
              </a:p>
              <a:p>
                <a:pPr lvl="0"/>
                <a14:m>
                  <m:oMath xmlns:m="http://schemas.openxmlformats.org/officeDocument/2006/math">
                    <m:r>
                      <m:rPr>
                        <m:sty m:val="p"/>
                      </m:rPr>
                      <a:rPr lang="en-US" i="0" dirty="0" smtClean="0">
                        <a:latin typeface="Cambria Math" panose="02040503050406030204" pitchFamily="18" charset="0"/>
                      </a:rPr>
                      <m:t>γ</m:t>
                    </m:r>
                    <m:d>
                      <m:dPr>
                        <m:ctrlPr>
                          <a:rPr lang="en-US" b="0" i="1" dirty="0" smtClean="0">
                            <a:latin typeface="Cambria Math" panose="02040503050406030204" pitchFamily="18" charset="0"/>
                          </a:rPr>
                        </m:ctrlPr>
                      </m:dPr>
                      <m:e>
                        <m:r>
                          <m:rPr>
                            <m:sty m:val="p"/>
                          </m:rPr>
                          <a:rPr lang="en-US" b="0" i="0" dirty="0" smtClean="0">
                            <a:latin typeface="Cambria Math" panose="02040503050406030204" pitchFamily="18" charset="0"/>
                          </a:rPr>
                          <m:t>G</m:t>
                        </m:r>
                      </m:e>
                    </m:d>
                    <m:r>
                      <a:rPr lang="en-US" b="0" i="0" dirty="0" smtClean="0">
                        <a:latin typeface="Cambria Math" panose="02040503050406030204" pitchFamily="18" charset="0"/>
                      </a:rPr>
                      <m:t>=1</m:t>
                    </m:r>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2085154"/>
                <a:ext cx="11929641" cy="4368855"/>
              </a:xfrm>
              <a:blipFill rotWithShape="0">
                <a:blip r:embed="rId3"/>
                <a:stretch>
                  <a:fillRect l="-971" t="-2371" r="-10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1538514" y="5274000"/>
                <a:ext cx="8889676" cy="993862"/>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pPr lvl="0" algn="ctr"/>
                <a:r>
                  <a:rPr lang="en-US" sz="2400" dirty="0"/>
                  <a:t>If</a:t>
                </a:r>
                <a14:m>
                  <m:oMath xmlns:m="http://schemas.openxmlformats.org/officeDocument/2006/math">
                    <m:r>
                      <a:rPr lang="en-US" sz="2400">
                        <a:latin typeface="Cambria Math" panose="02040503050406030204" pitchFamily="18" charset="0"/>
                      </a:rPr>
                      <m:t> </m:t>
                    </m:r>
                    <m:r>
                      <m:rPr>
                        <m:sty m:val="p"/>
                      </m:rPr>
                      <a:rPr lang="en-US" sz="2400">
                        <a:latin typeface="Cambria Math" panose="02040503050406030204" pitchFamily="18" charset="0"/>
                      </a:rPr>
                      <m:t>G</m:t>
                    </m:r>
                  </m:oMath>
                </a14:m>
                <a:r>
                  <a:rPr lang="en-US" sz="2400" dirty="0"/>
                  <a:t> is a graph of order</a:t>
                </a:r>
                <a14:m>
                  <m:oMath xmlns:m="http://schemas.openxmlformats.org/officeDocument/2006/math">
                    <m:r>
                      <a:rPr lang="en-US" sz="2400">
                        <a:latin typeface="Cambria Math" panose="02040503050406030204" pitchFamily="18" charset="0"/>
                      </a:rPr>
                      <m:t> </m:t>
                    </m:r>
                    <m:r>
                      <m:rPr>
                        <m:sty m:val="p"/>
                      </m:rPr>
                      <a:rPr lang="en-US" sz="2400">
                        <a:latin typeface="Cambria Math" panose="02040503050406030204" pitchFamily="18" charset="0"/>
                      </a:rPr>
                      <m:t>n</m:t>
                    </m:r>
                  </m:oMath>
                </a14:m>
                <a:r>
                  <a:rPr lang="en-US" sz="2400" dirty="0"/>
                  <a:t> and </a:t>
                </a:r>
                <a14:m>
                  <m:oMath xmlns:m="http://schemas.openxmlformats.org/officeDocument/2006/math">
                    <m:r>
                      <m:rPr>
                        <m:sty m:val="p"/>
                      </m:rPr>
                      <a:rPr lang="en-US" sz="2400" dirty="0">
                        <a:latin typeface="Cambria Math" panose="02040503050406030204" pitchFamily="18" charset="0"/>
                      </a:rPr>
                      <m:t>Δ</m:t>
                    </m:r>
                    <m:d>
                      <m:dPr>
                        <m:ctrlPr>
                          <a:rPr lang="en-US" sz="2400" i="1" dirty="0">
                            <a:latin typeface="Cambria Math" panose="02040503050406030204" pitchFamily="18" charset="0"/>
                          </a:rPr>
                        </m:ctrlPr>
                      </m:dPr>
                      <m:e>
                        <m:r>
                          <m:rPr>
                            <m:sty m:val="p"/>
                          </m:rPr>
                          <a:rPr lang="en-US" sz="2400" dirty="0">
                            <a:latin typeface="Cambria Math" panose="02040503050406030204" pitchFamily="18" charset="0"/>
                          </a:rPr>
                          <m:t>G</m:t>
                        </m:r>
                      </m:e>
                    </m:d>
                  </m:oMath>
                </a14:m>
                <a:r>
                  <a:rPr lang="en-US" sz="2400" dirty="0"/>
                  <a:t> is maximum degree of graph, then</a:t>
                </a:r>
              </a:p>
              <a:p>
                <a:pPr lvl="0" algn="ctr"/>
                <a14:m>
                  <m:oMath xmlns:m="http://schemas.openxmlformats.org/officeDocument/2006/math">
                    <m:r>
                      <a:rPr lang="en-US" sz="2400">
                        <a:latin typeface="Cambria Math" panose="02040503050406030204" pitchFamily="18" charset="0"/>
                      </a:rPr>
                      <m:t>   </m:t>
                    </m:r>
                    <m:f>
                      <m:fPr>
                        <m:ctrlPr>
                          <a:rPr lang="en-US" sz="2400" i="1">
                            <a:latin typeface="Cambria Math" panose="02040503050406030204" pitchFamily="18" charset="0"/>
                          </a:rPr>
                        </m:ctrlPr>
                      </m:fPr>
                      <m:num>
                        <m:r>
                          <m:rPr>
                            <m:sty m:val="p"/>
                          </m:rPr>
                          <a:rPr lang="en-US" sz="2400">
                            <a:latin typeface="Cambria Math" panose="02040503050406030204" pitchFamily="18" charset="0"/>
                          </a:rPr>
                          <m:t>n</m:t>
                        </m:r>
                      </m:num>
                      <m:den>
                        <m:r>
                          <a:rPr lang="en-US" sz="2400">
                            <a:latin typeface="Cambria Math" panose="02040503050406030204" pitchFamily="18" charset="0"/>
                          </a:rPr>
                          <m:t>1+</m:t>
                        </m:r>
                        <m:r>
                          <m:rPr>
                            <m:sty m:val="p"/>
                          </m:rPr>
                          <a:rPr lang="en-US" sz="2400">
                            <a:latin typeface="Cambria Math" panose="02040503050406030204" pitchFamily="18" charset="0"/>
                          </a:rPr>
                          <m:t>Δ</m:t>
                        </m:r>
                        <m:d>
                          <m:dPr>
                            <m:ctrlPr>
                              <a:rPr lang="en-US" sz="2400" i="1">
                                <a:latin typeface="Cambria Math" panose="02040503050406030204" pitchFamily="18" charset="0"/>
                              </a:rPr>
                            </m:ctrlPr>
                          </m:dPr>
                          <m:e>
                            <m:r>
                              <m:rPr>
                                <m:sty m:val="p"/>
                              </m:rPr>
                              <a:rPr lang="en-US" sz="2400">
                                <a:latin typeface="Cambria Math" panose="02040503050406030204" pitchFamily="18" charset="0"/>
                              </a:rPr>
                              <m:t>G</m:t>
                            </m:r>
                          </m:e>
                        </m:d>
                      </m:den>
                    </m:f>
                    <m:r>
                      <a:rPr lang="en-US" sz="2400">
                        <a:latin typeface="Cambria Math" panose="02040503050406030204" pitchFamily="18" charset="0"/>
                      </a:rPr>
                      <m:t>≤</m:t>
                    </m:r>
                    <m:r>
                      <m:rPr>
                        <m:sty m:val="p"/>
                      </m:rPr>
                      <a:rPr lang="en-US" sz="2400">
                        <a:latin typeface="Cambria Math" panose="02040503050406030204" pitchFamily="18" charset="0"/>
                      </a:rPr>
                      <m:t>γ</m:t>
                    </m:r>
                    <m:d>
                      <m:dPr>
                        <m:ctrlPr>
                          <a:rPr lang="en-US" sz="2400" i="1">
                            <a:latin typeface="Cambria Math" panose="02040503050406030204" pitchFamily="18" charset="0"/>
                          </a:rPr>
                        </m:ctrlPr>
                      </m:dPr>
                      <m:e>
                        <m:r>
                          <m:rPr>
                            <m:sty m:val="p"/>
                          </m:rPr>
                          <a:rPr lang="en-US" sz="2400">
                            <a:latin typeface="Cambria Math" panose="02040503050406030204" pitchFamily="18" charset="0"/>
                          </a:rPr>
                          <m:t>G</m:t>
                        </m:r>
                      </m:e>
                    </m:d>
                    <m:r>
                      <a:rPr lang="en-US" sz="2400">
                        <a:latin typeface="Cambria Math" panose="02040503050406030204" pitchFamily="18" charset="0"/>
                      </a:rPr>
                      <m:t>≤</m:t>
                    </m:r>
                    <m:r>
                      <m:rPr>
                        <m:sty m:val="p"/>
                      </m:rPr>
                      <a:rPr lang="en-US" sz="2400">
                        <a:latin typeface="Cambria Math" panose="02040503050406030204" pitchFamily="18" charset="0"/>
                      </a:rPr>
                      <m:t>n</m:t>
                    </m:r>
                    <m:r>
                      <a:rPr lang="en-US" sz="2400" i="1">
                        <a:latin typeface="Cambria Math" panose="02040503050406030204" pitchFamily="18" charset="0"/>
                      </a:rPr>
                      <m:t>−</m:t>
                    </m:r>
                    <m:r>
                      <m:rPr>
                        <m:sty m:val="p"/>
                      </m:rPr>
                      <a:rPr lang="en-US" sz="2400">
                        <a:latin typeface="Cambria Math" panose="02040503050406030204" pitchFamily="18" charset="0"/>
                      </a:rPr>
                      <m:t>Δ</m:t>
                    </m:r>
                    <m:d>
                      <m:dPr>
                        <m:ctrlPr>
                          <a:rPr lang="en-US" sz="2400" i="1">
                            <a:latin typeface="Cambria Math" panose="02040503050406030204" pitchFamily="18" charset="0"/>
                          </a:rPr>
                        </m:ctrlPr>
                      </m:dPr>
                      <m:e>
                        <m:r>
                          <m:rPr>
                            <m:sty m:val="p"/>
                          </m:rPr>
                          <a:rPr lang="en-US" sz="2400">
                            <a:latin typeface="Cambria Math" panose="02040503050406030204" pitchFamily="18" charset="0"/>
                          </a:rPr>
                          <m:t>G</m:t>
                        </m:r>
                      </m:e>
                    </m:d>
                  </m:oMath>
                </a14:m>
                <a:r>
                  <a:rPr lang="en-US" sz="2400" dirty="0"/>
                  <a:t>.</a:t>
                </a:r>
              </a:p>
            </p:txBody>
          </p:sp>
        </mc:Choice>
        <mc:Fallback xmlns="">
          <p:sp>
            <p:nvSpPr>
              <p:cNvPr id="2" name="Rectangle 1"/>
              <p:cNvSpPr>
                <a:spLocks noRot="1" noChangeAspect="1" noMove="1" noResize="1" noEditPoints="1" noAdjustHandles="1" noChangeArrowheads="1" noChangeShapeType="1" noTextEdit="1"/>
              </p:cNvSpPr>
              <p:nvPr/>
            </p:nvSpPr>
            <p:spPr>
              <a:xfrm>
                <a:off x="1538514" y="5274000"/>
                <a:ext cx="8889676" cy="993862"/>
              </a:xfrm>
              <a:prstGeom prst="rect">
                <a:avLst/>
              </a:prstGeom>
              <a:blipFill rotWithShape="0">
                <a:blip r:embed="rId4"/>
                <a:stretch>
                  <a:fillRect t="-3636" b="-1212"/>
                </a:stretch>
              </a:blipFill>
            </p:spPr>
            <p:txBody>
              <a:bodyPr/>
              <a:lstStyle/>
              <a:p>
                <a:r>
                  <a:rPr lang="en-US">
                    <a:noFill/>
                  </a:rPr>
                  <a:t> </a:t>
                </a:r>
              </a:p>
            </p:txBody>
          </p:sp>
        </mc:Fallback>
      </mc:AlternateContent>
    </p:spTree>
    <p:extLst>
      <p:ext uri="{BB962C8B-B14F-4D97-AF65-F5344CB8AC3E}">
        <p14:creationId xmlns:p14="http://schemas.microsoft.com/office/powerpoint/2010/main" val="1170917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BDD11F87-DA81-9510-C1CB-0AF4093562CB}"/>
              </a:ext>
            </a:extLst>
          </p:cNvPr>
          <p:cNvSpPr/>
          <p:nvPr/>
        </p:nvSpPr>
        <p:spPr>
          <a:xfrm rot="5400000">
            <a:off x="7414450" y="260819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 name="Straight Connector 5">
            <a:extLst>
              <a:ext uri="{FF2B5EF4-FFF2-40B4-BE49-F238E27FC236}">
                <a16:creationId xmlns:a16="http://schemas.microsoft.com/office/drawing/2014/main" id="{6205DD86-315C-53B6-CEEF-A9919650168E}"/>
              </a:ext>
            </a:extLst>
          </p:cNvPr>
          <p:cNvCxnSpPr>
            <a:cxnSpLocks/>
            <a:stCxn id="15" idx="2"/>
            <a:endCxn id="10" idx="6"/>
          </p:cNvCxnSpPr>
          <p:nvPr/>
        </p:nvCxnSpPr>
        <p:spPr>
          <a:xfrm flipV="1">
            <a:off x="5336801" y="3888580"/>
            <a:ext cx="5983" cy="106761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BDD11F87-DA81-9510-C1CB-0AF4093562CB}"/>
              </a:ext>
            </a:extLst>
          </p:cNvPr>
          <p:cNvSpPr/>
          <p:nvPr/>
        </p:nvSpPr>
        <p:spPr>
          <a:xfrm rot="5400000">
            <a:off x="3141304" y="260801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7414628" y="49495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5272221" y="374601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DD11F87-DA81-9510-C1CB-0AF4093562CB}"/>
              </a:ext>
            </a:extLst>
          </p:cNvPr>
          <p:cNvSpPr/>
          <p:nvPr/>
        </p:nvSpPr>
        <p:spPr>
          <a:xfrm rot="5400000">
            <a:off x="3141483" y="374601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Oval 11">
            <a:extLst>
              <a:ext uri="{FF2B5EF4-FFF2-40B4-BE49-F238E27FC236}">
                <a16:creationId xmlns:a16="http://schemas.microsoft.com/office/drawing/2014/main" id="{BDD11F87-DA81-9510-C1CB-0AF4093562CB}"/>
              </a:ext>
            </a:extLst>
          </p:cNvPr>
          <p:cNvSpPr/>
          <p:nvPr/>
        </p:nvSpPr>
        <p:spPr>
          <a:xfrm rot="5400000">
            <a:off x="7414450" y="374544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BDD11F87-DA81-9510-C1CB-0AF4093562CB}"/>
              </a:ext>
            </a:extLst>
          </p:cNvPr>
          <p:cNvSpPr/>
          <p:nvPr/>
        </p:nvSpPr>
        <p:spPr>
          <a:xfrm rot="5400000">
            <a:off x="5285100" y="260801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3141483" y="494316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5266238" y="495475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9" name="Straight Connector 18">
            <a:extLst>
              <a:ext uri="{FF2B5EF4-FFF2-40B4-BE49-F238E27FC236}">
                <a16:creationId xmlns:a16="http://schemas.microsoft.com/office/drawing/2014/main" id="{6205DD86-315C-53B6-CEEF-A9919650168E}"/>
              </a:ext>
            </a:extLst>
          </p:cNvPr>
          <p:cNvCxnSpPr>
            <a:cxnSpLocks/>
            <a:stCxn id="5" idx="4"/>
            <a:endCxn id="13" idx="0"/>
          </p:cNvCxnSpPr>
          <p:nvPr/>
        </p:nvCxnSpPr>
        <p:spPr>
          <a:xfrm flipH="1" flipV="1">
            <a:off x="5427663" y="2680019"/>
            <a:ext cx="1985350" cy="1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6205DD86-315C-53B6-CEEF-A9919650168E}"/>
              </a:ext>
            </a:extLst>
          </p:cNvPr>
          <p:cNvCxnSpPr>
            <a:cxnSpLocks/>
            <a:stCxn id="10" idx="4"/>
            <a:endCxn id="11" idx="0"/>
          </p:cNvCxnSpPr>
          <p:nvPr/>
        </p:nvCxnSpPr>
        <p:spPr>
          <a:xfrm flipH="1">
            <a:off x="3284046" y="3818017"/>
            <a:ext cx="1986738"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13" idx="4"/>
            <a:endCxn id="7" idx="0"/>
          </p:cNvCxnSpPr>
          <p:nvPr/>
        </p:nvCxnSpPr>
        <p:spPr>
          <a:xfrm flipH="1">
            <a:off x="3283867" y="2680019"/>
            <a:ext cx="199979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8" idx="4"/>
            <a:endCxn id="15" idx="0"/>
          </p:cNvCxnSpPr>
          <p:nvPr/>
        </p:nvCxnSpPr>
        <p:spPr>
          <a:xfrm flipH="1">
            <a:off x="5408801" y="5021512"/>
            <a:ext cx="2004390" cy="52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15" idx="4"/>
            <a:endCxn id="14" idx="0"/>
          </p:cNvCxnSpPr>
          <p:nvPr/>
        </p:nvCxnSpPr>
        <p:spPr>
          <a:xfrm flipH="1" flipV="1">
            <a:off x="3284046" y="5015162"/>
            <a:ext cx="1980755" cy="1159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11" idx="2"/>
            <a:endCxn id="7" idx="6"/>
          </p:cNvCxnSpPr>
          <p:nvPr/>
        </p:nvCxnSpPr>
        <p:spPr>
          <a:xfrm flipH="1" flipV="1">
            <a:off x="3211867" y="2750582"/>
            <a:ext cx="179" cy="9968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a:extLst>
              <a:ext uri="{FF2B5EF4-FFF2-40B4-BE49-F238E27FC236}">
                <a16:creationId xmlns:a16="http://schemas.microsoft.com/office/drawing/2014/main" id="{6205DD86-315C-53B6-CEEF-A9919650168E}"/>
              </a:ext>
            </a:extLst>
          </p:cNvPr>
          <p:cNvCxnSpPr>
            <a:cxnSpLocks/>
            <a:stCxn id="14" idx="2"/>
            <a:endCxn id="11" idx="6"/>
          </p:cNvCxnSpPr>
          <p:nvPr/>
        </p:nvCxnSpPr>
        <p:spPr>
          <a:xfrm flipV="1">
            <a:off x="3212046" y="3888580"/>
            <a:ext cx="0" cy="10560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12" idx="2"/>
            <a:endCxn id="5" idx="6"/>
          </p:cNvCxnSpPr>
          <p:nvPr/>
        </p:nvCxnSpPr>
        <p:spPr>
          <a:xfrm flipV="1">
            <a:off x="7485013" y="2750761"/>
            <a:ext cx="0" cy="99611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8" idx="2"/>
            <a:endCxn id="12" idx="6"/>
          </p:cNvCxnSpPr>
          <p:nvPr/>
        </p:nvCxnSpPr>
        <p:spPr>
          <a:xfrm flipH="1" flipV="1">
            <a:off x="7485013" y="3888005"/>
            <a:ext cx="178" cy="10629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205DD86-315C-53B6-CEEF-A9919650168E}"/>
              </a:ext>
            </a:extLst>
          </p:cNvPr>
          <p:cNvCxnSpPr>
            <a:cxnSpLocks/>
            <a:stCxn id="10" idx="3"/>
            <a:endCxn id="7" idx="7"/>
          </p:cNvCxnSpPr>
          <p:nvPr/>
        </p:nvCxnSpPr>
        <p:spPr>
          <a:xfrm flipH="1" flipV="1">
            <a:off x="3262779" y="2729915"/>
            <a:ext cx="2029093" cy="1038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8" idx="3"/>
            <a:endCxn id="10" idx="7"/>
          </p:cNvCxnSpPr>
          <p:nvPr/>
        </p:nvCxnSpPr>
        <p:spPr>
          <a:xfrm flipH="1" flipV="1">
            <a:off x="5393696" y="3867913"/>
            <a:ext cx="2040583" cy="11037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10" idx="5"/>
            <a:endCxn id="14" idx="1"/>
          </p:cNvCxnSpPr>
          <p:nvPr/>
        </p:nvCxnSpPr>
        <p:spPr>
          <a:xfrm flipH="1">
            <a:off x="3262958" y="3867913"/>
            <a:ext cx="2028914" cy="109735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3</a:t>
            </a:r>
            <a:endParaRPr lang="en-US" dirty="0"/>
          </a:p>
        </p:txBody>
      </p:sp>
      <p:sp>
        <p:nvSpPr>
          <p:cNvPr id="32" name="Content Placeholder 2"/>
          <p:cNvSpPr txBox="1">
            <a:spLocks/>
          </p:cNvSpPr>
          <p:nvPr/>
        </p:nvSpPr>
        <p:spPr>
          <a:xfrm>
            <a:off x="131176" y="867839"/>
            <a:ext cx="12024000" cy="99247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Determine the domination number and total domination number for the given graphs.</a:t>
            </a:r>
          </a:p>
        </p:txBody>
      </p:sp>
    </p:spTree>
    <p:extLst>
      <p:ext uri="{BB962C8B-B14F-4D97-AF65-F5344CB8AC3E}">
        <p14:creationId xmlns:p14="http://schemas.microsoft.com/office/powerpoint/2010/main" val="25630069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2" name="Straight Connector 71">
            <a:extLst>
              <a:ext uri="{FF2B5EF4-FFF2-40B4-BE49-F238E27FC236}">
                <a16:creationId xmlns:a16="http://schemas.microsoft.com/office/drawing/2014/main" id="{6205DD86-315C-53B6-CEEF-A9919650168E}"/>
              </a:ext>
            </a:extLst>
          </p:cNvPr>
          <p:cNvCxnSpPr>
            <a:cxnSpLocks/>
            <a:stCxn id="80" idx="2"/>
            <a:endCxn id="75" idx="6"/>
          </p:cNvCxnSpPr>
          <p:nvPr/>
        </p:nvCxnSpPr>
        <p:spPr>
          <a:xfrm flipH="1" flipV="1">
            <a:off x="3883072" y="4239447"/>
            <a:ext cx="10455" cy="57976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71" idx="4"/>
            <a:endCxn id="78" idx="0"/>
          </p:cNvCxnSpPr>
          <p:nvPr/>
        </p:nvCxnSpPr>
        <p:spPr>
          <a:xfrm flipH="1" flipV="1">
            <a:off x="3967951" y="3449986"/>
            <a:ext cx="575650" cy="1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6205DD86-315C-53B6-CEEF-A9919650168E}"/>
              </a:ext>
            </a:extLst>
          </p:cNvPr>
          <p:cNvCxnSpPr>
            <a:cxnSpLocks/>
            <a:stCxn id="75" idx="4"/>
            <a:endCxn id="76" idx="0"/>
          </p:cNvCxnSpPr>
          <p:nvPr/>
        </p:nvCxnSpPr>
        <p:spPr>
          <a:xfrm flipH="1">
            <a:off x="3246734" y="4168884"/>
            <a:ext cx="564338"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78" idx="4"/>
            <a:endCxn id="73" idx="0"/>
          </p:cNvCxnSpPr>
          <p:nvPr/>
        </p:nvCxnSpPr>
        <p:spPr>
          <a:xfrm flipH="1">
            <a:off x="3246555" y="3449986"/>
            <a:ext cx="57739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Straight Connector 83">
            <a:extLst>
              <a:ext uri="{FF2B5EF4-FFF2-40B4-BE49-F238E27FC236}">
                <a16:creationId xmlns:a16="http://schemas.microsoft.com/office/drawing/2014/main" id="{6205DD86-315C-53B6-CEEF-A9919650168E}"/>
              </a:ext>
            </a:extLst>
          </p:cNvPr>
          <p:cNvCxnSpPr>
            <a:cxnSpLocks/>
            <a:stCxn id="74" idx="4"/>
            <a:endCxn id="80" idx="0"/>
          </p:cNvCxnSpPr>
          <p:nvPr/>
        </p:nvCxnSpPr>
        <p:spPr>
          <a:xfrm flipH="1">
            <a:off x="3965527" y="4889779"/>
            <a:ext cx="578252"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Straight Connector 84">
            <a:extLst>
              <a:ext uri="{FF2B5EF4-FFF2-40B4-BE49-F238E27FC236}">
                <a16:creationId xmlns:a16="http://schemas.microsoft.com/office/drawing/2014/main" id="{6205DD86-315C-53B6-CEEF-A9919650168E}"/>
              </a:ext>
            </a:extLst>
          </p:cNvPr>
          <p:cNvCxnSpPr>
            <a:cxnSpLocks/>
            <a:stCxn id="80" idx="4"/>
            <a:endCxn id="79" idx="0"/>
          </p:cNvCxnSpPr>
          <p:nvPr/>
        </p:nvCxnSpPr>
        <p:spPr>
          <a:xfrm flipH="1" flipV="1">
            <a:off x="3246734" y="4883429"/>
            <a:ext cx="574793" cy="63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6205DD86-315C-53B6-CEEF-A9919650168E}"/>
              </a:ext>
            </a:extLst>
          </p:cNvPr>
          <p:cNvCxnSpPr>
            <a:cxnSpLocks/>
            <a:stCxn id="76" idx="2"/>
            <a:endCxn id="73" idx="6"/>
          </p:cNvCxnSpPr>
          <p:nvPr/>
        </p:nvCxnSpPr>
        <p:spPr>
          <a:xfrm flipH="1" flipV="1">
            <a:off x="3174555" y="3520549"/>
            <a:ext cx="179" cy="5777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6205DD86-315C-53B6-CEEF-A9919650168E}"/>
              </a:ext>
            </a:extLst>
          </p:cNvPr>
          <p:cNvCxnSpPr>
            <a:cxnSpLocks/>
            <a:stCxn id="79" idx="2"/>
            <a:endCxn id="76" idx="6"/>
          </p:cNvCxnSpPr>
          <p:nvPr/>
        </p:nvCxnSpPr>
        <p:spPr>
          <a:xfrm flipV="1">
            <a:off x="3174734" y="4239447"/>
            <a:ext cx="0" cy="5734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8" name="Straight Connector 87">
            <a:extLst>
              <a:ext uri="{FF2B5EF4-FFF2-40B4-BE49-F238E27FC236}">
                <a16:creationId xmlns:a16="http://schemas.microsoft.com/office/drawing/2014/main" id="{6205DD86-315C-53B6-CEEF-A9919650168E}"/>
              </a:ext>
            </a:extLst>
          </p:cNvPr>
          <p:cNvCxnSpPr>
            <a:cxnSpLocks/>
            <a:stCxn id="77" idx="2"/>
            <a:endCxn id="71" idx="6"/>
          </p:cNvCxnSpPr>
          <p:nvPr/>
        </p:nvCxnSpPr>
        <p:spPr>
          <a:xfrm flipV="1">
            <a:off x="4615601" y="3520728"/>
            <a:ext cx="0" cy="58376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Straight Connector 88">
            <a:extLst>
              <a:ext uri="{FF2B5EF4-FFF2-40B4-BE49-F238E27FC236}">
                <a16:creationId xmlns:a16="http://schemas.microsoft.com/office/drawing/2014/main" id="{6205DD86-315C-53B6-CEEF-A9919650168E}"/>
              </a:ext>
            </a:extLst>
          </p:cNvPr>
          <p:cNvCxnSpPr>
            <a:cxnSpLocks/>
            <a:stCxn id="74" idx="2"/>
            <a:endCxn id="77" idx="6"/>
          </p:cNvCxnSpPr>
          <p:nvPr/>
        </p:nvCxnSpPr>
        <p:spPr>
          <a:xfrm flipH="1" flipV="1">
            <a:off x="4615601" y="4245618"/>
            <a:ext cx="178" cy="57359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0" name="Straight Connector 89">
            <a:extLst>
              <a:ext uri="{FF2B5EF4-FFF2-40B4-BE49-F238E27FC236}">
                <a16:creationId xmlns:a16="http://schemas.microsoft.com/office/drawing/2014/main" id="{6205DD86-315C-53B6-CEEF-A9919650168E}"/>
              </a:ext>
            </a:extLst>
          </p:cNvPr>
          <p:cNvCxnSpPr>
            <a:cxnSpLocks/>
            <a:stCxn id="75" idx="3"/>
            <a:endCxn id="73" idx="7"/>
          </p:cNvCxnSpPr>
          <p:nvPr/>
        </p:nvCxnSpPr>
        <p:spPr>
          <a:xfrm flipH="1" flipV="1">
            <a:off x="3225467" y="3499882"/>
            <a:ext cx="606693" cy="6191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6205DD86-315C-53B6-CEEF-A9919650168E}"/>
              </a:ext>
            </a:extLst>
          </p:cNvPr>
          <p:cNvCxnSpPr>
            <a:cxnSpLocks/>
            <a:stCxn id="74" idx="3"/>
            <a:endCxn id="75" idx="7"/>
          </p:cNvCxnSpPr>
          <p:nvPr/>
        </p:nvCxnSpPr>
        <p:spPr>
          <a:xfrm flipH="1" flipV="1">
            <a:off x="3933984" y="4218780"/>
            <a:ext cx="630883" cy="6211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6205DD86-315C-53B6-CEEF-A9919650168E}"/>
              </a:ext>
            </a:extLst>
          </p:cNvPr>
          <p:cNvCxnSpPr>
            <a:cxnSpLocks/>
            <a:stCxn id="75" idx="5"/>
            <a:endCxn id="79" idx="1"/>
          </p:cNvCxnSpPr>
          <p:nvPr/>
        </p:nvCxnSpPr>
        <p:spPr>
          <a:xfrm flipH="1">
            <a:off x="3225646" y="4218780"/>
            <a:ext cx="606514" cy="61475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1" name="Oval 70">
            <a:extLst>
              <a:ext uri="{FF2B5EF4-FFF2-40B4-BE49-F238E27FC236}">
                <a16:creationId xmlns:a16="http://schemas.microsoft.com/office/drawing/2014/main" id="{BDD11F87-DA81-9510-C1CB-0AF4093562CB}"/>
              </a:ext>
            </a:extLst>
          </p:cNvPr>
          <p:cNvSpPr/>
          <p:nvPr/>
        </p:nvSpPr>
        <p:spPr>
          <a:xfrm rot="5400000">
            <a:off x="4545038" y="337816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3" name="Oval 72">
            <a:extLst>
              <a:ext uri="{FF2B5EF4-FFF2-40B4-BE49-F238E27FC236}">
                <a16:creationId xmlns:a16="http://schemas.microsoft.com/office/drawing/2014/main" id="{BDD11F87-DA81-9510-C1CB-0AF4093562CB}"/>
              </a:ext>
            </a:extLst>
          </p:cNvPr>
          <p:cNvSpPr/>
          <p:nvPr/>
        </p:nvSpPr>
        <p:spPr>
          <a:xfrm rot="5400000">
            <a:off x="3103992" y="337798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4" name="Oval 73">
            <a:extLst>
              <a:ext uri="{FF2B5EF4-FFF2-40B4-BE49-F238E27FC236}">
                <a16:creationId xmlns:a16="http://schemas.microsoft.com/office/drawing/2014/main" id="{BDD11F87-DA81-9510-C1CB-0AF4093562CB}"/>
              </a:ext>
            </a:extLst>
          </p:cNvPr>
          <p:cNvSpPr/>
          <p:nvPr/>
        </p:nvSpPr>
        <p:spPr>
          <a:xfrm rot="5400000">
            <a:off x="4545216" y="481777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5" name="Oval 74">
            <a:extLst>
              <a:ext uri="{FF2B5EF4-FFF2-40B4-BE49-F238E27FC236}">
                <a16:creationId xmlns:a16="http://schemas.microsoft.com/office/drawing/2014/main" id="{BDD11F87-DA81-9510-C1CB-0AF4093562CB}"/>
              </a:ext>
            </a:extLst>
          </p:cNvPr>
          <p:cNvSpPr/>
          <p:nvPr/>
        </p:nvSpPr>
        <p:spPr>
          <a:xfrm rot="5400000">
            <a:off x="3812509" y="409688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6" name="Oval 75">
            <a:extLst>
              <a:ext uri="{FF2B5EF4-FFF2-40B4-BE49-F238E27FC236}">
                <a16:creationId xmlns:a16="http://schemas.microsoft.com/office/drawing/2014/main" id="{BDD11F87-DA81-9510-C1CB-0AF4093562CB}"/>
              </a:ext>
            </a:extLst>
          </p:cNvPr>
          <p:cNvSpPr/>
          <p:nvPr/>
        </p:nvSpPr>
        <p:spPr>
          <a:xfrm rot="5400000">
            <a:off x="3104171" y="409688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7" name="Oval 76">
            <a:extLst>
              <a:ext uri="{FF2B5EF4-FFF2-40B4-BE49-F238E27FC236}">
                <a16:creationId xmlns:a16="http://schemas.microsoft.com/office/drawing/2014/main" id="{BDD11F87-DA81-9510-C1CB-0AF4093562CB}"/>
              </a:ext>
            </a:extLst>
          </p:cNvPr>
          <p:cNvSpPr/>
          <p:nvPr/>
        </p:nvSpPr>
        <p:spPr>
          <a:xfrm rot="5400000">
            <a:off x="4545038" y="41030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8" name="Oval 77">
            <a:extLst>
              <a:ext uri="{FF2B5EF4-FFF2-40B4-BE49-F238E27FC236}">
                <a16:creationId xmlns:a16="http://schemas.microsoft.com/office/drawing/2014/main" id="{BDD11F87-DA81-9510-C1CB-0AF4093562CB}"/>
              </a:ext>
            </a:extLst>
          </p:cNvPr>
          <p:cNvSpPr/>
          <p:nvPr/>
        </p:nvSpPr>
        <p:spPr>
          <a:xfrm rot="5400000">
            <a:off x="3825388" y="337798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9" name="Oval 78">
            <a:extLst>
              <a:ext uri="{FF2B5EF4-FFF2-40B4-BE49-F238E27FC236}">
                <a16:creationId xmlns:a16="http://schemas.microsoft.com/office/drawing/2014/main" id="{BDD11F87-DA81-9510-C1CB-0AF4093562CB}"/>
              </a:ext>
            </a:extLst>
          </p:cNvPr>
          <p:cNvSpPr/>
          <p:nvPr/>
        </p:nvSpPr>
        <p:spPr>
          <a:xfrm rot="5400000">
            <a:off x="3104171" y="481142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0" name="Oval 79">
            <a:extLst>
              <a:ext uri="{FF2B5EF4-FFF2-40B4-BE49-F238E27FC236}">
                <a16:creationId xmlns:a16="http://schemas.microsoft.com/office/drawing/2014/main" id="{BDD11F87-DA81-9510-C1CB-0AF4093562CB}"/>
              </a:ext>
            </a:extLst>
          </p:cNvPr>
          <p:cNvSpPr/>
          <p:nvPr/>
        </p:nvSpPr>
        <p:spPr>
          <a:xfrm rot="5400000">
            <a:off x="3822964" y="481777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3</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914869"/>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39"/>
            <a:ext cx="12024000" cy="99247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Determine the domination number and total domination number for the given graphs.</a:t>
            </a:r>
          </a:p>
        </p:txBody>
      </p:sp>
      <p:sp>
        <p:nvSpPr>
          <p:cNvPr id="93" name="Rectangle 92"/>
          <p:cNvSpPr/>
          <p:nvPr/>
        </p:nvSpPr>
        <p:spPr>
          <a:xfrm>
            <a:off x="2354771" y="2321083"/>
            <a:ext cx="3094117" cy="523220"/>
          </a:xfrm>
          <a:prstGeom prst="rect">
            <a:avLst/>
          </a:prstGeom>
        </p:spPr>
        <p:txBody>
          <a:bodyPr wrap="none">
            <a:spAutoFit/>
          </a:bodyPr>
          <a:lstStyle/>
          <a:p>
            <a:r>
              <a:rPr lang="en-US" sz="2800" dirty="0"/>
              <a:t>Domination Number </a:t>
            </a:r>
          </a:p>
        </p:txBody>
      </p:sp>
      <p:sp>
        <p:nvSpPr>
          <p:cNvPr id="94" name="Rectangle 93"/>
          <p:cNvSpPr/>
          <p:nvPr/>
        </p:nvSpPr>
        <p:spPr>
          <a:xfrm>
            <a:off x="6468416" y="2326084"/>
            <a:ext cx="3902030" cy="523220"/>
          </a:xfrm>
          <a:prstGeom prst="rect">
            <a:avLst/>
          </a:prstGeom>
        </p:spPr>
        <p:txBody>
          <a:bodyPr wrap="none">
            <a:spAutoFit/>
          </a:bodyPr>
          <a:lstStyle/>
          <a:p>
            <a:r>
              <a:rPr lang="en-US" sz="2800" dirty="0"/>
              <a:t>Total Domination Number </a:t>
            </a:r>
          </a:p>
        </p:txBody>
      </p:sp>
      <p:sp>
        <p:nvSpPr>
          <p:cNvPr id="51" name="Rectangle 50"/>
          <p:cNvSpPr/>
          <p:nvPr/>
        </p:nvSpPr>
        <p:spPr>
          <a:xfrm>
            <a:off x="2258030" y="5392635"/>
            <a:ext cx="3525324" cy="523220"/>
          </a:xfrm>
          <a:prstGeom prst="rect">
            <a:avLst/>
          </a:prstGeom>
        </p:spPr>
        <p:txBody>
          <a:bodyPr wrap="none">
            <a:spAutoFit/>
          </a:bodyPr>
          <a:lstStyle/>
          <a:p>
            <a:r>
              <a:rPr lang="en-US" sz="2800" dirty="0"/>
              <a:t>Domination Number = 2</a:t>
            </a:r>
          </a:p>
        </p:txBody>
      </p:sp>
      <p:sp>
        <p:nvSpPr>
          <p:cNvPr id="52" name="Rectangle 51"/>
          <p:cNvSpPr/>
          <p:nvPr/>
        </p:nvSpPr>
        <p:spPr>
          <a:xfrm>
            <a:off x="6468416" y="5392635"/>
            <a:ext cx="4333238" cy="523220"/>
          </a:xfrm>
          <a:prstGeom prst="rect">
            <a:avLst/>
          </a:prstGeom>
        </p:spPr>
        <p:txBody>
          <a:bodyPr wrap="none">
            <a:spAutoFit/>
          </a:bodyPr>
          <a:lstStyle/>
          <a:p>
            <a:r>
              <a:rPr lang="en-US" sz="2800" dirty="0"/>
              <a:t>Total Domination Number = 4</a:t>
            </a:r>
          </a:p>
        </p:txBody>
      </p:sp>
      <p:sp>
        <p:nvSpPr>
          <p:cNvPr id="60" name="Oval 59"/>
          <p:cNvSpPr/>
          <p:nvPr/>
        </p:nvSpPr>
        <p:spPr>
          <a:xfrm>
            <a:off x="3725962" y="4013718"/>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1" name="Oval 60"/>
          <p:cNvSpPr/>
          <p:nvPr/>
        </p:nvSpPr>
        <p:spPr>
          <a:xfrm>
            <a:off x="4450180" y="3295000"/>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6205DD86-315C-53B6-CEEF-A9919650168E}"/>
              </a:ext>
            </a:extLst>
          </p:cNvPr>
          <p:cNvCxnSpPr>
            <a:cxnSpLocks/>
            <a:stCxn id="109" idx="2"/>
            <a:endCxn id="104" idx="6"/>
          </p:cNvCxnSpPr>
          <p:nvPr/>
        </p:nvCxnSpPr>
        <p:spPr>
          <a:xfrm flipH="1" flipV="1">
            <a:off x="8536259" y="4239204"/>
            <a:ext cx="10455" cy="57976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101" idx="4"/>
            <a:endCxn id="107" idx="0"/>
          </p:cNvCxnSpPr>
          <p:nvPr/>
        </p:nvCxnSpPr>
        <p:spPr>
          <a:xfrm flipH="1" flipV="1">
            <a:off x="8621138" y="3449743"/>
            <a:ext cx="575650" cy="1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104" idx="4"/>
            <a:endCxn id="105" idx="0"/>
          </p:cNvCxnSpPr>
          <p:nvPr/>
        </p:nvCxnSpPr>
        <p:spPr>
          <a:xfrm flipH="1">
            <a:off x="7899921" y="4168641"/>
            <a:ext cx="564338"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a:extLst>
              <a:ext uri="{FF2B5EF4-FFF2-40B4-BE49-F238E27FC236}">
                <a16:creationId xmlns:a16="http://schemas.microsoft.com/office/drawing/2014/main" id="{6205DD86-315C-53B6-CEEF-A9919650168E}"/>
              </a:ext>
            </a:extLst>
          </p:cNvPr>
          <p:cNvCxnSpPr>
            <a:cxnSpLocks/>
            <a:stCxn id="107" idx="4"/>
            <a:endCxn id="102" idx="0"/>
          </p:cNvCxnSpPr>
          <p:nvPr/>
        </p:nvCxnSpPr>
        <p:spPr>
          <a:xfrm flipH="1">
            <a:off x="7899742" y="3449743"/>
            <a:ext cx="57739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stCxn id="103" idx="4"/>
            <a:endCxn id="109" idx="0"/>
          </p:cNvCxnSpPr>
          <p:nvPr/>
        </p:nvCxnSpPr>
        <p:spPr>
          <a:xfrm flipH="1">
            <a:off x="8618714" y="4889536"/>
            <a:ext cx="578252"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9" name="Straight Connector 68">
            <a:extLst>
              <a:ext uri="{FF2B5EF4-FFF2-40B4-BE49-F238E27FC236}">
                <a16:creationId xmlns:a16="http://schemas.microsoft.com/office/drawing/2014/main" id="{6205DD86-315C-53B6-CEEF-A9919650168E}"/>
              </a:ext>
            </a:extLst>
          </p:cNvPr>
          <p:cNvCxnSpPr>
            <a:cxnSpLocks/>
            <a:stCxn id="109" idx="4"/>
            <a:endCxn id="108" idx="0"/>
          </p:cNvCxnSpPr>
          <p:nvPr/>
        </p:nvCxnSpPr>
        <p:spPr>
          <a:xfrm flipH="1" flipV="1">
            <a:off x="7899921" y="4883186"/>
            <a:ext cx="574793" cy="63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0" name="Straight Connector 69">
            <a:extLst>
              <a:ext uri="{FF2B5EF4-FFF2-40B4-BE49-F238E27FC236}">
                <a16:creationId xmlns:a16="http://schemas.microsoft.com/office/drawing/2014/main" id="{6205DD86-315C-53B6-CEEF-A9919650168E}"/>
              </a:ext>
            </a:extLst>
          </p:cNvPr>
          <p:cNvCxnSpPr>
            <a:cxnSpLocks/>
            <a:stCxn id="105" idx="2"/>
            <a:endCxn id="102" idx="6"/>
          </p:cNvCxnSpPr>
          <p:nvPr/>
        </p:nvCxnSpPr>
        <p:spPr>
          <a:xfrm flipH="1" flipV="1">
            <a:off x="7827742" y="3520306"/>
            <a:ext cx="179" cy="5777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Straight Connector 94">
            <a:extLst>
              <a:ext uri="{FF2B5EF4-FFF2-40B4-BE49-F238E27FC236}">
                <a16:creationId xmlns:a16="http://schemas.microsoft.com/office/drawing/2014/main" id="{6205DD86-315C-53B6-CEEF-A9919650168E}"/>
              </a:ext>
            </a:extLst>
          </p:cNvPr>
          <p:cNvCxnSpPr>
            <a:cxnSpLocks/>
            <a:stCxn id="108" idx="2"/>
            <a:endCxn id="105" idx="6"/>
          </p:cNvCxnSpPr>
          <p:nvPr/>
        </p:nvCxnSpPr>
        <p:spPr>
          <a:xfrm flipV="1">
            <a:off x="7827921" y="4239204"/>
            <a:ext cx="0" cy="5734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106" idx="2"/>
            <a:endCxn id="101" idx="6"/>
          </p:cNvCxnSpPr>
          <p:nvPr/>
        </p:nvCxnSpPr>
        <p:spPr>
          <a:xfrm flipV="1">
            <a:off x="9268788" y="3520485"/>
            <a:ext cx="0" cy="58376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103" idx="2"/>
            <a:endCxn id="106" idx="6"/>
          </p:cNvCxnSpPr>
          <p:nvPr/>
        </p:nvCxnSpPr>
        <p:spPr>
          <a:xfrm flipH="1" flipV="1">
            <a:off x="9268788" y="4245375"/>
            <a:ext cx="178" cy="57359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6205DD86-315C-53B6-CEEF-A9919650168E}"/>
              </a:ext>
            </a:extLst>
          </p:cNvPr>
          <p:cNvCxnSpPr>
            <a:cxnSpLocks/>
            <a:stCxn id="104" idx="3"/>
            <a:endCxn id="102" idx="7"/>
          </p:cNvCxnSpPr>
          <p:nvPr/>
        </p:nvCxnSpPr>
        <p:spPr>
          <a:xfrm flipH="1" flipV="1">
            <a:off x="7878654" y="3499639"/>
            <a:ext cx="606693" cy="6191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Straight Connector 98">
            <a:extLst>
              <a:ext uri="{FF2B5EF4-FFF2-40B4-BE49-F238E27FC236}">
                <a16:creationId xmlns:a16="http://schemas.microsoft.com/office/drawing/2014/main" id="{6205DD86-315C-53B6-CEEF-A9919650168E}"/>
              </a:ext>
            </a:extLst>
          </p:cNvPr>
          <p:cNvCxnSpPr>
            <a:cxnSpLocks/>
            <a:stCxn id="103" idx="3"/>
            <a:endCxn id="104" idx="7"/>
          </p:cNvCxnSpPr>
          <p:nvPr/>
        </p:nvCxnSpPr>
        <p:spPr>
          <a:xfrm flipH="1" flipV="1">
            <a:off x="8587171" y="4218537"/>
            <a:ext cx="630883" cy="6211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Straight Connector 99">
            <a:extLst>
              <a:ext uri="{FF2B5EF4-FFF2-40B4-BE49-F238E27FC236}">
                <a16:creationId xmlns:a16="http://schemas.microsoft.com/office/drawing/2014/main" id="{6205DD86-315C-53B6-CEEF-A9919650168E}"/>
              </a:ext>
            </a:extLst>
          </p:cNvPr>
          <p:cNvCxnSpPr>
            <a:cxnSpLocks/>
            <a:stCxn id="104" idx="5"/>
            <a:endCxn id="108" idx="1"/>
          </p:cNvCxnSpPr>
          <p:nvPr/>
        </p:nvCxnSpPr>
        <p:spPr>
          <a:xfrm flipH="1">
            <a:off x="7878833" y="4218537"/>
            <a:ext cx="606514" cy="61475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1" name="Oval 100">
            <a:extLst>
              <a:ext uri="{FF2B5EF4-FFF2-40B4-BE49-F238E27FC236}">
                <a16:creationId xmlns:a16="http://schemas.microsoft.com/office/drawing/2014/main" id="{BDD11F87-DA81-9510-C1CB-0AF4093562CB}"/>
              </a:ext>
            </a:extLst>
          </p:cNvPr>
          <p:cNvSpPr/>
          <p:nvPr/>
        </p:nvSpPr>
        <p:spPr>
          <a:xfrm rot="5400000">
            <a:off x="9198225" y="337792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2" name="Oval 101">
            <a:extLst>
              <a:ext uri="{FF2B5EF4-FFF2-40B4-BE49-F238E27FC236}">
                <a16:creationId xmlns:a16="http://schemas.microsoft.com/office/drawing/2014/main" id="{BDD11F87-DA81-9510-C1CB-0AF4093562CB}"/>
              </a:ext>
            </a:extLst>
          </p:cNvPr>
          <p:cNvSpPr/>
          <p:nvPr/>
        </p:nvSpPr>
        <p:spPr>
          <a:xfrm rot="5400000">
            <a:off x="7757179" y="337774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3" name="Oval 102">
            <a:extLst>
              <a:ext uri="{FF2B5EF4-FFF2-40B4-BE49-F238E27FC236}">
                <a16:creationId xmlns:a16="http://schemas.microsoft.com/office/drawing/2014/main" id="{BDD11F87-DA81-9510-C1CB-0AF4093562CB}"/>
              </a:ext>
            </a:extLst>
          </p:cNvPr>
          <p:cNvSpPr/>
          <p:nvPr/>
        </p:nvSpPr>
        <p:spPr>
          <a:xfrm rot="5400000">
            <a:off x="9198403" y="481753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4" name="Oval 103">
            <a:extLst>
              <a:ext uri="{FF2B5EF4-FFF2-40B4-BE49-F238E27FC236}">
                <a16:creationId xmlns:a16="http://schemas.microsoft.com/office/drawing/2014/main" id="{BDD11F87-DA81-9510-C1CB-0AF4093562CB}"/>
              </a:ext>
            </a:extLst>
          </p:cNvPr>
          <p:cNvSpPr/>
          <p:nvPr/>
        </p:nvSpPr>
        <p:spPr>
          <a:xfrm rot="5400000">
            <a:off x="8465696" y="4096641"/>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5" name="Oval 104">
            <a:extLst>
              <a:ext uri="{FF2B5EF4-FFF2-40B4-BE49-F238E27FC236}">
                <a16:creationId xmlns:a16="http://schemas.microsoft.com/office/drawing/2014/main" id="{BDD11F87-DA81-9510-C1CB-0AF4093562CB}"/>
              </a:ext>
            </a:extLst>
          </p:cNvPr>
          <p:cNvSpPr/>
          <p:nvPr/>
        </p:nvSpPr>
        <p:spPr>
          <a:xfrm rot="5400000">
            <a:off x="7757358" y="4096641"/>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6" name="Oval 105">
            <a:extLst>
              <a:ext uri="{FF2B5EF4-FFF2-40B4-BE49-F238E27FC236}">
                <a16:creationId xmlns:a16="http://schemas.microsoft.com/office/drawing/2014/main" id="{BDD11F87-DA81-9510-C1CB-0AF4093562CB}"/>
              </a:ext>
            </a:extLst>
          </p:cNvPr>
          <p:cNvSpPr/>
          <p:nvPr/>
        </p:nvSpPr>
        <p:spPr>
          <a:xfrm rot="5400000">
            <a:off x="9198225" y="41028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7" name="Oval 106">
            <a:extLst>
              <a:ext uri="{FF2B5EF4-FFF2-40B4-BE49-F238E27FC236}">
                <a16:creationId xmlns:a16="http://schemas.microsoft.com/office/drawing/2014/main" id="{BDD11F87-DA81-9510-C1CB-0AF4093562CB}"/>
              </a:ext>
            </a:extLst>
          </p:cNvPr>
          <p:cNvSpPr/>
          <p:nvPr/>
        </p:nvSpPr>
        <p:spPr>
          <a:xfrm rot="5400000">
            <a:off x="8478575" y="337774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8" name="Oval 107">
            <a:extLst>
              <a:ext uri="{FF2B5EF4-FFF2-40B4-BE49-F238E27FC236}">
                <a16:creationId xmlns:a16="http://schemas.microsoft.com/office/drawing/2014/main" id="{BDD11F87-DA81-9510-C1CB-0AF4093562CB}"/>
              </a:ext>
            </a:extLst>
          </p:cNvPr>
          <p:cNvSpPr/>
          <p:nvPr/>
        </p:nvSpPr>
        <p:spPr>
          <a:xfrm rot="5400000">
            <a:off x="7757358" y="481118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9" name="Oval 108">
            <a:extLst>
              <a:ext uri="{FF2B5EF4-FFF2-40B4-BE49-F238E27FC236}">
                <a16:creationId xmlns:a16="http://schemas.microsoft.com/office/drawing/2014/main" id="{BDD11F87-DA81-9510-C1CB-0AF4093562CB}"/>
              </a:ext>
            </a:extLst>
          </p:cNvPr>
          <p:cNvSpPr/>
          <p:nvPr/>
        </p:nvSpPr>
        <p:spPr>
          <a:xfrm rot="5400000">
            <a:off x="8476151" y="481753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2" name="Oval 111"/>
          <p:cNvSpPr/>
          <p:nvPr/>
        </p:nvSpPr>
        <p:spPr>
          <a:xfrm>
            <a:off x="8382574" y="4013817"/>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3" name="Oval 112"/>
          <p:cNvSpPr/>
          <p:nvPr/>
        </p:nvSpPr>
        <p:spPr>
          <a:xfrm>
            <a:off x="9107650" y="4737895"/>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4" name="Oval 113"/>
          <p:cNvSpPr/>
          <p:nvPr/>
        </p:nvSpPr>
        <p:spPr>
          <a:xfrm>
            <a:off x="9107650" y="3292276"/>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5" name="Oval 114"/>
          <p:cNvSpPr/>
          <p:nvPr/>
        </p:nvSpPr>
        <p:spPr>
          <a:xfrm>
            <a:off x="8386254" y="3307589"/>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7841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75"/>
                                        </p:tgtEl>
                                        <p:attrNameLst>
                                          <p:attrName>style.color</p:attrName>
                                        </p:attrNameLst>
                                      </p:cBhvr>
                                      <p:to>
                                        <a:srgbClr val="FFFF00"/>
                                      </p:to>
                                    </p:animClr>
                                    <p:animClr clrSpc="rgb" dir="cw">
                                      <p:cBhvr>
                                        <p:cTn id="7" dur="500" fill="hold"/>
                                        <p:tgtEl>
                                          <p:spTgt spid="75"/>
                                        </p:tgtEl>
                                        <p:attrNameLst>
                                          <p:attrName>fillcolor</p:attrName>
                                        </p:attrNameLst>
                                      </p:cBhvr>
                                      <p:to>
                                        <a:srgbClr val="FFFF00"/>
                                      </p:to>
                                    </p:animClr>
                                    <p:set>
                                      <p:cBhvr>
                                        <p:cTn id="8" dur="500" fill="hold"/>
                                        <p:tgtEl>
                                          <p:spTgt spid="75"/>
                                        </p:tgtEl>
                                        <p:attrNameLst>
                                          <p:attrName>fill.type</p:attrName>
                                        </p:attrNameLst>
                                      </p:cBhvr>
                                      <p:to>
                                        <p:strVal val="solid"/>
                                      </p:to>
                                    </p:set>
                                    <p:set>
                                      <p:cBhvr>
                                        <p:cTn id="9" dur="500" fill="hold"/>
                                        <p:tgtEl>
                                          <p:spTgt spid="75"/>
                                        </p:tgtEl>
                                        <p:attrNameLst>
                                          <p:attrName>fill.on</p:attrName>
                                        </p:attrNameLst>
                                      </p:cBhvr>
                                      <p:to>
                                        <p:strVal val="true"/>
                                      </p:to>
                                    </p:set>
                                  </p:childTnLst>
                                </p:cTn>
                              </p:par>
                              <p:par>
                                <p:cTn id="10" presetID="1" presetClass="entr" presetSubtype="0" fill="hold" grpId="0" nodeType="withEffect">
                                  <p:stCondLst>
                                    <p:cond delay="0"/>
                                  </p:stCondLst>
                                  <p:childTnLst>
                                    <p:set>
                                      <p:cBhvr>
                                        <p:cTn id="11" dur="1" fill="hold">
                                          <p:stCondLst>
                                            <p:cond delay="0"/>
                                          </p:stCondLst>
                                        </p:cTn>
                                        <p:tgtEl>
                                          <p:spTgt spid="6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9" presetClass="emph" presetSubtype="0" fill="hold" grpId="0" nodeType="clickEffect">
                                  <p:stCondLst>
                                    <p:cond delay="0"/>
                                  </p:stCondLst>
                                  <p:childTnLst>
                                    <p:animClr clrSpc="rgb" dir="cw">
                                      <p:cBhvr override="childStyle">
                                        <p:cTn id="15" dur="500" fill="hold"/>
                                        <p:tgtEl>
                                          <p:spTgt spid="76"/>
                                        </p:tgtEl>
                                        <p:attrNameLst>
                                          <p:attrName>style.color</p:attrName>
                                        </p:attrNameLst>
                                      </p:cBhvr>
                                      <p:to>
                                        <a:schemeClr val="accent2"/>
                                      </p:to>
                                    </p:animClr>
                                    <p:animClr clrSpc="rgb" dir="cw">
                                      <p:cBhvr>
                                        <p:cTn id="16" dur="500" fill="hold"/>
                                        <p:tgtEl>
                                          <p:spTgt spid="76"/>
                                        </p:tgtEl>
                                        <p:attrNameLst>
                                          <p:attrName>fillcolor</p:attrName>
                                        </p:attrNameLst>
                                      </p:cBhvr>
                                      <p:to>
                                        <a:schemeClr val="accent2"/>
                                      </p:to>
                                    </p:animClr>
                                    <p:set>
                                      <p:cBhvr>
                                        <p:cTn id="17" dur="500" fill="hold"/>
                                        <p:tgtEl>
                                          <p:spTgt spid="76"/>
                                        </p:tgtEl>
                                        <p:attrNameLst>
                                          <p:attrName>fill.type</p:attrName>
                                        </p:attrNameLst>
                                      </p:cBhvr>
                                      <p:to>
                                        <p:strVal val="solid"/>
                                      </p:to>
                                    </p:set>
                                    <p:set>
                                      <p:cBhvr>
                                        <p:cTn id="18" dur="500" fill="hold"/>
                                        <p:tgtEl>
                                          <p:spTgt spid="76"/>
                                        </p:tgtEl>
                                        <p:attrNameLst>
                                          <p:attrName>fill.on</p:attrName>
                                        </p:attrNameLst>
                                      </p:cBhvr>
                                      <p:to>
                                        <p:strVal val="true"/>
                                      </p:to>
                                    </p:set>
                                  </p:childTnLst>
                                </p:cTn>
                              </p:par>
                              <p:par>
                                <p:cTn id="19" presetID="19" presetClass="emph" presetSubtype="0" fill="hold" grpId="0" nodeType="withEffect">
                                  <p:stCondLst>
                                    <p:cond delay="0"/>
                                  </p:stCondLst>
                                  <p:childTnLst>
                                    <p:animClr clrSpc="rgb" dir="cw">
                                      <p:cBhvr override="childStyle">
                                        <p:cTn id="20" dur="500" fill="hold"/>
                                        <p:tgtEl>
                                          <p:spTgt spid="73"/>
                                        </p:tgtEl>
                                        <p:attrNameLst>
                                          <p:attrName>style.color</p:attrName>
                                        </p:attrNameLst>
                                      </p:cBhvr>
                                      <p:to>
                                        <a:schemeClr val="accent2"/>
                                      </p:to>
                                    </p:animClr>
                                    <p:animClr clrSpc="rgb" dir="cw">
                                      <p:cBhvr>
                                        <p:cTn id="21" dur="500" fill="hold"/>
                                        <p:tgtEl>
                                          <p:spTgt spid="73"/>
                                        </p:tgtEl>
                                        <p:attrNameLst>
                                          <p:attrName>fillcolor</p:attrName>
                                        </p:attrNameLst>
                                      </p:cBhvr>
                                      <p:to>
                                        <a:schemeClr val="accent2"/>
                                      </p:to>
                                    </p:animClr>
                                    <p:set>
                                      <p:cBhvr>
                                        <p:cTn id="22" dur="500" fill="hold"/>
                                        <p:tgtEl>
                                          <p:spTgt spid="73"/>
                                        </p:tgtEl>
                                        <p:attrNameLst>
                                          <p:attrName>fill.type</p:attrName>
                                        </p:attrNameLst>
                                      </p:cBhvr>
                                      <p:to>
                                        <p:strVal val="solid"/>
                                      </p:to>
                                    </p:set>
                                    <p:set>
                                      <p:cBhvr>
                                        <p:cTn id="23" dur="500" fill="hold"/>
                                        <p:tgtEl>
                                          <p:spTgt spid="73"/>
                                        </p:tgtEl>
                                        <p:attrNameLst>
                                          <p:attrName>fill.on</p:attrName>
                                        </p:attrNameLst>
                                      </p:cBhvr>
                                      <p:to>
                                        <p:strVal val="true"/>
                                      </p:to>
                                    </p:set>
                                  </p:childTnLst>
                                </p:cTn>
                              </p:par>
                              <p:par>
                                <p:cTn id="24" presetID="19" presetClass="emph" presetSubtype="0" fill="hold" grpId="0" nodeType="withEffect">
                                  <p:stCondLst>
                                    <p:cond delay="0"/>
                                  </p:stCondLst>
                                  <p:childTnLst>
                                    <p:animClr clrSpc="rgb" dir="cw">
                                      <p:cBhvr override="childStyle">
                                        <p:cTn id="25" dur="500" fill="hold"/>
                                        <p:tgtEl>
                                          <p:spTgt spid="79"/>
                                        </p:tgtEl>
                                        <p:attrNameLst>
                                          <p:attrName>style.color</p:attrName>
                                        </p:attrNameLst>
                                      </p:cBhvr>
                                      <p:to>
                                        <a:schemeClr val="accent2"/>
                                      </p:to>
                                    </p:animClr>
                                    <p:animClr clrSpc="rgb" dir="cw">
                                      <p:cBhvr>
                                        <p:cTn id="26" dur="500" fill="hold"/>
                                        <p:tgtEl>
                                          <p:spTgt spid="79"/>
                                        </p:tgtEl>
                                        <p:attrNameLst>
                                          <p:attrName>fillcolor</p:attrName>
                                        </p:attrNameLst>
                                      </p:cBhvr>
                                      <p:to>
                                        <a:schemeClr val="accent2"/>
                                      </p:to>
                                    </p:animClr>
                                    <p:set>
                                      <p:cBhvr>
                                        <p:cTn id="27" dur="500" fill="hold"/>
                                        <p:tgtEl>
                                          <p:spTgt spid="79"/>
                                        </p:tgtEl>
                                        <p:attrNameLst>
                                          <p:attrName>fill.type</p:attrName>
                                        </p:attrNameLst>
                                      </p:cBhvr>
                                      <p:to>
                                        <p:strVal val="solid"/>
                                      </p:to>
                                    </p:set>
                                    <p:set>
                                      <p:cBhvr>
                                        <p:cTn id="28" dur="500" fill="hold"/>
                                        <p:tgtEl>
                                          <p:spTgt spid="79"/>
                                        </p:tgtEl>
                                        <p:attrNameLst>
                                          <p:attrName>fill.on</p:attrName>
                                        </p:attrNameLst>
                                      </p:cBhvr>
                                      <p:to>
                                        <p:strVal val="true"/>
                                      </p:to>
                                    </p:set>
                                  </p:childTnLst>
                                </p:cTn>
                              </p:par>
                              <p:par>
                                <p:cTn id="29" presetID="19" presetClass="emph" presetSubtype="0" fill="hold" grpId="0" nodeType="withEffect">
                                  <p:stCondLst>
                                    <p:cond delay="0"/>
                                  </p:stCondLst>
                                  <p:childTnLst>
                                    <p:animClr clrSpc="rgb" dir="cw">
                                      <p:cBhvr override="childStyle">
                                        <p:cTn id="30" dur="500" fill="hold"/>
                                        <p:tgtEl>
                                          <p:spTgt spid="80"/>
                                        </p:tgtEl>
                                        <p:attrNameLst>
                                          <p:attrName>style.color</p:attrName>
                                        </p:attrNameLst>
                                      </p:cBhvr>
                                      <p:to>
                                        <a:schemeClr val="accent2"/>
                                      </p:to>
                                    </p:animClr>
                                    <p:animClr clrSpc="rgb" dir="cw">
                                      <p:cBhvr>
                                        <p:cTn id="31" dur="500" fill="hold"/>
                                        <p:tgtEl>
                                          <p:spTgt spid="80"/>
                                        </p:tgtEl>
                                        <p:attrNameLst>
                                          <p:attrName>fillcolor</p:attrName>
                                        </p:attrNameLst>
                                      </p:cBhvr>
                                      <p:to>
                                        <a:schemeClr val="accent2"/>
                                      </p:to>
                                    </p:animClr>
                                    <p:set>
                                      <p:cBhvr>
                                        <p:cTn id="32" dur="500" fill="hold"/>
                                        <p:tgtEl>
                                          <p:spTgt spid="80"/>
                                        </p:tgtEl>
                                        <p:attrNameLst>
                                          <p:attrName>fill.type</p:attrName>
                                        </p:attrNameLst>
                                      </p:cBhvr>
                                      <p:to>
                                        <p:strVal val="solid"/>
                                      </p:to>
                                    </p:set>
                                    <p:set>
                                      <p:cBhvr>
                                        <p:cTn id="33" dur="500" fill="hold"/>
                                        <p:tgtEl>
                                          <p:spTgt spid="80"/>
                                        </p:tgtEl>
                                        <p:attrNameLst>
                                          <p:attrName>fill.on</p:attrName>
                                        </p:attrNameLst>
                                      </p:cBhvr>
                                      <p:to>
                                        <p:strVal val="true"/>
                                      </p:to>
                                    </p:set>
                                  </p:childTnLst>
                                </p:cTn>
                              </p:par>
                              <p:par>
                                <p:cTn id="34" presetID="19" presetClass="emph" presetSubtype="0" fill="hold" grpId="0" nodeType="withEffect">
                                  <p:stCondLst>
                                    <p:cond delay="0"/>
                                  </p:stCondLst>
                                  <p:childTnLst>
                                    <p:animClr clrSpc="rgb" dir="cw">
                                      <p:cBhvr override="childStyle">
                                        <p:cTn id="35" dur="500" fill="hold"/>
                                        <p:tgtEl>
                                          <p:spTgt spid="74"/>
                                        </p:tgtEl>
                                        <p:attrNameLst>
                                          <p:attrName>style.color</p:attrName>
                                        </p:attrNameLst>
                                      </p:cBhvr>
                                      <p:to>
                                        <a:schemeClr val="accent2"/>
                                      </p:to>
                                    </p:animClr>
                                    <p:animClr clrSpc="rgb" dir="cw">
                                      <p:cBhvr>
                                        <p:cTn id="36" dur="500" fill="hold"/>
                                        <p:tgtEl>
                                          <p:spTgt spid="74"/>
                                        </p:tgtEl>
                                        <p:attrNameLst>
                                          <p:attrName>fillcolor</p:attrName>
                                        </p:attrNameLst>
                                      </p:cBhvr>
                                      <p:to>
                                        <a:schemeClr val="accent2"/>
                                      </p:to>
                                    </p:animClr>
                                    <p:set>
                                      <p:cBhvr>
                                        <p:cTn id="37" dur="500" fill="hold"/>
                                        <p:tgtEl>
                                          <p:spTgt spid="74"/>
                                        </p:tgtEl>
                                        <p:attrNameLst>
                                          <p:attrName>fill.type</p:attrName>
                                        </p:attrNameLst>
                                      </p:cBhvr>
                                      <p:to>
                                        <p:strVal val="solid"/>
                                      </p:to>
                                    </p:set>
                                    <p:set>
                                      <p:cBhvr>
                                        <p:cTn id="38" dur="500" fill="hold"/>
                                        <p:tgtEl>
                                          <p:spTgt spid="74"/>
                                        </p:tgtEl>
                                        <p:attrNameLst>
                                          <p:attrName>fill.on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19" presetClass="emph" presetSubtype="0" fill="hold" grpId="0" nodeType="clickEffect">
                                  <p:stCondLst>
                                    <p:cond delay="0"/>
                                  </p:stCondLst>
                                  <p:childTnLst>
                                    <p:animClr clrSpc="rgb" dir="cw">
                                      <p:cBhvr override="childStyle">
                                        <p:cTn id="42" dur="500" fill="hold"/>
                                        <p:tgtEl>
                                          <p:spTgt spid="71"/>
                                        </p:tgtEl>
                                        <p:attrNameLst>
                                          <p:attrName>style.color</p:attrName>
                                        </p:attrNameLst>
                                      </p:cBhvr>
                                      <p:to>
                                        <a:srgbClr val="FFFF00"/>
                                      </p:to>
                                    </p:animClr>
                                    <p:animClr clrSpc="rgb" dir="cw">
                                      <p:cBhvr>
                                        <p:cTn id="43" dur="500" fill="hold"/>
                                        <p:tgtEl>
                                          <p:spTgt spid="71"/>
                                        </p:tgtEl>
                                        <p:attrNameLst>
                                          <p:attrName>fillcolor</p:attrName>
                                        </p:attrNameLst>
                                      </p:cBhvr>
                                      <p:to>
                                        <a:srgbClr val="FFFF00"/>
                                      </p:to>
                                    </p:animClr>
                                    <p:set>
                                      <p:cBhvr>
                                        <p:cTn id="44" dur="500" fill="hold"/>
                                        <p:tgtEl>
                                          <p:spTgt spid="71"/>
                                        </p:tgtEl>
                                        <p:attrNameLst>
                                          <p:attrName>fill.type</p:attrName>
                                        </p:attrNameLst>
                                      </p:cBhvr>
                                      <p:to>
                                        <p:strVal val="solid"/>
                                      </p:to>
                                    </p:set>
                                    <p:set>
                                      <p:cBhvr>
                                        <p:cTn id="45" dur="500" fill="hold"/>
                                        <p:tgtEl>
                                          <p:spTgt spid="71"/>
                                        </p:tgtEl>
                                        <p:attrNameLst>
                                          <p:attrName>fill.on</p:attrName>
                                        </p:attrNameLst>
                                      </p:cBhvr>
                                      <p:to>
                                        <p:strVal val="true"/>
                                      </p:to>
                                    </p:set>
                                  </p:childTnLst>
                                </p:cTn>
                              </p:par>
                              <p:par>
                                <p:cTn id="46" presetID="1" presetClass="entr" presetSubtype="0" fill="hold" grpId="0" nodeType="withEffect">
                                  <p:stCondLst>
                                    <p:cond delay="0"/>
                                  </p:stCondLst>
                                  <p:childTnLst>
                                    <p:set>
                                      <p:cBhvr>
                                        <p:cTn id="47" dur="1" fill="hold">
                                          <p:stCondLst>
                                            <p:cond delay="0"/>
                                          </p:stCondLst>
                                        </p:cTn>
                                        <p:tgtEl>
                                          <p:spTgt spid="6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9" presetClass="emph" presetSubtype="0" fill="hold" grpId="0" nodeType="clickEffect">
                                  <p:stCondLst>
                                    <p:cond delay="0"/>
                                  </p:stCondLst>
                                  <p:childTnLst>
                                    <p:animClr clrSpc="rgb" dir="cw">
                                      <p:cBhvr override="childStyle">
                                        <p:cTn id="51" dur="500" fill="hold"/>
                                        <p:tgtEl>
                                          <p:spTgt spid="78"/>
                                        </p:tgtEl>
                                        <p:attrNameLst>
                                          <p:attrName>style.color</p:attrName>
                                        </p:attrNameLst>
                                      </p:cBhvr>
                                      <p:to>
                                        <a:schemeClr val="accent2"/>
                                      </p:to>
                                    </p:animClr>
                                    <p:animClr clrSpc="rgb" dir="cw">
                                      <p:cBhvr>
                                        <p:cTn id="52" dur="500" fill="hold"/>
                                        <p:tgtEl>
                                          <p:spTgt spid="78"/>
                                        </p:tgtEl>
                                        <p:attrNameLst>
                                          <p:attrName>fillcolor</p:attrName>
                                        </p:attrNameLst>
                                      </p:cBhvr>
                                      <p:to>
                                        <a:schemeClr val="accent2"/>
                                      </p:to>
                                    </p:animClr>
                                    <p:set>
                                      <p:cBhvr>
                                        <p:cTn id="53" dur="500" fill="hold"/>
                                        <p:tgtEl>
                                          <p:spTgt spid="78"/>
                                        </p:tgtEl>
                                        <p:attrNameLst>
                                          <p:attrName>fill.type</p:attrName>
                                        </p:attrNameLst>
                                      </p:cBhvr>
                                      <p:to>
                                        <p:strVal val="solid"/>
                                      </p:to>
                                    </p:set>
                                    <p:set>
                                      <p:cBhvr>
                                        <p:cTn id="54" dur="500" fill="hold"/>
                                        <p:tgtEl>
                                          <p:spTgt spid="78"/>
                                        </p:tgtEl>
                                        <p:attrNameLst>
                                          <p:attrName>fill.on</p:attrName>
                                        </p:attrNameLst>
                                      </p:cBhvr>
                                      <p:to>
                                        <p:strVal val="true"/>
                                      </p:to>
                                    </p:set>
                                  </p:childTnLst>
                                </p:cTn>
                              </p:par>
                              <p:par>
                                <p:cTn id="55" presetID="19" presetClass="emph" presetSubtype="0" fill="hold" grpId="0" nodeType="withEffect">
                                  <p:stCondLst>
                                    <p:cond delay="0"/>
                                  </p:stCondLst>
                                  <p:childTnLst>
                                    <p:animClr clrSpc="rgb" dir="cw">
                                      <p:cBhvr override="childStyle">
                                        <p:cTn id="56" dur="500" fill="hold"/>
                                        <p:tgtEl>
                                          <p:spTgt spid="77"/>
                                        </p:tgtEl>
                                        <p:attrNameLst>
                                          <p:attrName>style.color</p:attrName>
                                        </p:attrNameLst>
                                      </p:cBhvr>
                                      <p:to>
                                        <a:schemeClr val="accent2"/>
                                      </p:to>
                                    </p:animClr>
                                    <p:animClr clrSpc="rgb" dir="cw">
                                      <p:cBhvr>
                                        <p:cTn id="57" dur="500" fill="hold"/>
                                        <p:tgtEl>
                                          <p:spTgt spid="77"/>
                                        </p:tgtEl>
                                        <p:attrNameLst>
                                          <p:attrName>fillcolor</p:attrName>
                                        </p:attrNameLst>
                                      </p:cBhvr>
                                      <p:to>
                                        <a:schemeClr val="accent2"/>
                                      </p:to>
                                    </p:animClr>
                                    <p:set>
                                      <p:cBhvr>
                                        <p:cTn id="58" dur="500" fill="hold"/>
                                        <p:tgtEl>
                                          <p:spTgt spid="77"/>
                                        </p:tgtEl>
                                        <p:attrNameLst>
                                          <p:attrName>fill.type</p:attrName>
                                        </p:attrNameLst>
                                      </p:cBhvr>
                                      <p:to>
                                        <p:strVal val="solid"/>
                                      </p:to>
                                    </p:set>
                                    <p:set>
                                      <p:cBhvr>
                                        <p:cTn id="59" dur="500" fill="hold"/>
                                        <p:tgtEl>
                                          <p:spTgt spid="77"/>
                                        </p:tgtEl>
                                        <p:attrNameLst>
                                          <p:attrName>fill.on</p:attrName>
                                        </p:attrNameLst>
                                      </p:cBhvr>
                                      <p:to>
                                        <p:strVal val="tru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1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9" presetClass="emph" presetSubtype="0" fill="hold" grpId="0" nodeType="clickEffect">
                                  <p:stCondLst>
                                    <p:cond delay="0"/>
                                  </p:stCondLst>
                                  <p:childTnLst>
                                    <p:animClr clrSpc="rgb" dir="cw">
                                      <p:cBhvr override="childStyle">
                                        <p:cTn id="67" dur="500" fill="hold"/>
                                        <p:tgtEl>
                                          <p:spTgt spid="105"/>
                                        </p:tgtEl>
                                        <p:attrNameLst>
                                          <p:attrName>style.color</p:attrName>
                                        </p:attrNameLst>
                                      </p:cBhvr>
                                      <p:to>
                                        <a:schemeClr val="accent2"/>
                                      </p:to>
                                    </p:animClr>
                                    <p:animClr clrSpc="rgb" dir="cw">
                                      <p:cBhvr>
                                        <p:cTn id="68" dur="500" fill="hold"/>
                                        <p:tgtEl>
                                          <p:spTgt spid="105"/>
                                        </p:tgtEl>
                                        <p:attrNameLst>
                                          <p:attrName>fillcolor</p:attrName>
                                        </p:attrNameLst>
                                      </p:cBhvr>
                                      <p:to>
                                        <a:schemeClr val="accent2"/>
                                      </p:to>
                                    </p:animClr>
                                    <p:set>
                                      <p:cBhvr>
                                        <p:cTn id="69" dur="500" fill="hold"/>
                                        <p:tgtEl>
                                          <p:spTgt spid="105"/>
                                        </p:tgtEl>
                                        <p:attrNameLst>
                                          <p:attrName>fill.type</p:attrName>
                                        </p:attrNameLst>
                                      </p:cBhvr>
                                      <p:to>
                                        <p:strVal val="solid"/>
                                      </p:to>
                                    </p:set>
                                    <p:set>
                                      <p:cBhvr>
                                        <p:cTn id="70" dur="500" fill="hold"/>
                                        <p:tgtEl>
                                          <p:spTgt spid="105"/>
                                        </p:tgtEl>
                                        <p:attrNameLst>
                                          <p:attrName>fill.on</p:attrName>
                                        </p:attrNameLst>
                                      </p:cBhvr>
                                      <p:to>
                                        <p:strVal val="true"/>
                                      </p:to>
                                    </p:set>
                                  </p:childTnLst>
                                </p:cTn>
                              </p:par>
                              <p:par>
                                <p:cTn id="71" presetID="19" presetClass="emph" presetSubtype="0" fill="hold" grpId="0" nodeType="withEffect">
                                  <p:stCondLst>
                                    <p:cond delay="0"/>
                                  </p:stCondLst>
                                  <p:childTnLst>
                                    <p:animClr clrSpc="rgb" dir="cw">
                                      <p:cBhvr override="childStyle">
                                        <p:cTn id="72" dur="500" fill="hold"/>
                                        <p:tgtEl>
                                          <p:spTgt spid="102"/>
                                        </p:tgtEl>
                                        <p:attrNameLst>
                                          <p:attrName>style.color</p:attrName>
                                        </p:attrNameLst>
                                      </p:cBhvr>
                                      <p:to>
                                        <a:schemeClr val="accent2"/>
                                      </p:to>
                                    </p:animClr>
                                    <p:animClr clrSpc="rgb" dir="cw">
                                      <p:cBhvr>
                                        <p:cTn id="73" dur="500" fill="hold"/>
                                        <p:tgtEl>
                                          <p:spTgt spid="102"/>
                                        </p:tgtEl>
                                        <p:attrNameLst>
                                          <p:attrName>fillcolor</p:attrName>
                                        </p:attrNameLst>
                                      </p:cBhvr>
                                      <p:to>
                                        <a:schemeClr val="accent2"/>
                                      </p:to>
                                    </p:animClr>
                                    <p:set>
                                      <p:cBhvr>
                                        <p:cTn id="74" dur="500" fill="hold"/>
                                        <p:tgtEl>
                                          <p:spTgt spid="102"/>
                                        </p:tgtEl>
                                        <p:attrNameLst>
                                          <p:attrName>fill.type</p:attrName>
                                        </p:attrNameLst>
                                      </p:cBhvr>
                                      <p:to>
                                        <p:strVal val="solid"/>
                                      </p:to>
                                    </p:set>
                                    <p:set>
                                      <p:cBhvr>
                                        <p:cTn id="75" dur="500" fill="hold"/>
                                        <p:tgtEl>
                                          <p:spTgt spid="102"/>
                                        </p:tgtEl>
                                        <p:attrNameLst>
                                          <p:attrName>fill.on</p:attrName>
                                        </p:attrNameLst>
                                      </p:cBhvr>
                                      <p:to>
                                        <p:strVal val="true"/>
                                      </p:to>
                                    </p:set>
                                  </p:childTnLst>
                                </p:cTn>
                              </p:par>
                              <p:par>
                                <p:cTn id="76" presetID="19" presetClass="emph" presetSubtype="0" fill="hold" grpId="0" nodeType="withEffect">
                                  <p:stCondLst>
                                    <p:cond delay="0"/>
                                  </p:stCondLst>
                                  <p:childTnLst>
                                    <p:animClr clrSpc="rgb" dir="cw">
                                      <p:cBhvr override="childStyle">
                                        <p:cTn id="77" dur="500" fill="hold"/>
                                        <p:tgtEl>
                                          <p:spTgt spid="108"/>
                                        </p:tgtEl>
                                        <p:attrNameLst>
                                          <p:attrName>style.color</p:attrName>
                                        </p:attrNameLst>
                                      </p:cBhvr>
                                      <p:to>
                                        <a:schemeClr val="accent2"/>
                                      </p:to>
                                    </p:animClr>
                                    <p:animClr clrSpc="rgb" dir="cw">
                                      <p:cBhvr>
                                        <p:cTn id="78" dur="500" fill="hold"/>
                                        <p:tgtEl>
                                          <p:spTgt spid="108"/>
                                        </p:tgtEl>
                                        <p:attrNameLst>
                                          <p:attrName>fillcolor</p:attrName>
                                        </p:attrNameLst>
                                      </p:cBhvr>
                                      <p:to>
                                        <a:schemeClr val="accent2"/>
                                      </p:to>
                                    </p:animClr>
                                    <p:set>
                                      <p:cBhvr>
                                        <p:cTn id="79" dur="500" fill="hold"/>
                                        <p:tgtEl>
                                          <p:spTgt spid="108"/>
                                        </p:tgtEl>
                                        <p:attrNameLst>
                                          <p:attrName>fill.type</p:attrName>
                                        </p:attrNameLst>
                                      </p:cBhvr>
                                      <p:to>
                                        <p:strVal val="solid"/>
                                      </p:to>
                                    </p:set>
                                    <p:set>
                                      <p:cBhvr>
                                        <p:cTn id="80" dur="500" fill="hold"/>
                                        <p:tgtEl>
                                          <p:spTgt spid="108"/>
                                        </p:tgtEl>
                                        <p:attrNameLst>
                                          <p:attrName>fill.on</p:attrName>
                                        </p:attrNameLst>
                                      </p:cBhvr>
                                      <p:to>
                                        <p:strVal val="true"/>
                                      </p:to>
                                    </p:set>
                                  </p:childTnLst>
                                </p:cTn>
                              </p:par>
                              <p:par>
                                <p:cTn id="81" presetID="19" presetClass="emph" presetSubtype="0" fill="hold" grpId="0" nodeType="withEffect">
                                  <p:stCondLst>
                                    <p:cond delay="0"/>
                                  </p:stCondLst>
                                  <p:childTnLst>
                                    <p:animClr clrSpc="rgb" dir="cw">
                                      <p:cBhvr override="childStyle">
                                        <p:cTn id="82" dur="500" fill="hold"/>
                                        <p:tgtEl>
                                          <p:spTgt spid="109"/>
                                        </p:tgtEl>
                                        <p:attrNameLst>
                                          <p:attrName>style.color</p:attrName>
                                        </p:attrNameLst>
                                      </p:cBhvr>
                                      <p:to>
                                        <a:schemeClr val="accent2"/>
                                      </p:to>
                                    </p:animClr>
                                    <p:animClr clrSpc="rgb" dir="cw">
                                      <p:cBhvr>
                                        <p:cTn id="83" dur="500" fill="hold"/>
                                        <p:tgtEl>
                                          <p:spTgt spid="109"/>
                                        </p:tgtEl>
                                        <p:attrNameLst>
                                          <p:attrName>fillcolor</p:attrName>
                                        </p:attrNameLst>
                                      </p:cBhvr>
                                      <p:to>
                                        <a:schemeClr val="accent2"/>
                                      </p:to>
                                    </p:animClr>
                                    <p:set>
                                      <p:cBhvr>
                                        <p:cTn id="84" dur="500" fill="hold"/>
                                        <p:tgtEl>
                                          <p:spTgt spid="109"/>
                                        </p:tgtEl>
                                        <p:attrNameLst>
                                          <p:attrName>fill.type</p:attrName>
                                        </p:attrNameLst>
                                      </p:cBhvr>
                                      <p:to>
                                        <p:strVal val="solid"/>
                                      </p:to>
                                    </p:set>
                                    <p:set>
                                      <p:cBhvr>
                                        <p:cTn id="85" dur="500" fill="hold"/>
                                        <p:tgtEl>
                                          <p:spTgt spid="109"/>
                                        </p:tgtEl>
                                        <p:attrNameLst>
                                          <p:attrName>fill.on</p:attrName>
                                        </p:attrNameLst>
                                      </p:cBhvr>
                                      <p:to>
                                        <p:strVal val="true"/>
                                      </p:to>
                                    </p:set>
                                  </p:childTnLst>
                                </p:cTn>
                              </p:par>
                              <p:par>
                                <p:cTn id="86" presetID="19" presetClass="emph" presetSubtype="0" fill="hold" grpId="0" nodeType="withEffect">
                                  <p:stCondLst>
                                    <p:cond delay="0"/>
                                  </p:stCondLst>
                                  <p:childTnLst>
                                    <p:animClr clrSpc="rgb" dir="cw">
                                      <p:cBhvr override="childStyle">
                                        <p:cTn id="87" dur="500" fill="hold"/>
                                        <p:tgtEl>
                                          <p:spTgt spid="103"/>
                                        </p:tgtEl>
                                        <p:attrNameLst>
                                          <p:attrName>style.color</p:attrName>
                                        </p:attrNameLst>
                                      </p:cBhvr>
                                      <p:to>
                                        <a:schemeClr val="accent2"/>
                                      </p:to>
                                    </p:animClr>
                                    <p:animClr clrSpc="rgb" dir="cw">
                                      <p:cBhvr>
                                        <p:cTn id="88" dur="500" fill="hold"/>
                                        <p:tgtEl>
                                          <p:spTgt spid="103"/>
                                        </p:tgtEl>
                                        <p:attrNameLst>
                                          <p:attrName>fillcolor</p:attrName>
                                        </p:attrNameLst>
                                      </p:cBhvr>
                                      <p:to>
                                        <a:schemeClr val="accent2"/>
                                      </p:to>
                                    </p:animClr>
                                    <p:set>
                                      <p:cBhvr>
                                        <p:cTn id="89" dur="500" fill="hold"/>
                                        <p:tgtEl>
                                          <p:spTgt spid="103"/>
                                        </p:tgtEl>
                                        <p:attrNameLst>
                                          <p:attrName>fill.type</p:attrName>
                                        </p:attrNameLst>
                                      </p:cBhvr>
                                      <p:to>
                                        <p:strVal val="solid"/>
                                      </p:to>
                                    </p:set>
                                    <p:set>
                                      <p:cBhvr>
                                        <p:cTn id="90" dur="500" fill="hold"/>
                                        <p:tgtEl>
                                          <p:spTgt spid="103"/>
                                        </p:tgtEl>
                                        <p:attrNameLst>
                                          <p:attrName>fill.on</p:attrName>
                                        </p:attrNameLst>
                                      </p:cBhvr>
                                      <p:to>
                                        <p:strVal val="tru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1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9" presetClass="emph" presetSubtype="0" fill="hold" grpId="0" nodeType="clickEffect">
                                  <p:stCondLst>
                                    <p:cond delay="0"/>
                                  </p:stCondLst>
                                  <p:childTnLst>
                                    <p:animClr clrSpc="rgb" dir="cw">
                                      <p:cBhvr override="childStyle">
                                        <p:cTn id="98" dur="500" fill="hold"/>
                                        <p:tgtEl>
                                          <p:spTgt spid="104"/>
                                        </p:tgtEl>
                                        <p:attrNameLst>
                                          <p:attrName>style.color</p:attrName>
                                        </p:attrNameLst>
                                      </p:cBhvr>
                                      <p:to>
                                        <a:schemeClr val="accent2"/>
                                      </p:to>
                                    </p:animClr>
                                    <p:animClr clrSpc="rgb" dir="cw">
                                      <p:cBhvr>
                                        <p:cTn id="99" dur="500" fill="hold"/>
                                        <p:tgtEl>
                                          <p:spTgt spid="104"/>
                                        </p:tgtEl>
                                        <p:attrNameLst>
                                          <p:attrName>fillcolor</p:attrName>
                                        </p:attrNameLst>
                                      </p:cBhvr>
                                      <p:to>
                                        <a:schemeClr val="accent2"/>
                                      </p:to>
                                    </p:animClr>
                                    <p:set>
                                      <p:cBhvr>
                                        <p:cTn id="100" dur="500" fill="hold"/>
                                        <p:tgtEl>
                                          <p:spTgt spid="104"/>
                                        </p:tgtEl>
                                        <p:attrNameLst>
                                          <p:attrName>fill.type</p:attrName>
                                        </p:attrNameLst>
                                      </p:cBhvr>
                                      <p:to>
                                        <p:strVal val="solid"/>
                                      </p:to>
                                    </p:set>
                                    <p:set>
                                      <p:cBhvr>
                                        <p:cTn id="101" dur="500" fill="hold"/>
                                        <p:tgtEl>
                                          <p:spTgt spid="104"/>
                                        </p:tgtEl>
                                        <p:attrNameLst>
                                          <p:attrName>fill.on</p:attrName>
                                        </p:attrNameLst>
                                      </p:cBhvr>
                                      <p:to>
                                        <p:strVal val="true"/>
                                      </p:to>
                                    </p:set>
                                  </p:childTnLst>
                                </p:cTn>
                              </p:par>
                              <p:par>
                                <p:cTn id="102" presetID="19" presetClass="emph" presetSubtype="0" fill="hold" grpId="0" nodeType="withEffect">
                                  <p:stCondLst>
                                    <p:cond delay="0"/>
                                  </p:stCondLst>
                                  <p:childTnLst>
                                    <p:animClr clrSpc="rgb" dir="cw">
                                      <p:cBhvr override="childStyle">
                                        <p:cTn id="103" dur="500" fill="hold"/>
                                        <p:tgtEl>
                                          <p:spTgt spid="106"/>
                                        </p:tgtEl>
                                        <p:attrNameLst>
                                          <p:attrName>style.color</p:attrName>
                                        </p:attrNameLst>
                                      </p:cBhvr>
                                      <p:to>
                                        <a:schemeClr val="accent2"/>
                                      </p:to>
                                    </p:animClr>
                                    <p:animClr clrSpc="rgb" dir="cw">
                                      <p:cBhvr>
                                        <p:cTn id="104" dur="500" fill="hold"/>
                                        <p:tgtEl>
                                          <p:spTgt spid="106"/>
                                        </p:tgtEl>
                                        <p:attrNameLst>
                                          <p:attrName>fillcolor</p:attrName>
                                        </p:attrNameLst>
                                      </p:cBhvr>
                                      <p:to>
                                        <a:schemeClr val="accent2"/>
                                      </p:to>
                                    </p:animClr>
                                    <p:set>
                                      <p:cBhvr>
                                        <p:cTn id="105" dur="500" fill="hold"/>
                                        <p:tgtEl>
                                          <p:spTgt spid="106"/>
                                        </p:tgtEl>
                                        <p:attrNameLst>
                                          <p:attrName>fill.type</p:attrName>
                                        </p:attrNameLst>
                                      </p:cBhvr>
                                      <p:to>
                                        <p:strVal val="solid"/>
                                      </p:to>
                                    </p:set>
                                    <p:set>
                                      <p:cBhvr>
                                        <p:cTn id="106" dur="500" fill="hold"/>
                                        <p:tgtEl>
                                          <p:spTgt spid="106"/>
                                        </p:tgtEl>
                                        <p:attrNameLst>
                                          <p:attrName>fill.on</p:attrName>
                                        </p:attrNameLst>
                                      </p:cBhvr>
                                      <p:to>
                                        <p:strVal val="tru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1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9" presetClass="emph" presetSubtype="0" fill="hold" grpId="0" nodeType="clickEffect">
                                  <p:stCondLst>
                                    <p:cond delay="0"/>
                                  </p:stCondLst>
                                  <p:childTnLst>
                                    <p:animClr clrSpc="rgb" dir="cw">
                                      <p:cBhvr override="childStyle">
                                        <p:cTn id="114" dur="500" fill="hold"/>
                                        <p:tgtEl>
                                          <p:spTgt spid="107"/>
                                        </p:tgtEl>
                                        <p:attrNameLst>
                                          <p:attrName>style.color</p:attrName>
                                        </p:attrNameLst>
                                      </p:cBhvr>
                                      <p:to>
                                        <a:schemeClr val="accent2"/>
                                      </p:to>
                                    </p:animClr>
                                    <p:animClr clrSpc="rgb" dir="cw">
                                      <p:cBhvr>
                                        <p:cTn id="115" dur="500" fill="hold"/>
                                        <p:tgtEl>
                                          <p:spTgt spid="107"/>
                                        </p:tgtEl>
                                        <p:attrNameLst>
                                          <p:attrName>fillcolor</p:attrName>
                                        </p:attrNameLst>
                                      </p:cBhvr>
                                      <p:to>
                                        <a:schemeClr val="accent2"/>
                                      </p:to>
                                    </p:animClr>
                                    <p:set>
                                      <p:cBhvr>
                                        <p:cTn id="116" dur="500" fill="hold"/>
                                        <p:tgtEl>
                                          <p:spTgt spid="107"/>
                                        </p:tgtEl>
                                        <p:attrNameLst>
                                          <p:attrName>fill.type</p:attrName>
                                        </p:attrNameLst>
                                      </p:cBhvr>
                                      <p:to>
                                        <p:strVal val="solid"/>
                                      </p:to>
                                    </p:set>
                                    <p:set>
                                      <p:cBhvr>
                                        <p:cTn id="117" dur="500" fill="hold"/>
                                        <p:tgtEl>
                                          <p:spTgt spid="107"/>
                                        </p:tgtEl>
                                        <p:attrNameLst>
                                          <p:attrName>fill.on</p:attrName>
                                        </p:attrNameLst>
                                      </p:cBhvr>
                                      <p:to>
                                        <p:strVal val="tru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115"/>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9" presetClass="emph" presetSubtype="0" fill="hold" grpId="0" nodeType="clickEffect">
                                  <p:stCondLst>
                                    <p:cond delay="0"/>
                                  </p:stCondLst>
                                  <p:childTnLst>
                                    <p:animClr clrSpc="rgb" dir="cw">
                                      <p:cBhvr override="childStyle">
                                        <p:cTn id="125" dur="500" fill="hold"/>
                                        <p:tgtEl>
                                          <p:spTgt spid="101"/>
                                        </p:tgtEl>
                                        <p:attrNameLst>
                                          <p:attrName>style.color</p:attrName>
                                        </p:attrNameLst>
                                      </p:cBhvr>
                                      <p:to>
                                        <a:schemeClr val="accent2"/>
                                      </p:to>
                                    </p:animClr>
                                    <p:animClr clrSpc="rgb" dir="cw">
                                      <p:cBhvr>
                                        <p:cTn id="126" dur="500" fill="hold"/>
                                        <p:tgtEl>
                                          <p:spTgt spid="101"/>
                                        </p:tgtEl>
                                        <p:attrNameLst>
                                          <p:attrName>fillcolor</p:attrName>
                                        </p:attrNameLst>
                                      </p:cBhvr>
                                      <p:to>
                                        <a:schemeClr val="accent2"/>
                                      </p:to>
                                    </p:animClr>
                                    <p:set>
                                      <p:cBhvr>
                                        <p:cTn id="127" dur="500" fill="hold"/>
                                        <p:tgtEl>
                                          <p:spTgt spid="101"/>
                                        </p:tgtEl>
                                        <p:attrNameLst>
                                          <p:attrName>fill.type</p:attrName>
                                        </p:attrNameLst>
                                      </p:cBhvr>
                                      <p:to>
                                        <p:strVal val="solid"/>
                                      </p:to>
                                    </p:set>
                                    <p:set>
                                      <p:cBhvr>
                                        <p:cTn id="128" dur="500" fill="hold"/>
                                        <p:tgtEl>
                                          <p:spTgt spid="101"/>
                                        </p:tgtEl>
                                        <p:attrNameLst>
                                          <p:attrName>fill.on</p:attrName>
                                        </p:attrNameLst>
                                      </p:cBhvr>
                                      <p:to>
                                        <p:strVal val="tru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51"/>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3" grpId="0" animBg="1"/>
      <p:bldP spid="74" grpId="0" animBg="1"/>
      <p:bldP spid="75" grpId="0" animBg="1"/>
      <p:bldP spid="76" grpId="0" animBg="1"/>
      <p:bldP spid="77" grpId="0" animBg="1"/>
      <p:bldP spid="78" grpId="0" animBg="1"/>
      <p:bldP spid="79" grpId="0" animBg="1"/>
      <p:bldP spid="80" grpId="0" animBg="1"/>
      <p:bldP spid="51" grpId="0"/>
      <p:bldP spid="52" grpId="0"/>
      <p:bldP spid="60" grpId="0" animBg="1"/>
      <p:bldP spid="61"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2" grpId="0" animBg="1"/>
      <p:bldP spid="113" grpId="0" animBg="1"/>
      <p:bldP spid="114" grpId="0" animBg="1"/>
      <p:bldP spid="11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Straight Connector 42">
            <a:extLst>
              <a:ext uri="{FF2B5EF4-FFF2-40B4-BE49-F238E27FC236}">
                <a16:creationId xmlns:a16="http://schemas.microsoft.com/office/drawing/2014/main" id="{6205DD86-315C-53B6-CEEF-A9919650168E}"/>
              </a:ext>
            </a:extLst>
          </p:cNvPr>
          <p:cNvCxnSpPr>
            <a:cxnSpLocks/>
            <a:stCxn id="38" idx="1"/>
            <a:endCxn id="40" idx="6"/>
          </p:cNvCxnSpPr>
          <p:nvPr/>
        </p:nvCxnSpPr>
        <p:spPr>
          <a:xfrm flipV="1">
            <a:off x="2541204" y="3525126"/>
            <a:ext cx="2096796" cy="13172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205DD86-315C-53B6-CEEF-A9919650168E}"/>
              </a:ext>
            </a:extLst>
          </p:cNvPr>
          <p:cNvCxnSpPr>
            <a:cxnSpLocks/>
            <a:stCxn id="37" idx="2"/>
            <a:endCxn id="40" idx="6"/>
          </p:cNvCxnSpPr>
          <p:nvPr/>
        </p:nvCxnSpPr>
        <p:spPr>
          <a:xfrm flipV="1">
            <a:off x="3921971" y="3525126"/>
            <a:ext cx="716029" cy="12965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39" idx="3"/>
            <a:endCxn id="40" idx="6"/>
          </p:cNvCxnSpPr>
          <p:nvPr/>
        </p:nvCxnSpPr>
        <p:spPr>
          <a:xfrm flipH="1" flipV="1">
            <a:off x="4638000" y="3525126"/>
            <a:ext cx="682135" cy="13172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6205DD86-315C-53B6-CEEF-A9919650168E}"/>
              </a:ext>
            </a:extLst>
          </p:cNvPr>
          <p:cNvCxnSpPr>
            <a:cxnSpLocks/>
            <a:stCxn id="39" idx="3"/>
            <a:endCxn id="34" idx="6"/>
          </p:cNvCxnSpPr>
          <p:nvPr/>
        </p:nvCxnSpPr>
        <p:spPr>
          <a:xfrm flipH="1" flipV="1">
            <a:off x="3242892" y="3525126"/>
            <a:ext cx="2077243" cy="13172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38" idx="1"/>
            <a:endCxn id="34" idx="6"/>
          </p:cNvCxnSpPr>
          <p:nvPr/>
        </p:nvCxnSpPr>
        <p:spPr>
          <a:xfrm flipV="1">
            <a:off x="2541204" y="3525126"/>
            <a:ext cx="701688" cy="13172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6205DD86-315C-53B6-CEEF-A9919650168E}"/>
              </a:ext>
            </a:extLst>
          </p:cNvPr>
          <p:cNvCxnSpPr>
            <a:cxnSpLocks/>
            <a:stCxn id="37" idx="2"/>
            <a:endCxn id="34" idx="6"/>
          </p:cNvCxnSpPr>
          <p:nvPr/>
        </p:nvCxnSpPr>
        <p:spPr>
          <a:xfrm flipH="1" flipV="1">
            <a:off x="3242892" y="3525126"/>
            <a:ext cx="679079" cy="12965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4</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54163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32" name="Content Placeholder 2"/>
              <p:cNvSpPr txBox="1">
                <a:spLocks/>
              </p:cNvSpPr>
              <p:nvPr/>
            </p:nvSpPr>
            <p:spPr>
              <a:xfrm>
                <a:off x="131176" y="867839"/>
                <a:ext cx="12024000" cy="605361"/>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the domination number and total domination number of</a:t>
                </a:r>
                <a14:m>
                  <m:oMath xmlns:m="http://schemas.openxmlformats.org/officeDocument/2006/math">
                    <m:r>
                      <a:rPr lang="en-US" sz="2800" b="0" i="1" smtClean="0">
                        <a:solidFill>
                          <a:schemeClr val="bg1"/>
                        </a:solidFill>
                        <a:latin typeface="Cambria Math" panose="02040503050406030204" pitchFamily="18" charset="0"/>
                      </a:rPr>
                      <m:t> </m:t>
                    </m:r>
                    <m:sSub>
                      <m:sSubPr>
                        <m:ctrlPr>
                          <a:rPr lang="en-US" sz="2800" b="0" i="1" smtClean="0">
                            <a:solidFill>
                              <a:schemeClr val="bg1"/>
                            </a:solidFill>
                            <a:latin typeface="Cambria Math" panose="02040503050406030204" pitchFamily="18" charset="0"/>
                          </a:rPr>
                        </m:ctrlPr>
                      </m:sSubPr>
                      <m:e>
                        <m:r>
                          <m:rPr>
                            <m:sty m:val="p"/>
                          </m:rPr>
                          <a:rPr lang="en-US" sz="2800" b="0" i="0" smtClean="0">
                            <a:solidFill>
                              <a:schemeClr val="bg1"/>
                            </a:solidFill>
                            <a:latin typeface="Cambria Math" panose="02040503050406030204" pitchFamily="18" charset="0"/>
                          </a:rPr>
                          <m:t>K</m:t>
                        </m:r>
                      </m:e>
                      <m:sub>
                        <m:r>
                          <a:rPr lang="en-US" sz="2800" b="0" i="0" smtClean="0">
                            <a:solidFill>
                              <a:schemeClr val="bg1"/>
                            </a:solidFill>
                            <a:latin typeface="Cambria Math" panose="02040503050406030204" pitchFamily="18" charset="0"/>
                          </a:rPr>
                          <m:t>2,3</m:t>
                        </m:r>
                      </m:sub>
                    </m:sSub>
                  </m:oMath>
                </a14:m>
                <a:r>
                  <a:rPr lang="en-US" sz="2800" b="1" dirty="0">
                    <a:solidFill>
                      <a:schemeClr val="bg1"/>
                    </a:solidFill>
                  </a:rPr>
                  <a:t>.</a:t>
                </a:r>
                <a:endParaRPr lang="en-US" sz="2800" dirty="0">
                  <a:solidFill>
                    <a:schemeClr val="bg1"/>
                  </a:solidFill>
                </a:endParaRPr>
              </a:p>
            </p:txBody>
          </p:sp>
        </mc:Choice>
        <mc:Fallback xmlns="">
          <p:sp>
            <p:nvSpPr>
              <p:cNvPr id="32" name="Content Placeholder 2"/>
              <p:cNvSpPr txBox="1">
                <a:spLocks noRot="1" noChangeAspect="1" noMove="1" noResize="1" noEditPoints="1" noAdjustHandles="1" noChangeArrowheads="1" noChangeShapeType="1" noTextEdit="1"/>
              </p:cNvSpPr>
              <p:nvPr/>
            </p:nvSpPr>
            <p:spPr>
              <a:xfrm>
                <a:off x="131176" y="867839"/>
                <a:ext cx="12024000" cy="605361"/>
              </a:xfrm>
              <a:prstGeom prst="rect">
                <a:avLst/>
              </a:prstGeom>
              <a:blipFill rotWithShape="0">
                <a:blip r:embed="rId2"/>
                <a:stretch>
                  <a:fillRect l="-1065" t="-10000" b="-13000"/>
                </a:stretch>
              </a:blipFill>
              <a:ln>
                <a:noFill/>
              </a:ln>
            </p:spPr>
            <p:txBody>
              <a:bodyPr/>
              <a:lstStyle/>
              <a:p>
                <a:r>
                  <a:rPr lang="en-US">
                    <a:noFill/>
                  </a:rPr>
                  <a:t> </a:t>
                </a:r>
              </a:p>
            </p:txBody>
          </p:sp>
        </mc:Fallback>
      </mc:AlternateContent>
      <p:sp>
        <p:nvSpPr>
          <p:cNvPr id="34" name="Oval 33">
            <a:extLst>
              <a:ext uri="{FF2B5EF4-FFF2-40B4-BE49-F238E27FC236}">
                <a16:creationId xmlns:a16="http://schemas.microsoft.com/office/drawing/2014/main" id="{BDD11F87-DA81-9510-C1CB-0AF4093562CB}"/>
              </a:ext>
            </a:extLst>
          </p:cNvPr>
          <p:cNvSpPr/>
          <p:nvPr/>
        </p:nvSpPr>
        <p:spPr>
          <a:xfrm rot="5400000">
            <a:off x="3172329" y="338256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7" name="Oval 36">
            <a:extLst>
              <a:ext uri="{FF2B5EF4-FFF2-40B4-BE49-F238E27FC236}">
                <a16:creationId xmlns:a16="http://schemas.microsoft.com/office/drawing/2014/main" id="{BDD11F87-DA81-9510-C1CB-0AF4093562CB}"/>
              </a:ext>
            </a:extLst>
          </p:cNvPr>
          <p:cNvSpPr/>
          <p:nvPr/>
        </p:nvSpPr>
        <p:spPr>
          <a:xfrm rot="5400000">
            <a:off x="3851408" y="482023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2419729" y="482023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5300484" y="482023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4567437" y="338256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Rectangle 54"/>
          <p:cNvSpPr/>
          <p:nvPr/>
        </p:nvSpPr>
        <p:spPr>
          <a:xfrm>
            <a:off x="2406286" y="2321087"/>
            <a:ext cx="3094117" cy="523220"/>
          </a:xfrm>
          <a:prstGeom prst="rect">
            <a:avLst/>
          </a:prstGeom>
        </p:spPr>
        <p:txBody>
          <a:bodyPr wrap="none">
            <a:spAutoFit/>
          </a:bodyPr>
          <a:lstStyle/>
          <a:p>
            <a:r>
              <a:rPr lang="en-US" sz="2800" dirty="0"/>
              <a:t>Domination Number </a:t>
            </a:r>
          </a:p>
        </p:txBody>
      </p:sp>
      <p:sp>
        <p:nvSpPr>
          <p:cNvPr id="56" name="Rectangle 55"/>
          <p:cNvSpPr/>
          <p:nvPr/>
        </p:nvSpPr>
        <p:spPr>
          <a:xfrm>
            <a:off x="6519931" y="2326088"/>
            <a:ext cx="3902030" cy="523220"/>
          </a:xfrm>
          <a:prstGeom prst="rect">
            <a:avLst/>
          </a:prstGeom>
        </p:spPr>
        <p:txBody>
          <a:bodyPr wrap="none">
            <a:spAutoFit/>
          </a:bodyPr>
          <a:lstStyle/>
          <a:p>
            <a:r>
              <a:rPr lang="en-US" sz="2800" dirty="0"/>
              <a:t>Total Domination Number </a:t>
            </a:r>
          </a:p>
        </p:txBody>
      </p:sp>
      <p:sp>
        <p:nvSpPr>
          <p:cNvPr id="57" name="Rectangle 56"/>
          <p:cNvSpPr/>
          <p:nvPr/>
        </p:nvSpPr>
        <p:spPr>
          <a:xfrm>
            <a:off x="2309545" y="5392639"/>
            <a:ext cx="3525324" cy="523220"/>
          </a:xfrm>
          <a:prstGeom prst="rect">
            <a:avLst/>
          </a:prstGeom>
        </p:spPr>
        <p:txBody>
          <a:bodyPr wrap="none">
            <a:spAutoFit/>
          </a:bodyPr>
          <a:lstStyle/>
          <a:p>
            <a:r>
              <a:rPr lang="en-US" sz="2800" dirty="0"/>
              <a:t>Domination Number = 2</a:t>
            </a:r>
          </a:p>
        </p:txBody>
      </p:sp>
      <p:sp>
        <p:nvSpPr>
          <p:cNvPr id="58" name="Rectangle 57"/>
          <p:cNvSpPr/>
          <p:nvPr/>
        </p:nvSpPr>
        <p:spPr>
          <a:xfrm>
            <a:off x="6519931" y="5392639"/>
            <a:ext cx="4333238" cy="523220"/>
          </a:xfrm>
          <a:prstGeom prst="rect">
            <a:avLst/>
          </a:prstGeom>
        </p:spPr>
        <p:txBody>
          <a:bodyPr wrap="none">
            <a:spAutoFit/>
          </a:bodyPr>
          <a:lstStyle/>
          <a:p>
            <a:r>
              <a:rPr lang="en-US" sz="2800" dirty="0"/>
              <a:t>Total Domination Number = 2</a:t>
            </a:r>
          </a:p>
        </p:txBody>
      </p:sp>
      <p:cxnSp>
        <p:nvCxnSpPr>
          <p:cNvPr id="80" name="Straight Connector 79">
            <a:extLst>
              <a:ext uri="{FF2B5EF4-FFF2-40B4-BE49-F238E27FC236}">
                <a16:creationId xmlns:a16="http://schemas.microsoft.com/office/drawing/2014/main" id="{6205DD86-315C-53B6-CEEF-A9919650168E}"/>
              </a:ext>
            </a:extLst>
          </p:cNvPr>
          <p:cNvCxnSpPr>
            <a:cxnSpLocks/>
            <a:stCxn id="99" idx="1"/>
            <a:endCxn id="101" idx="6"/>
          </p:cNvCxnSpPr>
          <p:nvPr/>
        </p:nvCxnSpPr>
        <p:spPr>
          <a:xfrm flipV="1">
            <a:off x="7604157" y="3525126"/>
            <a:ext cx="2096796" cy="13172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98" idx="2"/>
            <a:endCxn id="101" idx="6"/>
          </p:cNvCxnSpPr>
          <p:nvPr/>
        </p:nvCxnSpPr>
        <p:spPr>
          <a:xfrm flipV="1">
            <a:off x="8984924" y="3525126"/>
            <a:ext cx="716029" cy="12965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6205DD86-315C-53B6-CEEF-A9919650168E}"/>
              </a:ext>
            </a:extLst>
          </p:cNvPr>
          <p:cNvCxnSpPr>
            <a:cxnSpLocks/>
            <a:stCxn id="100" idx="3"/>
            <a:endCxn id="101" idx="6"/>
          </p:cNvCxnSpPr>
          <p:nvPr/>
        </p:nvCxnSpPr>
        <p:spPr>
          <a:xfrm flipH="1" flipV="1">
            <a:off x="9700953" y="3525126"/>
            <a:ext cx="682135" cy="13172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100" idx="3"/>
            <a:endCxn id="97" idx="6"/>
          </p:cNvCxnSpPr>
          <p:nvPr/>
        </p:nvCxnSpPr>
        <p:spPr>
          <a:xfrm flipH="1" flipV="1">
            <a:off x="8305845" y="3525126"/>
            <a:ext cx="2077243" cy="13172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Straight Connector 94">
            <a:extLst>
              <a:ext uri="{FF2B5EF4-FFF2-40B4-BE49-F238E27FC236}">
                <a16:creationId xmlns:a16="http://schemas.microsoft.com/office/drawing/2014/main" id="{6205DD86-315C-53B6-CEEF-A9919650168E}"/>
              </a:ext>
            </a:extLst>
          </p:cNvPr>
          <p:cNvCxnSpPr>
            <a:cxnSpLocks/>
            <a:stCxn id="99" idx="1"/>
            <a:endCxn id="97" idx="6"/>
          </p:cNvCxnSpPr>
          <p:nvPr/>
        </p:nvCxnSpPr>
        <p:spPr>
          <a:xfrm flipV="1">
            <a:off x="7604157" y="3525126"/>
            <a:ext cx="701688" cy="13172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98" idx="2"/>
            <a:endCxn id="97" idx="6"/>
          </p:cNvCxnSpPr>
          <p:nvPr/>
        </p:nvCxnSpPr>
        <p:spPr>
          <a:xfrm flipH="1" flipV="1">
            <a:off x="8305845" y="3525126"/>
            <a:ext cx="679079" cy="12965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7" name="Oval 96">
            <a:extLst>
              <a:ext uri="{FF2B5EF4-FFF2-40B4-BE49-F238E27FC236}">
                <a16:creationId xmlns:a16="http://schemas.microsoft.com/office/drawing/2014/main" id="{BDD11F87-DA81-9510-C1CB-0AF4093562CB}"/>
              </a:ext>
            </a:extLst>
          </p:cNvPr>
          <p:cNvSpPr/>
          <p:nvPr/>
        </p:nvSpPr>
        <p:spPr>
          <a:xfrm rot="5400000">
            <a:off x="8235282" y="338256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8" name="Oval 97">
            <a:extLst>
              <a:ext uri="{FF2B5EF4-FFF2-40B4-BE49-F238E27FC236}">
                <a16:creationId xmlns:a16="http://schemas.microsoft.com/office/drawing/2014/main" id="{BDD11F87-DA81-9510-C1CB-0AF4093562CB}"/>
              </a:ext>
            </a:extLst>
          </p:cNvPr>
          <p:cNvSpPr/>
          <p:nvPr/>
        </p:nvSpPr>
        <p:spPr>
          <a:xfrm rot="5400000">
            <a:off x="8914361" y="482023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9" name="Oval 98">
            <a:extLst>
              <a:ext uri="{FF2B5EF4-FFF2-40B4-BE49-F238E27FC236}">
                <a16:creationId xmlns:a16="http://schemas.microsoft.com/office/drawing/2014/main" id="{BDD11F87-DA81-9510-C1CB-0AF4093562CB}"/>
              </a:ext>
            </a:extLst>
          </p:cNvPr>
          <p:cNvSpPr/>
          <p:nvPr/>
        </p:nvSpPr>
        <p:spPr>
          <a:xfrm rot="5400000">
            <a:off x="7482682" y="482023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0" name="Oval 99">
            <a:extLst>
              <a:ext uri="{FF2B5EF4-FFF2-40B4-BE49-F238E27FC236}">
                <a16:creationId xmlns:a16="http://schemas.microsoft.com/office/drawing/2014/main" id="{BDD11F87-DA81-9510-C1CB-0AF4093562CB}"/>
              </a:ext>
            </a:extLst>
          </p:cNvPr>
          <p:cNvSpPr/>
          <p:nvPr/>
        </p:nvSpPr>
        <p:spPr>
          <a:xfrm rot="5400000">
            <a:off x="10363437" y="482023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1" name="Oval 100">
            <a:extLst>
              <a:ext uri="{FF2B5EF4-FFF2-40B4-BE49-F238E27FC236}">
                <a16:creationId xmlns:a16="http://schemas.microsoft.com/office/drawing/2014/main" id="{BDD11F87-DA81-9510-C1CB-0AF4093562CB}"/>
              </a:ext>
            </a:extLst>
          </p:cNvPr>
          <p:cNvSpPr/>
          <p:nvPr/>
        </p:nvSpPr>
        <p:spPr>
          <a:xfrm rot="5400000">
            <a:off x="9630390" y="338256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2" name="Oval 101"/>
          <p:cNvSpPr/>
          <p:nvPr/>
        </p:nvSpPr>
        <p:spPr>
          <a:xfrm>
            <a:off x="3078519" y="3294000"/>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3" name="Oval 102"/>
          <p:cNvSpPr/>
          <p:nvPr/>
        </p:nvSpPr>
        <p:spPr>
          <a:xfrm>
            <a:off x="4489614" y="3294000"/>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4" name="Oval 103"/>
          <p:cNvSpPr/>
          <p:nvPr/>
        </p:nvSpPr>
        <p:spPr>
          <a:xfrm>
            <a:off x="8141472" y="3294000"/>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5" name="Oval 104"/>
          <p:cNvSpPr/>
          <p:nvPr/>
        </p:nvSpPr>
        <p:spPr>
          <a:xfrm>
            <a:off x="8822989" y="4737072"/>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86530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34"/>
                                        </p:tgtEl>
                                        <p:attrNameLst>
                                          <p:attrName>style.color</p:attrName>
                                        </p:attrNameLst>
                                      </p:cBhvr>
                                      <p:to>
                                        <a:srgbClr val="FFFF00"/>
                                      </p:to>
                                    </p:animClr>
                                    <p:animClr clrSpc="rgb" dir="cw">
                                      <p:cBhvr>
                                        <p:cTn id="7" dur="500" fill="hold"/>
                                        <p:tgtEl>
                                          <p:spTgt spid="34"/>
                                        </p:tgtEl>
                                        <p:attrNameLst>
                                          <p:attrName>fillcolor</p:attrName>
                                        </p:attrNameLst>
                                      </p:cBhvr>
                                      <p:to>
                                        <a:srgbClr val="FFFF00"/>
                                      </p:to>
                                    </p:animClr>
                                    <p:set>
                                      <p:cBhvr>
                                        <p:cTn id="8" dur="500" fill="hold"/>
                                        <p:tgtEl>
                                          <p:spTgt spid="34"/>
                                        </p:tgtEl>
                                        <p:attrNameLst>
                                          <p:attrName>fill.type</p:attrName>
                                        </p:attrNameLst>
                                      </p:cBhvr>
                                      <p:to>
                                        <p:strVal val="solid"/>
                                      </p:to>
                                    </p:set>
                                    <p:set>
                                      <p:cBhvr>
                                        <p:cTn id="9" dur="500" fill="hold"/>
                                        <p:tgtEl>
                                          <p:spTgt spid="34"/>
                                        </p:tgtEl>
                                        <p:attrNameLst>
                                          <p:attrName>fill.on</p:attrName>
                                        </p:attrNameLst>
                                      </p:cBhvr>
                                      <p:to>
                                        <p:strVal val="true"/>
                                      </p:to>
                                    </p:set>
                                  </p:childTnLst>
                                </p:cTn>
                              </p:par>
                              <p:par>
                                <p:cTn id="10" presetID="1" presetClass="entr" presetSubtype="0" fill="hold" grpId="0" nodeType="withEffect">
                                  <p:stCondLst>
                                    <p:cond delay="0"/>
                                  </p:stCondLst>
                                  <p:childTnLst>
                                    <p:set>
                                      <p:cBhvr>
                                        <p:cTn id="11" dur="1" fill="hold">
                                          <p:stCondLst>
                                            <p:cond delay="0"/>
                                          </p:stCondLst>
                                        </p:cTn>
                                        <p:tgtEl>
                                          <p:spTgt spid="10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9" presetClass="emph" presetSubtype="0" fill="hold" grpId="0" nodeType="clickEffect">
                                  <p:stCondLst>
                                    <p:cond delay="0"/>
                                  </p:stCondLst>
                                  <p:childTnLst>
                                    <p:animClr clrSpc="rgb" dir="cw">
                                      <p:cBhvr override="childStyle">
                                        <p:cTn id="15" dur="500" fill="hold"/>
                                        <p:tgtEl>
                                          <p:spTgt spid="38"/>
                                        </p:tgtEl>
                                        <p:attrNameLst>
                                          <p:attrName>style.color</p:attrName>
                                        </p:attrNameLst>
                                      </p:cBhvr>
                                      <p:to>
                                        <a:schemeClr val="accent2"/>
                                      </p:to>
                                    </p:animClr>
                                    <p:animClr clrSpc="rgb" dir="cw">
                                      <p:cBhvr>
                                        <p:cTn id="16" dur="500" fill="hold"/>
                                        <p:tgtEl>
                                          <p:spTgt spid="38"/>
                                        </p:tgtEl>
                                        <p:attrNameLst>
                                          <p:attrName>fillcolor</p:attrName>
                                        </p:attrNameLst>
                                      </p:cBhvr>
                                      <p:to>
                                        <a:schemeClr val="accent2"/>
                                      </p:to>
                                    </p:animClr>
                                    <p:set>
                                      <p:cBhvr>
                                        <p:cTn id="17" dur="500" fill="hold"/>
                                        <p:tgtEl>
                                          <p:spTgt spid="38"/>
                                        </p:tgtEl>
                                        <p:attrNameLst>
                                          <p:attrName>fill.type</p:attrName>
                                        </p:attrNameLst>
                                      </p:cBhvr>
                                      <p:to>
                                        <p:strVal val="solid"/>
                                      </p:to>
                                    </p:set>
                                    <p:set>
                                      <p:cBhvr>
                                        <p:cTn id="18" dur="500" fill="hold"/>
                                        <p:tgtEl>
                                          <p:spTgt spid="38"/>
                                        </p:tgtEl>
                                        <p:attrNameLst>
                                          <p:attrName>fill.on</p:attrName>
                                        </p:attrNameLst>
                                      </p:cBhvr>
                                      <p:to>
                                        <p:strVal val="true"/>
                                      </p:to>
                                    </p:set>
                                  </p:childTnLst>
                                </p:cTn>
                              </p:par>
                              <p:par>
                                <p:cTn id="19" presetID="19" presetClass="emph" presetSubtype="0" fill="hold" grpId="0" nodeType="withEffect">
                                  <p:stCondLst>
                                    <p:cond delay="0"/>
                                  </p:stCondLst>
                                  <p:childTnLst>
                                    <p:animClr clrSpc="rgb" dir="cw">
                                      <p:cBhvr override="childStyle">
                                        <p:cTn id="20" dur="500" fill="hold"/>
                                        <p:tgtEl>
                                          <p:spTgt spid="37"/>
                                        </p:tgtEl>
                                        <p:attrNameLst>
                                          <p:attrName>style.color</p:attrName>
                                        </p:attrNameLst>
                                      </p:cBhvr>
                                      <p:to>
                                        <a:schemeClr val="accent2"/>
                                      </p:to>
                                    </p:animClr>
                                    <p:animClr clrSpc="rgb" dir="cw">
                                      <p:cBhvr>
                                        <p:cTn id="21" dur="500" fill="hold"/>
                                        <p:tgtEl>
                                          <p:spTgt spid="37"/>
                                        </p:tgtEl>
                                        <p:attrNameLst>
                                          <p:attrName>fillcolor</p:attrName>
                                        </p:attrNameLst>
                                      </p:cBhvr>
                                      <p:to>
                                        <a:schemeClr val="accent2"/>
                                      </p:to>
                                    </p:animClr>
                                    <p:set>
                                      <p:cBhvr>
                                        <p:cTn id="22" dur="500" fill="hold"/>
                                        <p:tgtEl>
                                          <p:spTgt spid="37"/>
                                        </p:tgtEl>
                                        <p:attrNameLst>
                                          <p:attrName>fill.type</p:attrName>
                                        </p:attrNameLst>
                                      </p:cBhvr>
                                      <p:to>
                                        <p:strVal val="solid"/>
                                      </p:to>
                                    </p:set>
                                    <p:set>
                                      <p:cBhvr>
                                        <p:cTn id="23" dur="500" fill="hold"/>
                                        <p:tgtEl>
                                          <p:spTgt spid="37"/>
                                        </p:tgtEl>
                                        <p:attrNameLst>
                                          <p:attrName>fill.on</p:attrName>
                                        </p:attrNameLst>
                                      </p:cBhvr>
                                      <p:to>
                                        <p:strVal val="true"/>
                                      </p:to>
                                    </p:set>
                                  </p:childTnLst>
                                </p:cTn>
                              </p:par>
                              <p:par>
                                <p:cTn id="24" presetID="19" presetClass="emph" presetSubtype="0" fill="hold" grpId="0" nodeType="withEffect">
                                  <p:stCondLst>
                                    <p:cond delay="0"/>
                                  </p:stCondLst>
                                  <p:childTnLst>
                                    <p:animClr clrSpc="rgb" dir="cw">
                                      <p:cBhvr override="childStyle">
                                        <p:cTn id="25" dur="500" fill="hold"/>
                                        <p:tgtEl>
                                          <p:spTgt spid="39"/>
                                        </p:tgtEl>
                                        <p:attrNameLst>
                                          <p:attrName>style.color</p:attrName>
                                        </p:attrNameLst>
                                      </p:cBhvr>
                                      <p:to>
                                        <a:schemeClr val="accent2"/>
                                      </p:to>
                                    </p:animClr>
                                    <p:animClr clrSpc="rgb" dir="cw">
                                      <p:cBhvr>
                                        <p:cTn id="26" dur="500" fill="hold"/>
                                        <p:tgtEl>
                                          <p:spTgt spid="39"/>
                                        </p:tgtEl>
                                        <p:attrNameLst>
                                          <p:attrName>fillcolor</p:attrName>
                                        </p:attrNameLst>
                                      </p:cBhvr>
                                      <p:to>
                                        <a:schemeClr val="accent2"/>
                                      </p:to>
                                    </p:animClr>
                                    <p:set>
                                      <p:cBhvr>
                                        <p:cTn id="27" dur="500" fill="hold"/>
                                        <p:tgtEl>
                                          <p:spTgt spid="39"/>
                                        </p:tgtEl>
                                        <p:attrNameLst>
                                          <p:attrName>fill.type</p:attrName>
                                        </p:attrNameLst>
                                      </p:cBhvr>
                                      <p:to>
                                        <p:strVal val="solid"/>
                                      </p:to>
                                    </p:set>
                                    <p:set>
                                      <p:cBhvr>
                                        <p:cTn id="28" dur="500" fill="hold"/>
                                        <p:tgtEl>
                                          <p:spTgt spid="39"/>
                                        </p:tgtEl>
                                        <p:attrNameLst>
                                          <p:attrName>fill.on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9" presetClass="emph" presetSubtype="0" fill="hold" grpId="0" nodeType="clickEffect">
                                  <p:stCondLst>
                                    <p:cond delay="0"/>
                                  </p:stCondLst>
                                  <p:childTnLst>
                                    <p:animClr clrSpc="rgb" dir="cw">
                                      <p:cBhvr override="childStyle">
                                        <p:cTn id="32" dur="500" fill="hold"/>
                                        <p:tgtEl>
                                          <p:spTgt spid="40"/>
                                        </p:tgtEl>
                                        <p:attrNameLst>
                                          <p:attrName>style.color</p:attrName>
                                        </p:attrNameLst>
                                      </p:cBhvr>
                                      <p:to>
                                        <a:srgbClr val="FFFF00"/>
                                      </p:to>
                                    </p:animClr>
                                    <p:animClr clrSpc="rgb" dir="cw">
                                      <p:cBhvr>
                                        <p:cTn id="33" dur="500" fill="hold"/>
                                        <p:tgtEl>
                                          <p:spTgt spid="40"/>
                                        </p:tgtEl>
                                        <p:attrNameLst>
                                          <p:attrName>fillcolor</p:attrName>
                                        </p:attrNameLst>
                                      </p:cBhvr>
                                      <p:to>
                                        <a:srgbClr val="FFFF00"/>
                                      </p:to>
                                    </p:animClr>
                                    <p:set>
                                      <p:cBhvr>
                                        <p:cTn id="34" dur="500" fill="hold"/>
                                        <p:tgtEl>
                                          <p:spTgt spid="40"/>
                                        </p:tgtEl>
                                        <p:attrNameLst>
                                          <p:attrName>fill.type</p:attrName>
                                        </p:attrNameLst>
                                      </p:cBhvr>
                                      <p:to>
                                        <p:strVal val="solid"/>
                                      </p:to>
                                    </p:set>
                                    <p:set>
                                      <p:cBhvr>
                                        <p:cTn id="35" dur="500" fill="hold"/>
                                        <p:tgtEl>
                                          <p:spTgt spid="40"/>
                                        </p:tgtEl>
                                        <p:attrNameLst>
                                          <p:attrName>fill.on</p:attrName>
                                        </p:attrNameLst>
                                      </p:cBhvr>
                                      <p:to>
                                        <p:strVal val="true"/>
                                      </p:to>
                                    </p:set>
                                  </p:childTnLst>
                                </p:cTn>
                              </p:par>
                              <p:par>
                                <p:cTn id="36" presetID="1" presetClass="entr" presetSubtype="0" fill="hold" grpId="0" nodeType="withEffect">
                                  <p:stCondLst>
                                    <p:cond delay="0"/>
                                  </p:stCondLst>
                                  <p:childTnLst>
                                    <p:set>
                                      <p:cBhvr>
                                        <p:cTn id="37" dur="1" fill="hold">
                                          <p:stCondLst>
                                            <p:cond delay="0"/>
                                          </p:stCondLst>
                                        </p:cTn>
                                        <p:tgtEl>
                                          <p:spTgt spid="10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0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9" presetClass="emph" presetSubtype="0" fill="hold" grpId="0" nodeType="clickEffect">
                                  <p:stCondLst>
                                    <p:cond delay="0"/>
                                  </p:stCondLst>
                                  <p:childTnLst>
                                    <p:animClr clrSpc="rgb" dir="cw">
                                      <p:cBhvr override="childStyle">
                                        <p:cTn id="49" dur="500" fill="hold"/>
                                        <p:tgtEl>
                                          <p:spTgt spid="99"/>
                                        </p:tgtEl>
                                        <p:attrNameLst>
                                          <p:attrName>style.color</p:attrName>
                                        </p:attrNameLst>
                                      </p:cBhvr>
                                      <p:to>
                                        <a:schemeClr val="accent2"/>
                                      </p:to>
                                    </p:animClr>
                                    <p:animClr clrSpc="rgb" dir="cw">
                                      <p:cBhvr>
                                        <p:cTn id="50" dur="500" fill="hold"/>
                                        <p:tgtEl>
                                          <p:spTgt spid="99"/>
                                        </p:tgtEl>
                                        <p:attrNameLst>
                                          <p:attrName>fillcolor</p:attrName>
                                        </p:attrNameLst>
                                      </p:cBhvr>
                                      <p:to>
                                        <a:schemeClr val="accent2"/>
                                      </p:to>
                                    </p:animClr>
                                    <p:set>
                                      <p:cBhvr>
                                        <p:cTn id="51" dur="500" fill="hold"/>
                                        <p:tgtEl>
                                          <p:spTgt spid="99"/>
                                        </p:tgtEl>
                                        <p:attrNameLst>
                                          <p:attrName>fill.type</p:attrName>
                                        </p:attrNameLst>
                                      </p:cBhvr>
                                      <p:to>
                                        <p:strVal val="solid"/>
                                      </p:to>
                                    </p:set>
                                    <p:set>
                                      <p:cBhvr>
                                        <p:cTn id="52" dur="500" fill="hold"/>
                                        <p:tgtEl>
                                          <p:spTgt spid="99"/>
                                        </p:tgtEl>
                                        <p:attrNameLst>
                                          <p:attrName>fill.on</p:attrName>
                                        </p:attrNameLst>
                                      </p:cBhvr>
                                      <p:to>
                                        <p:strVal val="true"/>
                                      </p:to>
                                    </p:set>
                                  </p:childTnLst>
                                </p:cTn>
                              </p:par>
                              <p:par>
                                <p:cTn id="53" presetID="19" presetClass="emph" presetSubtype="0" fill="hold" grpId="0" nodeType="withEffect">
                                  <p:stCondLst>
                                    <p:cond delay="0"/>
                                  </p:stCondLst>
                                  <p:childTnLst>
                                    <p:animClr clrSpc="rgb" dir="cw">
                                      <p:cBhvr override="childStyle">
                                        <p:cTn id="54" dur="500" fill="hold"/>
                                        <p:tgtEl>
                                          <p:spTgt spid="98"/>
                                        </p:tgtEl>
                                        <p:attrNameLst>
                                          <p:attrName>style.color</p:attrName>
                                        </p:attrNameLst>
                                      </p:cBhvr>
                                      <p:to>
                                        <a:schemeClr val="accent2"/>
                                      </p:to>
                                    </p:animClr>
                                    <p:animClr clrSpc="rgb" dir="cw">
                                      <p:cBhvr>
                                        <p:cTn id="55" dur="500" fill="hold"/>
                                        <p:tgtEl>
                                          <p:spTgt spid="98"/>
                                        </p:tgtEl>
                                        <p:attrNameLst>
                                          <p:attrName>fillcolor</p:attrName>
                                        </p:attrNameLst>
                                      </p:cBhvr>
                                      <p:to>
                                        <a:schemeClr val="accent2"/>
                                      </p:to>
                                    </p:animClr>
                                    <p:set>
                                      <p:cBhvr>
                                        <p:cTn id="56" dur="500" fill="hold"/>
                                        <p:tgtEl>
                                          <p:spTgt spid="98"/>
                                        </p:tgtEl>
                                        <p:attrNameLst>
                                          <p:attrName>fill.type</p:attrName>
                                        </p:attrNameLst>
                                      </p:cBhvr>
                                      <p:to>
                                        <p:strVal val="solid"/>
                                      </p:to>
                                    </p:set>
                                    <p:set>
                                      <p:cBhvr>
                                        <p:cTn id="57" dur="500" fill="hold"/>
                                        <p:tgtEl>
                                          <p:spTgt spid="98"/>
                                        </p:tgtEl>
                                        <p:attrNameLst>
                                          <p:attrName>fill.on</p:attrName>
                                        </p:attrNameLst>
                                      </p:cBhvr>
                                      <p:to>
                                        <p:strVal val="true"/>
                                      </p:to>
                                    </p:set>
                                  </p:childTnLst>
                                </p:cTn>
                              </p:par>
                              <p:par>
                                <p:cTn id="58" presetID="19" presetClass="emph" presetSubtype="0" fill="hold" grpId="0" nodeType="withEffect">
                                  <p:stCondLst>
                                    <p:cond delay="0"/>
                                  </p:stCondLst>
                                  <p:childTnLst>
                                    <p:animClr clrSpc="rgb" dir="cw">
                                      <p:cBhvr override="childStyle">
                                        <p:cTn id="59" dur="500" fill="hold"/>
                                        <p:tgtEl>
                                          <p:spTgt spid="100"/>
                                        </p:tgtEl>
                                        <p:attrNameLst>
                                          <p:attrName>style.color</p:attrName>
                                        </p:attrNameLst>
                                      </p:cBhvr>
                                      <p:to>
                                        <a:schemeClr val="accent2"/>
                                      </p:to>
                                    </p:animClr>
                                    <p:animClr clrSpc="rgb" dir="cw">
                                      <p:cBhvr>
                                        <p:cTn id="60" dur="500" fill="hold"/>
                                        <p:tgtEl>
                                          <p:spTgt spid="100"/>
                                        </p:tgtEl>
                                        <p:attrNameLst>
                                          <p:attrName>fillcolor</p:attrName>
                                        </p:attrNameLst>
                                      </p:cBhvr>
                                      <p:to>
                                        <a:schemeClr val="accent2"/>
                                      </p:to>
                                    </p:animClr>
                                    <p:set>
                                      <p:cBhvr>
                                        <p:cTn id="61" dur="500" fill="hold"/>
                                        <p:tgtEl>
                                          <p:spTgt spid="100"/>
                                        </p:tgtEl>
                                        <p:attrNameLst>
                                          <p:attrName>fill.type</p:attrName>
                                        </p:attrNameLst>
                                      </p:cBhvr>
                                      <p:to>
                                        <p:strVal val="solid"/>
                                      </p:to>
                                    </p:set>
                                    <p:set>
                                      <p:cBhvr>
                                        <p:cTn id="62" dur="500" fill="hold"/>
                                        <p:tgtEl>
                                          <p:spTgt spid="100"/>
                                        </p:tgtEl>
                                        <p:attrNameLst>
                                          <p:attrName>fill.on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9" presetClass="emph" presetSubtype="0" fill="hold" grpId="0" nodeType="clickEffect">
                                  <p:stCondLst>
                                    <p:cond delay="0"/>
                                  </p:stCondLst>
                                  <p:childTnLst>
                                    <p:animClr clrSpc="rgb" dir="cw">
                                      <p:cBhvr override="childStyle">
                                        <p:cTn id="70" dur="500" fill="hold"/>
                                        <p:tgtEl>
                                          <p:spTgt spid="97"/>
                                        </p:tgtEl>
                                        <p:attrNameLst>
                                          <p:attrName>style.color</p:attrName>
                                        </p:attrNameLst>
                                      </p:cBhvr>
                                      <p:to>
                                        <a:schemeClr val="accent2"/>
                                      </p:to>
                                    </p:animClr>
                                    <p:animClr clrSpc="rgb" dir="cw">
                                      <p:cBhvr>
                                        <p:cTn id="71" dur="500" fill="hold"/>
                                        <p:tgtEl>
                                          <p:spTgt spid="97"/>
                                        </p:tgtEl>
                                        <p:attrNameLst>
                                          <p:attrName>fillcolor</p:attrName>
                                        </p:attrNameLst>
                                      </p:cBhvr>
                                      <p:to>
                                        <a:schemeClr val="accent2"/>
                                      </p:to>
                                    </p:animClr>
                                    <p:set>
                                      <p:cBhvr>
                                        <p:cTn id="72" dur="500" fill="hold"/>
                                        <p:tgtEl>
                                          <p:spTgt spid="97"/>
                                        </p:tgtEl>
                                        <p:attrNameLst>
                                          <p:attrName>fill.type</p:attrName>
                                        </p:attrNameLst>
                                      </p:cBhvr>
                                      <p:to>
                                        <p:strVal val="solid"/>
                                      </p:to>
                                    </p:set>
                                    <p:set>
                                      <p:cBhvr>
                                        <p:cTn id="73" dur="500" fill="hold"/>
                                        <p:tgtEl>
                                          <p:spTgt spid="97"/>
                                        </p:tgtEl>
                                        <p:attrNameLst>
                                          <p:attrName>fill.on</p:attrName>
                                        </p:attrNameLst>
                                      </p:cBhvr>
                                      <p:to>
                                        <p:strVal val="true"/>
                                      </p:to>
                                    </p:set>
                                  </p:childTnLst>
                                </p:cTn>
                              </p:par>
                              <p:par>
                                <p:cTn id="74" presetID="19" presetClass="emph" presetSubtype="0" fill="hold" grpId="0" nodeType="withEffect">
                                  <p:stCondLst>
                                    <p:cond delay="0"/>
                                  </p:stCondLst>
                                  <p:childTnLst>
                                    <p:animClr clrSpc="rgb" dir="cw">
                                      <p:cBhvr override="childStyle">
                                        <p:cTn id="75" dur="500" fill="hold"/>
                                        <p:tgtEl>
                                          <p:spTgt spid="101"/>
                                        </p:tgtEl>
                                        <p:attrNameLst>
                                          <p:attrName>style.color</p:attrName>
                                        </p:attrNameLst>
                                      </p:cBhvr>
                                      <p:to>
                                        <a:schemeClr val="accent2"/>
                                      </p:to>
                                    </p:animClr>
                                    <p:animClr clrSpc="rgb" dir="cw">
                                      <p:cBhvr>
                                        <p:cTn id="76" dur="500" fill="hold"/>
                                        <p:tgtEl>
                                          <p:spTgt spid="101"/>
                                        </p:tgtEl>
                                        <p:attrNameLst>
                                          <p:attrName>fillcolor</p:attrName>
                                        </p:attrNameLst>
                                      </p:cBhvr>
                                      <p:to>
                                        <a:schemeClr val="accent2"/>
                                      </p:to>
                                    </p:animClr>
                                    <p:set>
                                      <p:cBhvr>
                                        <p:cTn id="77" dur="500" fill="hold"/>
                                        <p:tgtEl>
                                          <p:spTgt spid="101"/>
                                        </p:tgtEl>
                                        <p:attrNameLst>
                                          <p:attrName>fill.type</p:attrName>
                                        </p:attrNameLst>
                                      </p:cBhvr>
                                      <p:to>
                                        <p:strVal val="solid"/>
                                      </p:to>
                                    </p:set>
                                    <p:set>
                                      <p:cBhvr>
                                        <p:cTn id="78" dur="500" fill="hold"/>
                                        <p:tgtEl>
                                          <p:spTgt spid="101"/>
                                        </p:tgtEl>
                                        <p:attrNameLst>
                                          <p:attrName>fill.on</p:attrName>
                                        </p:attrNameLst>
                                      </p:cBhvr>
                                      <p:to>
                                        <p:strVal val="tru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7" grpId="0" animBg="1"/>
      <p:bldP spid="38" grpId="0" animBg="1"/>
      <p:bldP spid="39" grpId="0" animBg="1"/>
      <p:bldP spid="40" grpId="0" animBg="1"/>
      <p:bldP spid="57" grpId="0"/>
      <p:bldP spid="58" grpId="0"/>
      <p:bldP spid="97" grpId="0" animBg="1"/>
      <p:bldP spid="98" grpId="0" animBg="1"/>
      <p:bldP spid="99" grpId="0" animBg="1"/>
      <p:bldP spid="100" grpId="0" animBg="1"/>
      <p:bldP spid="101" grpId="0" animBg="1"/>
      <p:bldP spid="102" grpId="0" animBg="1"/>
      <p:bldP spid="103" grpId="0" animBg="1"/>
      <p:bldP spid="104" grpId="0" animBg="1"/>
      <p:bldP spid="10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205DD86-315C-53B6-CEEF-A9919650168E}"/>
              </a:ext>
            </a:extLst>
          </p:cNvPr>
          <p:cNvCxnSpPr>
            <a:cxnSpLocks/>
            <a:stCxn id="5" idx="2"/>
            <a:endCxn id="7" idx="6"/>
          </p:cNvCxnSpPr>
          <p:nvPr/>
        </p:nvCxnSpPr>
        <p:spPr>
          <a:xfrm flipV="1">
            <a:off x="5020368" y="3049563"/>
            <a:ext cx="490" cy="1300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14" idx="4"/>
            <a:endCxn id="5" idx="0"/>
          </p:cNvCxnSpPr>
          <p:nvPr/>
        </p:nvCxnSpPr>
        <p:spPr>
          <a:xfrm flipH="1">
            <a:off x="5092368" y="4420126"/>
            <a:ext cx="200677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13" idx="6"/>
            <a:endCxn id="14" idx="2"/>
          </p:cNvCxnSpPr>
          <p:nvPr/>
        </p:nvCxnSpPr>
        <p:spPr>
          <a:xfrm>
            <a:off x="7171142" y="3049563"/>
            <a:ext cx="0" cy="1300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7" idx="0"/>
            <a:endCxn id="13" idx="4"/>
          </p:cNvCxnSpPr>
          <p:nvPr/>
        </p:nvCxnSpPr>
        <p:spPr>
          <a:xfrm>
            <a:off x="5092858" y="2979000"/>
            <a:ext cx="200628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6205DD86-315C-53B6-CEEF-A9919650168E}"/>
              </a:ext>
            </a:extLst>
          </p:cNvPr>
          <p:cNvCxnSpPr>
            <a:cxnSpLocks/>
            <a:endCxn id="13" idx="0"/>
          </p:cNvCxnSpPr>
          <p:nvPr/>
        </p:nvCxnSpPr>
        <p:spPr>
          <a:xfrm flipH="1">
            <a:off x="7243142" y="2979000"/>
            <a:ext cx="96875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5" idx="4"/>
            <a:endCxn id="45" idx="0"/>
          </p:cNvCxnSpPr>
          <p:nvPr/>
        </p:nvCxnSpPr>
        <p:spPr>
          <a:xfrm flipH="1">
            <a:off x="4042481" y="4420126"/>
            <a:ext cx="905887"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5</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76989"/>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32" name="Content Placeholder 2"/>
              <p:cNvSpPr txBox="1">
                <a:spLocks/>
              </p:cNvSpPr>
              <p:nvPr/>
            </p:nvSpPr>
            <p:spPr>
              <a:xfrm>
                <a:off x="131176" y="867840"/>
                <a:ext cx="12024000" cy="587474"/>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Give an example of a connected graph</a:t>
                </a:r>
                <a14:m>
                  <m:oMath xmlns:m="http://schemas.openxmlformats.org/officeDocument/2006/math">
                    <m:r>
                      <a:rPr lang="en-US" sz="2800" b="1">
                        <a:solidFill>
                          <a:schemeClr val="bg1"/>
                        </a:solidFill>
                        <a:latin typeface="Cambria Math" panose="02040503050406030204" pitchFamily="18" charset="0"/>
                      </a:rPr>
                      <m:t> </m:t>
                    </m:r>
                    <m:r>
                      <m:rPr>
                        <m:sty m:val="p"/>
                      </m:rPr>
                      <a:rPr lang="en-US" sz="2800" b="0" i="0">
                        <a:solidFill>
                          <a:schemeClr val="bg1"/>
                        </a:solidFill>
                        <a:latin typeface="Cambria Math" panose="02040503050406030204" pitchFamily="18" charset="0"/>
                      </a:rPr>
                      <m:t>G</m:t>
                    </m:r>
                  </m:oMath>
                </a14:m>
                <a:r>
                  <a:rPr lang="en-US" sz="2800" dirty="0">
                    <a:solidFill>
                      <a:schemeClr val="bg1"/>
                    </a:solidFill>
                  </a:rPr>
                  <a:t> such that</a:t>
                </a:r>
                <a14:m>
                  <m:oMath xmlns:m="http://schemas.openxmlformats.org/officeDocument/2006/math">
                    <m:r>
                      <a:rPr lang="en-US" sz="2800" b="0" i="0">
                        <a:solidFill>
                          <a:schemeClr val="bg1"/>
                        </a:solidFill>
                        <a:latin typeface="Cambria Math" panose="02040503050406030204" pitchFamily="18" charset="0"/>
                      </a:rPr>
                      <m:t> </m:t>
                    </m:r>
                    <m:sSub>
                      <m:sSubPr>
                        <m:ctrlPr>
                          <a:rPr lang="en-US" sz="2800" i="1">
                            <a:solidFill>
                              <a:schemeClr val="bg1"/>
                            </a:solidFill>
                            <a:latin typeface="Cambria Math" panose="02040503050406030204" pitchFamily="18" charset="0"/>
                          </a:rPr>
                        </m:ctrlPr>
                      </m:sSubPr>
                      <m:e>
                        <m:r>
                          <m:rPr>
                            <m:sty m:val="p"/>
                          </m:rPr>
                          <a:rPr lang="en-US" sz="2800" b="0" i="0">
                            <a:solidFill>
                              <a:schemeClr val="bg1"/>
                            </a:solidFill>
                            <a:latin typeface="Cambria Math" panose="02040503050406030204" pitchFamily="18" charset="0"/>
                          </a:rPr>
                          <m:t>γ</m:t>
                        </m:r>
                      </m:e>
                      <m:sub>
                        <m:r>
                          <m:rPr>
                            <m:sty m:val="p"/>
                          </m:rPr>
                          <a:rPr lang="en-US" sz="2800" b="0" i="0">
                            <a:solidFill>
                              <a:schemeClr val="bg1"/>
                            </a:solidFill>
                            <a:latin typeface="Cambria Math" panose="02040503050406030204" pitchFamily="18" charset="0"/>
                          </a:rPr>
                          <m:t>t</m:t>
                        </m:r>
                      </m:sub>
                    </m:sSub>
                    <m:d>
                      <m:dPr>
                        <m:ctrlPr>
                          <a:rPr lang="en-US" sz="2800" i="1">
                            <a:solidFill>
                              <a:schemeClr val="bg1"/>
                            </a:solidFill>
                            <a:latin typeface="Cambria Math" panose="02040503050406030204" pitchFamily="18" charset="0"/>
                          </a:rPr>
                        </m:ctrlPr>
                      </m:dPr>
                      <m:e>
                        <m:r>
                          <m:rPr>
                            <m:sty m:val="p"/>
                          </m:rPr>
                          <a:rPr lang="en-US" sz="2800" b="0" i="0">
                            <a:solidFill>
                              <a:schemeClr val="bg1"/>
                            </a:solidFill>
                            <a:latin typeface="Cambria Math" panose="02040503050406030204" pitchFamily="18" charset="0"/>
                          </a:rPr>
                          <m:t>G</m:t>
                        </m:r>
                      </m:e>
                    </m:d>
                    <m:r>
                      <a:rPr lang="en-US" sz="2800" b="0" i="0">
                        <a:solidFill>
                          <a:schemeClr val="bg1"/>
                        </a:solidFill>
                        <a:latin typeface="Cambria Math" panose="02040503050406030204" pitchFamily="18" charset="0"/>
                      </a:rPr>
                      <m:t>=1.5</m:t>
                    </m:r>
                    <m:r>
                      <m:rPr>
                        <m:sty m:val="p"/>
                      </m:rPr>
                      <a:rPr lang="en-US" sz="2800" b="0" i="0">
                        <a:solidFill>
                          <a:schemeClr val="bg1"/>
                        </a:solidFill>
                        <a:latin typeface="Cambria Math" panose="02040503050406030204" pitchFamily="18" charset="0"/>
                      </a:rPr>
                      <m:t>γ</m:t>
                    </m:r>
                    <m:d>
                      <m:dPr>
                        <m:ctrlPr>
                          <a:rPr lang="en-US" sz="2800" i="1">
                            <a:solidFill>
                              <a:schemeClr val="bg1"/>
                            </a:solidFill>
                            <a:latin typeface="Cambria Math" panose="02040503050406030204" pitchFamily="18" charset="0"/>
                          </a:rPr>
                        </m:ctrlPr>
                      </m:dPr>
                      <m:e>
                        <m:r>
                          <m:rPr>
                            <m:sty m:val="p"/>
                          </m:rPr>
                          <a:rPr lang="en-US" sz="2800" b="0" i="0">
                            <a:solidFill>
                              <a:schemeClr val="bg1"/>
                            </a:solidFill>
                            <a:latin typeface="Cambria Math" panose="02040503050406030204" pitchFamily="18" charset="0"/>
                          </a:rPr>
                          <m:t>G</m:t>
                        </m:r>
                      </m:e>
                    </m:d>
                  </m:oMath>
                </a14:m>
                <a:r>
                  <a:rPr lang="en-US" sz="2800" dirty="0">
                    <a:solidFill>
                      <a:schemeClr val="bg1"/>
                    </a:solidFill>
                  </a:rPr>
                  <a:t>.</a:t>
                </a:r>
              </a:p>
            </p:txBody>
          </p:sp>
        </mc:Choice>
        <mc:Fallback xmlns="">
          <p:sp>
            <p:nvSpPr>
              <p:cNvPr id="32" name="Content Placeholder 2"/>
              <p:cNvSpPr txBox="1">
                <a:spLocks noRot="1" noChangeAspect="1" noMove="1" noResize="1" noEditPoints="1" noAdjustHandles="1" noChangeArrowheads="1" noChangeShapeType="1" noTextEdit="1"/>
              </p:cNvSpPr>
              <p:nvPr/>
            </p:nvSpPr>
            <p:spPr>
              <a:xfrm>
                <a:off x="131176" y="867840"/>
                <a:ext cx="12024000" cy="587474"/>
              </a:xfrm>
              <a:prstGeom prst="rect">
                <a:avLst/>
              </a:prstGeom>
              <a:blipFill rotWithShape="0">
                <a:blip r:embed="rId2"/>
                <a:stretch>
                  <a:fillRect l="-1065" t="-10309" b="-16495"/>
                </a:stretch>
              </a:blipFill>
              <a:ln>
                <a:noFill/>
              </a:ln>
            </p:spPr>
            <p:txBody>
              <a:bodyPr/>
              <a:lstStyle/>
              <a:p>
                <a:r>
                  <a:rPr lang="en-US">
                    <a:noFill/>
                  </a:rPr>
                  <a:t> </a:t>
                </a:r>
              </a:p>
            </p:txBody>
          </p:sp>
        </mc:Fallback>
      </mc:AlternateContent>
      <p:sp>
        <p:nvSpPr>
          <p:cNvPr id="5" name="Oval 4">
            <a:extLst>
              <a:ext uri="{FF2B5EF4-FFF2-40B4-BE49-F238E27FC236}">
                <a16:creationId xmlns:a16="http://schemas.microsoft.com/office/drawing/2014/main" id="{BDD11F87-DA81-9510-C1CB-0AF4093562CB}"/>
              </a:ext>
            </a:extLst>
          </p:cNvPr>
          <p:cNvSpPr/>
          <p:nvPr/>
        </p:nvSpPr>
        <p:spPr>
          <a:xfrm rot="5400000">
            <a:off x="4949805" y="434812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4950295" y="29070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BDD11F87-DA81-9510-C1CB-0AF4093562CB}"/>
              </a:ext>
            </a:extLst>
          </p:cNvPr>
          <p:cNvSpPr/>
          <p:nvPr/>
        </p:nvSpPr>
        <p:spPr>
          <a:xfrm rot="5400000">
            <a:off x="7100579" y="29070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7100579" y="434812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2" name="Oval 41">
            <a:extLst>
              <a:ext uri="{FF2B5EF4-FFF2-40B4-BE49-F238E27FC236}">
                <a16:creationId xmlns:a16="http://schemas.microsoft.com/office/drawing/2014/main" id="{BDD11F87-DA81-9510-C1CB-0AF4093562CB}"/>
              </a:ext>
            </a:extLst>
          </p:cNvPr>
          <p:cNvSpPr/>
          <p:nvPr/>
        </p:nvSpPr>
        <p:spPr>
          <a:xfrm rot="5400000">
            <a:off x="8213329" y="29070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3899918" y="434812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50" name="TextBox 49"/>
              <p:cNvSpPr txBox="1"/>
              <p:nvPr/>
            </p:nvSpPr>
            <p:spPr>
              <a:xfrm>
                <a:off x="4993807" y="5139000"/>
                <a:ext cx="2298737"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800" i="0" smtClean="0">
                          <a:solidFill>
                            <a:srgbClr val="002060"/>
                          </a:solidFill>
                          <a:latin typeface="Cambria Math" panose="02040503050406030204" pitchFamily="18" charset="0"/>
                          <a:ea typeface="Cambria Math" panose="02040503050406030204" pitchFamily="18" charset="0"/>
                        </a:rPr>
                        <m:t>∴</m:t>
                      </m:r>
                      <m:r>
                        <m:rPr>
                          <m:sty m:val="p"/>
                        </m:rPr>
                        <a:rPr lang="en-US" sz="2800" i="0" smtClean="0">
                          <a:solidFill>
                            <a:srgbClr val="002060"/>
                          </a:solidFill>
                          <a:latin typeface="Cambria Math" panose="02040503050406030204" pitchFamily="18" charset="0"/>
                          <a:ea typeface="Cambria Math" panose="02040503050406030204" pitchFamily="18" charset="0"/>
                        </a:rPr>
                        <m:t>γ</m:t>
                      </m:r>
                      <m:d>
                        <m:dPr>
                          <m:ctrlPr>
                            <a:rPr lang="en-US"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G</m:t>
                          </m:r>
                        </m:e>
                      </m:d>
                      <m:r>
                        <a:rPr lang="en-US" sz="2800" i="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2</m:t>
                      </m:r>
                    </m:oMath>
                  </m:oMathPara>
                </a14:m>
                <a:endParaRPr lang="en-US" sz="2800" dirty="0">
                  <a:solidFill>
                    <a:srgbClr val="002060"/>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4993807" y="5139000"/>
                <a:ext cx="2298737" cy="523220"/>
              </a:xfrm>
              <a:prstGeom prst="rect">
                <a:avLst/>
              </a:prstGeom>
              <a:blipFill rotWithShape="0">
                <a:blip r:embed="rId3"/>
                <a:stretch>
                  <a:fillRect/>
                </a:stretch>
              </a:blipFill>
            </p:spPr>
            <p:txBody>
              <a:bodyPr/>
              <a:lstStyle/>
              <a:p>
                <a:r>
                  <a:rPr lang="en-US">
                    <a:noFill/>
                  </a:rPr>
                  <a:t> </a:t>
                </a:r>
              </a:p>
            </p:txBody>
          </p:sp>
        </mc:Fallback>
      </mc:AlternateContent>
      <p:sp>
        <p:nvSpPr>
          <p:cNvPr id="19" name="Oval 18"/>
          <p:cNvSpPr/>
          <p:nvPr/>
        </p:nvSpPr>
        <p:spPr>
          <a:xfrm>
            <a:off x="4859052" y="4272430"/>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0" name="Oval 19"/>
          <p:cNvSpPr/>
          <p:nvPr/>
        </p:nvSpPr>
        <p:spPr>
          <a:xfrm>
            <a:off x="7009825" y="2827030"/>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633535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5"/>
                                        </p:tgtEl>
                                        <p:attrNameLst>
                                          <p:attrName>style.color</p:attrName>
                                        </p:attrNameLst>
                                      </p:cBhvr>
                                      <p:to>
                                        <a:srgbClr val="FFFF00"/>
                                      </p:to>
                                    </p:animClr>
                                    <p:animClr clrSpc="rgb" dir="cw">
                                      <p:cBhvr>
                                        <p:cTn id="7" dur="500" fill="hold"/>
                                        <p:tgtEl>
                                          <p:spTgt spid="5"/>
                                        </p:tgtEl>
                                        <p:attrNameLst>
                                          <p:attrName>fillcolor</p:attrName>
                                        </p:attrNameLst>
                                      </p:cBhvr>
                                      <p:to>
                                        <a:srgbClr val="FFFF00"/>
                                      </p:to>
                                    </p:animClr>
                                    <p:set>
                                      <p:cBhvr>
                                        <p:cTn id="8" dur="500" fill="hold"/>
                                        <p:tgtEl>
                                          <p:spTgt spid="5"/>
                                        </p:tgtEl>
                                        <p:attrNameLst>
                                          <p:attrName>fill.type</p:attrName>
                                        </p:attrNameLst>
                                      </p:cBhvr>
                                      <p:to>
                                        <p:strVal val="solid"/>
                                      </p:to>
                                    </p:set>
                                    <p:set>
                                      <p:cBhvr>
                                        <p:cTn id="9" dur="500" fill="hold"/>
                                        <p:tgtEl>
                                          <p:spTgt spid="5"/>
                                        </p:tgtEl>
                                        <p:attrNameLst>
                                          <p:attrName>fill.on</p:attrName>
                                        </p:attrNameLst>
                                      </p:cBhvr>
                                      <p:to>
                                        <p:strVal val="true"/>
                                      </p:to>
                                    </p:set>
                                  </p:childTnLst>
                                </p:cTn>
                              </p:par>
                              <p:par>
                                <p:cTn id="10" presetID="1"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9" presetClass="emph" presetSubtype="0" fill="hold" grpId="0" nodeType="clickEffect">
                                  <p:stCondLst>
                                    <p:cond delay="0"/>
                                  </p:stCondLst>
                                  <p:childTnLst>
                                    <p:animClr clrSpc="rgb" dir="cw">
                                      <p:cBhvr override="childStyle">
                                        <p:cTn id="15" dur="500" fill="hold"/>
                                        <p:tgtEl>
                                          <p:spTgt spid="45"/>
                                        </p:tgtEl>
                                        <p:attrNameLst>
                                          <p:attrName>style.color</p:attrName>
                                        </p:attrNameLst>
                                      </p:cBhvr>
                                      <p:to>
                                        <a:schemeClr val="accent2"/>
                                      </p:to>
                                    </p:animClr>
                                    <p:animClr clrSpc="rgb" dir="cw">
                                      <p:cBhvr>
                                        <p:cTn id="16" dur="500" fill="hold"/>
                                        <p:tgtEl>
                                          <p:spTgt spid="45"/>
                                        </p:tgtEl>
                                        <p:attrNameLst>
                                          <p:attrName>fillcolor</p:attrName>
                                        </p:attrNameLst>
                                      </p:cBhvr>
                                      <p:to>
                                        <a:schemeClr val="accent2"/>
                                      </p:to>
                                    </p:animClr>
                                    <p:set>
                                      <p:cBhvr>
                                        <p:cTn id="17" dur="500" fill="hold"/>
                                        <p:tgtEl>
                                          <p:spTgt spid="45"/>
                                        </p:tgtEl>
                                        <p:attrNameLst>
                                          <p:attrName>fill.type</p:attrName>
                                        </p:attrNameLst>
                                      </p:cBhvr>
                                      <p:to>
                                        <p:strVal val="solid"/>
                                      </p:to>
                                    </p:set>
                                    <p:set>
                                      <p:cBhvr>
                                        <p:cTn id="18" dur="500" fill="hold"/>
                                        <p:tgtEl>
                                          <p:spTgt spid="45"/>
                                        </p:tgtEl>
                                        <p:attrNameLst>
                                          <p:attrName>fill.on</p:attrName>
                                        </p:attrNameLst>
                                      </p:cBhvr>
                                      <p:to>
                                        <p:strVal val="true"/>
                                      </p:to>
                                    </p:set>
                                  </p:childTnLst>
                                </p:cTn>
                              </p:par>
                              <p:par>
                                <p:cTn id="19" presetID="19" presetClass="emph" presetSubtype="0" fill="hold" grpId="0" nodeType="withEffect">
                                  <p:stCondLst>
                                    <p:cond delay="0"/>
                                  </p:stCondLst>
                                  <p:childTnLst>
                                    <p:animClr clrSpc="rgb" dir="cw">
                                      <p:cBhvr override="childStyle">
                                        <p:cTn id="20" dur="500" fill="hold"/>
                                        <p:tgtEl>
                                          <p:spTgt spid="7"/>
                                        </p:tgtEl>
                                        <p:attrNameLst>
                                          <p:attrName>style.color</p:attrName>
                                        </p:attrNameLst>
                                      </p:cBhvr>
                                      <p:to>
                                        <a:schemeClr val="accent2"/>
                                      </p:to>
                                    </p:animClr>
                                    <p:animClr clrSpc="rgb" dir="cw">
                                      <p:cBhvr>
                                        <p:cTn id="21" dur="500" fill="hold"/>
                                        <p:tgtEl>
                                          <p:spTgt spid="7"/>
                                        </p:tgtEl>
                                        <p:attrNameLst>
                                          <p:attrName>fillcolor</p:attrName>
                                        </p:attrNameLst>
                                      </p:cBhvr>
                                      <p:to>
                                        <a:schemeClr val="accent2"/>
                                      </p:to>
                                    </p:animClr>
                                    <p:set>
                                      <p:cBhvr>
                                        <p:cTn id="22" dur="500" fill="hold"/>
                                        <p:tgtEl>
                                          <p:spTgt spid="7"/>
                                        </p:tgtEl>
                                        <p:attrNameLst>
                                          <p:attrName>fill.type</p:attrName>
                                        </p:attrNameLst>
                                      </p:cBhvr>
                                      <p:to>
                                        <p:strVal val="solid"/>
                                      </p:to>
                                    </p:set>
                                    <p:set>
                                      <p:cBhvr>
                                        <p:cTn id="23" dur="500" fill="hold"/>
                                        <p:tgtEl>
                                          <p:spTgt spid="7"/>
                                        </p:tgtEl>
                                        <p:attrNameLst>
                                          <p:attrName>fill.on</p:attrName>
                                        </p:attrNameLst>
                                      </p:cBhvr>
                                      <p:to>
                                        <p:strVal val="true"/>
                                      </p:to>
                                    </p:set>
                                  </p:childTnLst>
                                </p:cTn>
                              </p:par>
                              <p:par>
                                <p:cTn id="24" presetID="19" presetClass="emph" presetSubtype="0" fill="hold" grpId="0" nodeType="withEffect">
                                  <p:stCondLst>
                                    <p:cond delay="0"/>
                                  </p:stCondLst>
                                  <p:childTnLst>
                                    <p:animClr clrSpc="rgb" dir="cw">
                                      <p:cBhvr override="childStyle">
                                        <p:cTn id="25" dur="500" fill="hold"/>
                                        <p:tgtEl>
                                          <p:spTgt spid="14"/>
                                        </p:tgtEl>
                                        <p:attrNameLst>
                                          <p:attrName>style.color</p:attrName>
                                        </p:attrNameLst>
                                      </p:cBhvr>
                                      <p:to>
                                        <a:schemeClr val="accent2"/>
                                      </p:to>
                                    </p:animClr>
                                    <p:animClr clrSpc="rgb" dir="cw">
                                      <p:cBhvr>
                                        <p:cTn id="26" dur="500" fill="hold"/>
                                        <p:tgtEl>
                                          <p:spTgt spid="14"/>
                                        </p:tgtEl>
                                        <p:attrNameLst>
                                          <p:attrName>fillcolor</p:attrName>
                                        </p:attrNameLst>
                                      </p:cBhvr>
                                      <p:to>
                                        <a:schemeClr val="accent2"/>
                                      </p:to>
                                    </p:animClr>
                                    <p:set>
                                      <p:cBhvr>
                                        <p:cTn id="27" dur="500" fill="hold"/>
                                        <p:tgtEl>
                                          <p:spTgt spid="14"/>
                                        </p:tgtEl>
                                        <p:attrNameLst>
                                          <p:attrName>fill.type</p:attrName>
                                        </p:attrNameLst>
                                      </p:cBhvr>
                                      <p:to>
                                        <p:strVal val="solid"/>
                                      </p:to>
                                    </p:set>
                                    <p:set>
                                      <p:cBhvr>
                                        <p:cTn id="28" dur="500" fill="hold"/>
                                        <p:tgtEl>
                                          <p:spTgt spid="14"/>
                                        </p:tgtEl>
                                        <p:attrNameLst>
                                          <p:attrName>fill.on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9" presetClass="emph" presetSubtype="0" fill="hold" grpId="0" nodeType="clickEffect">
                                  <p:stCondLst>
                                    <p:cond delay="0"/>
                                  </p:stCondLst>
                                  <p:childTnLst>
                                    <p:animClr clrSpc="rgb" dir="cw">
                                      <p:cBhvr override="childStyle">
                                        <p:cTn id="32" dur="500" fill="hold"/>
                                        <p:tgtEl>
                                          <p:spTgt spid="13"/>
                                        </p:tgtEl>
                                        <p:attrNameLst>
                                          <p:attrName>style.color</p:attrName>
                                        </p:attrNameLst>
                                      </p:cBhvr>
                                      <p:to>
                                        <a:srgbClr val="FFFF00"/>
                                      </p:to>
                                    </p:animClr>
                                    <p:animClr clrSpc="rgb" dir="cw">
                                      <p:cBhvr>
                                        <p:cTn id="33" dur="500" fill="hold"/>
                                        <p:tgtEl>
                                          <p:spTgt spid="13"/>
                                        </p:tgtEl>
                                        <p:attrNameLst>
                                          <p:attrName>fillcolor</p:attrName>
                                        </p:attrNameLst>
                                      </p:cBhvr>
                                      <p:to>
                                        <a:srgbClr val="FFFF00"/>
                                      </p:to>
                                    </p:animClr>
                                    <p:set>
                                      <p:cBhvr>
                                        <p:cTn id="34" dur="500" fill="hold"/>
                                        <p:tgtEl>
                                          <p:spTgt spid="13"/>
                                        </p:tgtEl>
                                        <p:attrNameLst>
                                          <p:attrName>fill.type</p:attrName>
                                        </p:attrNameLst>
                                      </p:cBhvr>
                                      <p:to>
                                        <p:strVal val="solid"/>
                                      </p:to>
                                    </p:set>
                                    <p:set>
                                      <p:cBhvr>
                                        <p:cTn id="35" dur="500" fill="hold"/>
                                        <p:tgtEl>
                                          <p:spTgt spid="13"/>
                                        </p:tgtEl>
                                        <p:attrNameLst>
                                          <p:attrName>fill.on</p:attrName>
                                        </p:attrNameLst>
                                      </p:cBhvr>
                                      <p:to>
                                        <p:strVal val="true"/>
                                      </p:to>
                                    </p:set>
                                  </p:childTnLst>
                                </p:cTn>
                              </p:par>
                              <p:par>
                                <p:cTn id="36" presetID="1"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9" presetClass="emph" presetSubtype="0" fill="hold" grpId="0" nodeType="clickEffect">
                                  <p:stCondLst>
                                    <p:cond delay="0"/>
                                  </p:stCondLst>
                                  <p:childTnLst>
                                    <p:animClr clrSpc="rgb" dir="cw">
                                      <p:cBhvr override="childStyle">
                                        <p:cTn id="41" dur="500" fill="hold"/>
                                        <p:tgtEl>
                                          <p:spTgt spid="42"/>
                                        </p:tgtEl>
                                        <p:attrNameLst>
                                          <p:attrName>style.color</p:attrName>
                                        </p:attrNameLst>
                                      </p:cBhvr>
                                      <p:to>
                                        <a:schemeClr val="accent2"/>
                                      </p:to>
                                    </p:animClr>
                                    <p:animClr clrSpc="rgb" dir="cw">
                                      <p:cBhvr>
                                        <p:cTn id="42" dur="500" fill="hold"/>
                                        <p:tgtEl>
                                          <p:spTgt spid="42"/>
                                        </p:tgtEl>
                                        <p:attrNameLst>
                                          <p:attrName>fillcolor</p:attrName>
                                        </p:attrNameLst>
                                      </p:cBhvr>
                                      <p:to>
                                        <a:schemeClr val="accent2"/>
                                      </p:to>
                                    </p:animClr>
                                    <p:set>
                                      <p:cBhvr>
                                        <p:cTn id="43" dur="500" fill="hold"/>
                                        <p:tgtEl>
                                          <p:spTgt spid="42"/>
                                        </p:tgtEl>
                                        <p:attrNameLst>
                                          <p:attrName>fill.type</p:attrName>
                                        </p:attrNameLst>
                                      </p:cBhvr>
                                      <p:to>
                                        <p:strVal val="solid"/>
                                      </p:to>
                                    </p:set>
                                    <p:set>
                                      <p:cBhvr>
                                        <p:cTn id="44" dur="500" fill="hold"/>
                                        <p:tgtEl>
                                          <p:spTgt spid="42"/>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animBg="1"/>
      <p:bldP spid="14" grpId="0" animBg="1"/>
      <p:bldP spid="42" grpId="0" animBg="1"/>
      <p:bldP spid="45" grpId="0" animBg="1"/>
      <p:bldP spid="50" grpId="0"/>
      <p:bldP spid="19" grpId="0" animBg="1"/>
      <p:bldP spid="2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205DD86-315C-53B6-CEEF-A9919650168E}"/>
              </a:ext>
            </a:extLst>
          </p:cNvPr>
          <p:cNvCxnSpPr>
            <a:cxnSpLocks/>
            <a:stCxn id="5" idx="2"/>
            <a:endCxn id="7" idx="6"/>
          </p:cNvCxnSpPr>
          <p:nvPr/>
        </p:nvCxnSpPr>
        <p:spPr>
          <a:xfrm flipV="1">
            <a:off x="5020368" y="3049563"/>
            <a:ext cx="490" cy="1300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14" idx="4"/>
            <a:endCxn id="5" idx="0"/>
          </p:cNvCxnSpPr>
          <p:nvPr/>
        </p:nvCxnSpPr>
        <p:spPr>
          <a:xfrm flipH="1">
            <a:off x="5092368" y="4420126"/>
            <a:ext cx="200677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13" idx="6"/>
            <a:endCxn id="14" idx="2"/>
          </p:cNvCxnSpPr>
          <p:nvPr/>
        </p:nvCxnSpPr>
        <p:spPr>
          <a:xfrm>
            <a:off x="7171142" y="3049563"/>
            <a:ext cx="0" cy="1300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7" idx="0"/>
            <a:endCxn id="13" idx="4"/>
          </p:cNvCxnSpPr>
          <p:nvPr/>
        </p:nvCxnSpPr>
        <p:spPr>
          <a:xfrm>
            <a:off x="5092858" y="2979000"/>
            <a:ext cx="200628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6205DD86-315C-53B6-CEEF-A9919650168E}"/>
              </a:ext>
            </a:extLst>
          </p:cNvPr>
          <p:cNvCxnSpPr>
            <a:cxnSpLocks/>
            <a:endCxn id="13" idx="0"/>
          </p:cNvCxnSpPr>
          <p:nvPr/>
        </p:nvCxnSpPr>
        <p:spPr>
          <a:xfrm flipH="1">
            <a:off x="7243142" y="2979000"/>
            <a:ext cx="96875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5" idx="4"/>
            <a:endCxn id="45" idx="0"/>
          </p:cNvCxnSpPr>
          <p:nvPr/>
        </p:nvCxnSpPr>
        <p:spPr>
          <a:xfrm flipH="1">
            <a:off x="4042481" y="4420126"/>
            <a:ext cx="905887"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5</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76989"/>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32" name="Content Placeholder 2"/>
              <p:cNvSpPr txBox="1">
                <a:spLocks/>
              </p:cNvSpPr>
              <p:nvPr/>
            </p:nvSpPr>
            <p:spPr>
              <a:xfrm>
                <a:off x="131176" y="867840"/>
                <a:ext cx="12024000" cy="587474"/>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Give an example of a connected graph</a:t>
                </a:r>
                <a14:m>
                  <m:oMath xmlns:m="http://schemas.openxmlformats.org/officeDocument/2006/math">
                    <m:r>
                      <a:rPr lang="en-US" sz="2800" b="1">
                        <a:solidFill>
                          <a:schemeClr val="bg1"/>
                        </a:solidFill>
                        <a:latin typeface="Cambria Math" panose="02040503050406030204" pitchFamily="18" charset="0"/>
                      </a:rPr>
                      <m:t> </m:t>
                    </m:r>
                    <m:r>
                      <m:rPr>
                        <m:sty m:val="p"/>
                      </m:rPr>
                      <a:rPr lang="en-US" sz="2800" b="0" i="0">
                        <a:solidFill>
                          <a:schemeClr val="bg1"/>
                        </a:solidFill>
                        <a:latin typeface="Cambria Math" panose="02040503050406030204" pitchFamily="18" charset="0"/>
                      </a:rPr>
                      <m:t>G</m:t>
                    </m:r>
                  </m:oMath>
                </a14:m>
                <a:r>
                  <a:rPr lang="en-US" sz="2800" dirty="0">
                    <a:solidFill>
                      <a:schemeClr val="bg1"/>
                    </a:solidFill>
                  </a:rPr>
                  <a:t> such that</a:t>
                </a:r>
                <a14:m>
                  <m:oMath xmlns:m="http://schemas.openxmlformats.org/officeDocument/2006/math">
                    <m:r>
                      <a:rPr lang="en-US" sz="2800" b="0" i="0">
                        <a:solidFill>
                          <a:schemeClr val="bg1"/>
                        </a:solidFill>
                        <a:latin typeface="Cambria Math" panose="02040503050406030204" pitchFamily="18" charset="0"/>
                      </a:rPr>
                      <m:t> </m:t>
                    </m:r>
                    <m:sSub>
                      <m:sSubPr>
                        <m:ctrlPr>
                          <a:rPr lang="en-US" sz="2800" i="1">
                            <a:solidFill>
                              <a:schemeClr val="bg1"/>
                            </a:solidFill>
                            <a:latin typeface="Cambria Math" panose="02040503050406030204" pitchFamily="18" charset="0"/>
                          </a:rPr>
                        </m:ctrlPr>
                      </m:sSubPr>
                      <m:e>
                        <m:r>
                          <m:rPr>
                            <m:sty m:val="p"/>
                          </m:rPr>
                          <a:rPr lang="en-US" sz="2800" b="0" i="0">
                            <a:solidFill>
                              <a:schemeClr val="bg1"/>
                            </a:solidFill>
                            <a:latin typeface="Cambria Math" panose="02040503050406030204" pitchFamily="18" charset="0"/>
                          </a:rPr>
                          <m:t>γ</m:t>
                        </m:r>
                      </m:e>
                      <m:sub>
                        <m:r>
                          <m:rPr>
                            <m:sty m:val="p"/>
                          </m:rPr>
                          <a:rPr lang="en-US" sz="2800" b="0" i="0">
                            <a:solidFill>
                              <a:schemeClr val="bg1"/>
                            </a:solidFill>
                            <a:latin typeface="Cambria Math" panose="02040503050406030204" pitchFamily="18" charset="0"/>
                          </a:rPr>
                          <m:t>t</m:t>
                        </m:r>
                      </m:sub>
                    </m:sSub>
                    <m:d>
                      <m:dPr>
                        <m:ctrlPr>
                          <a:rPr lang="en-US" sz="2800" i="1">
                            <a:solidFill>
                              <a:schemeClr val="bg1"/>
                            </a:solidFill>
                            <a:latin typeface="Cambria Math" panose="02040503050406030204" pitchFamily="18" charset="0"/>
                          </a:rPr>
                        </m:ctrlPr>
                      </m:dPr>
                      <m:e>
                        <m:r>
                          <m:rPr>
                            <m:sty m:val="p"/>
                          </m:rPr>
                          <a:rPr lang="en-US" sz="2800" b="0" i="0">
                            <a:solidFill>
                              <a:schemeClr val="bg1"/>
                            </a:solidFill>
                            <a:latin typeface="Cambria Math" panose="02040503050406030204" pitchFamily="18" charset="0"/>
                          </a:rPr>
                          <m:t>G</m:t>
                        </m:r>
                      </m:e>
                    </m:d>
                    <m:r>
                      <a:rPr lang="en-US" sz="2800" b="0" i="0">
                        <a:solidFill>
                          <a:schemeClr val="bg1"/>
                        </a:solidFill>
                        <a:latin typeface="Cambria Math" panose="02040503050406030204" pitchFamily="18" charset="0"/>
                      </a:rPr>
                      <m:t>=1.5</m:t>
                    </m:r>
                    <m:r>
                      <m:rPr>
                        <m:sty m:val="p"/>
                      </m:rPr>
                      <a:rPr lang="en-US" sz="2800" b="0" i="0">
                        <a:solidFill>
                          <a:schemeClr val="bg1"/>
                        </a:solidFill>
                        <a:latin typeface="Cambria Math" panose="02040503050406030204" pitchFamily="18" charset="0"/>
                      </a:rPr>
                      <m:t>γ</m:t>
                    </m:r>
                    <m:d>
                      <m:dPr>
                        <m:ctrlPr>
                          <a:rPr lang="en-US" sz="2800" i="1">
                            <a:solidFill>
                              <a:schemeClr val="bg1"/>
                            </a:solidFill>
                            <a:latin typeface="Cambria Math" panose="02040503050406030204" pitchFamily="18" charset="0"/>
                          </a:rPr>
                        </m:ctrlPr>
                      </m:dPr>
                      <m:e>
                        <m:r>
                          <m:rPr>
                            <m:sty m:val="p"/>
                          </m:rPr>
                          <a:rPr lang="en-US" sz="2800" b="0" i="0">
                            <a:solidFill>
                              <a:schemeClr val="bg1"/>
                            </a:solidFill>
                            <a:latin typeface="Cambria Math" panose="02040503050406030204" pitchFamily="18" charset="0"/>
                          </a:rPr>
                          <m:t>G</m:t>
                        </m:r>
                      </m:e>
                    </m:d>
                  </m:oMath>
                </a14:m>
                <a:r>
                  <a:rPr lang="en-US" sz="2800" dirty="0">
                    <a:solidFill>
                      <a:schemeClr val="bg1"/>
                    </a:solidFill>
                  </a:rPr>
                  <a:t>.</a:t>
                </a:r>
              </a:p>
            </p:txBody>
          </p:sp>
        </mc:Choice>
        <mc:Fallback xmlns="">
          <p:sp>
            <p:nvSpPr>
              <p:cNvPr id="32" name="Content Placeholder 2"/>
              <p:cNvSpPr txBox="1">
                <a:spLocks noRot="1" noChangeAspect="1" noMove="1" noResize="1" noEditPoints="1" noAdjustHandles="1" noChangeArrowheads="1" noChangeShapeType="1" noTextEdit="1"/>
              </p:cNvSpPr>
              <p:nvPr/>
            </p:nvSpPr>
            <p:spPr>
              <a:xfrm>
                <a:off x="131176" y="867840"/>
                <a:ext cx="12024000" cy="587474"/>
              </a:xfrm>
              <a:prstGeom prst="rect">
                <a:avLst/>
              </a:prstGeom>
              <a:blipFill rotWithShape="0">
                <a:blip r:embed="rId2"/>
                <a:stretch>
                  <a:fillRect l="-1065" t="-10309" b="-16495"/>
                </a:stretch>
              </a:blipFill>
              <a:ln>
                <a:noFill/>
              </a:ln>
            </p:spPr>
            <p:txBody>
              <a:bodyPr/>
              <a:lstStyle/>
              <a:p>
                <a:r>
                  <a:rPr lang="en-US">
                    <a:noFill/>
                  </a:rPr>
                  <a:t> </a:t>
                </a:r>
              </a:p>
            </p:txBody>
          </p:sp>
        </mc:Fallback>
      </mc:AlternateContent>
      <p:sp>
        <p:nvSpPr>
          <p:cNvPr id="5" name="Oval 4">
            <a:extLst>
              <a:ext uri="{FF2B5EF4-FFF2-40B4-BE49-F238E27FC236}">
                <a16:creationId xmlns:a16="http://schemas.microsoft.com/office/drawing/2014/main" id="{BDD11F87-DA81-9510-C1CB-0AF4093562CB}"/>
              </a:ext>
            </a:extLst>
          </p:cNvPr>
          <p:cNvSpPr/>
          <p:nvPr/>
        </p:nvSpPr>
        <p:spPr>
          <a:xfrm rot="5400000">
            <a:off x="4949805" y="434812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4950295" y="29070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BDD11F87-DA81-9510-C1CB-0AF4093562CB}"/>
              </a:ext>
            </a:extLst>
          </p:cNvPr>
          <p:cNvSpPr/>
          <p:nvPr/>
        </p:nvSpPr>
        <p:spPr>
          <a:xfrm rot="5400000">
            <a:off x="7100579" y="29070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7100579" y="434812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2" name="Oval 41">
            <a:extLst>
              <a:ext uri="{FF2B5EF4-FFF2-40B4-BE49-F238E27FC236}">
                <a16:creationId xmlns:a16="http://schemas.microsoft.com/office/drawing/2014/main" id="{BDD11F87-DA81-9510-C1CB-0AF4093562CB}"/>
              </a:ext>
            </a:extLst>
          </p:cNvPr>
          <p:cNvSpPr/>
          <p:nvPr/>
        </p:nvSpPr>
        <p:spPr>
          <a:xfrm rot="5400000">
            <a:off x="8213329" y="290700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3899918" y="434812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p:cNvSpPr/>
          <p:nvPr/>
        </p:nvSpPr>
        <p:spPr>
          <a:xfrm>
            <a:off x="4859052" y="4272430"/>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0" name="Oval 19"/>
          <p:cNvSpPr/>
          <p:nvPr/>
        </p:nvSpPr>
        <p:spPr>
          <a:xfrm>
            <a:off x="7009826" y="4270999"/>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4363782" y="5041520"/>
                <a:ext cx="2752331" cy="523220"/>
              </a:xfrm>
              <a:prstGeom prst="rect">
                <a:avLst/>
              </a:prstGeom>
              <a:noFill/>
            </p:spPr>
            <p:txBody>
              <a:bodyPr wrap="square" rtlCol="0">
                <a:spAutoFit/>
              </a:bodyPr>
              <a:lstStyle/>
              <a:p>
                <a:pPr algn="ctr"/>
                <a:r>
                  <a:rPr lang="en-US" sz="2800" dirty="0">
                    <a:solidFill>
                      <a:srgbClr val="002060"/>
                    </a:solidFill>
                  </a:rPr>
                  <a:t> </a:t>
                </a:r>
                <a14:m>
                  <m:oMath xmlns:m="http://schemas.openxmlformats.org/officeDocument/2006/math">
                    <m:sSub>
                      <m:sSubPr>
                        <m:ctrlPr>
                          <a:rPr lang="en-US" sz="2800" i="1">
                            <a:solidFill>
                              <a:srgbClr val="002060"/>
                            </a:solidFill>
                            <a:latin typeface="Cambria Math" panose="02040503050406030204" pitchFamily="18" charset="0"/>
                          </a:rPr>
                        </m:ctrlPr>
                      </m:sSubPr>
                      <m:e>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γ</m:t>
                        </m:r>
                      </m:e>
                      <m:sub>
                        <m:r>
                          <m:rPr>
                            <m:sty m:val="p"/>
                          </m:rPr>
                          <a:rPr lang="en-US" sz="2800">
                            <a:solidFill>
                              <a:srgbClr val="002060"/>
                            </a:solidFill>
                            <a:latin typeface="Cambria Math" panose="02040503050406030204" pitchFamily="18" charset="0"/>
                          </a:rPr>
                          <m:t>t</m:t>
                        </m:r>
                      </m:sub>
                    </m:sSub>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G</m:t>
                        </m:r>
                      </m:e>
                    </m:d>
                    <m:r>
                      <a:rPr lang="en-US" sz="2800">
                        <a:solidFill>
                          <a:srgbClr val="002060"/>
                        </a:solidFill>
                        <a:latin typeface="Cambria Math" panose="02040503050406030204" pitchFamily="18" charset="0"/>
                      </a:rPr>
                      <m:t>=3</m:t>
                    </m:r>
                  </m:oMath>
                </a14:m>
                <a:endParaRPr lang="en-US" sz="2800" dirty="0">
                  <a:solidFill>
                    <a:srgbClr val="002060"/>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4363782" y="5041520"/>
                <a:ext cx="2752331"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1236000" y="5564740"/>
                <a:ext cx="8936774" cy="52322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γ</m:t>
                          </m:r>
                        </m:e>
                        <m:sub>
                          <m:r>
                            <m:rPr>
                              <m:sty m:val="p"/>
                            </m:rPr>
                            <a:rPr lang="en-US" sz="2800">
                              <a:solidFill>
                                <a:srgbClr val="002060"/>
                              </a:solidFill>
                              <a:latin typeface="Cambria Math" panose="02040503050406030204" pitchFamily="18" charset="0"/>
                            </a:rPr>
                            <m:t>t</m:t>
                          </m:r>
                        </m:sub>
                      </m:sSub>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G</m:t>
                          </m:r>
                        </m:e>
                      </m:d>
                      <m:r>
                        <a:rPr lang="en-US" sz="280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3=1.5</m:t>
                      </m:r>
                      <m:d>
                        <m:dPr>
                          <m:ctrlPr>
                            <a:rPr lang="en-US" sz="2800" b="0" i="1" smtClean="0">
                              <a:solidFill>
                                <a:srgbClr val="002060"/>
                              </a:solidFill>
                              <a:latin typeface="Cambria Math" panose="02040503050406030204" pitchFamily="18" charset="0"/>
                            </a:rPr>
                          </m:ctrlPr>
                        </m:dPr>
                        <m:e>
                          <m:r>
                            <a:rPr lang="en-US" sz="2800" b="0" i="0" smtClean="0">
                              <a:solidFill>
                                <a:srgbClr val="002060"/>
                              </a:solidFill>
                              <a:latin typeface="Cambria Math" panose="02040503050406030204" pitchFamily="18" charset="0"/>
                            </a:rPr>
                            <m:t>2</m:t>
                          </m:r>
                        </m:e>
                      </m:d>
                      <m:r>
                        <a:rPr lang="en-US" sz="2800" b="0" i="0" smtClean="0">
                          <a:solidFill>
                            <a:srgbClr val="002060"/>
                          </a:solidFill>
                          <a:latin typeface="Cambria Math" panose="02040503050406030204" pitchFamily="18" charset="0"/>
                        </a:rPr>
                        <m:t>=</m:t>
                      </m:r>
                      <m:r>
                        <a:rPr lang="en-US" sz="2800">
                          <a:solidFill>
                            <a:srgbClr val="002060"/>
                          </a:solidFill>
                          <a:latin typeface="Cambria Math" panose="02040503050406030204" pitchFamily="18" charset="0"/>
                        </a:rPr>
                        <m:t>1.5</m:t>
                      </m:r>
                      <m:r>
                        <m:rPr>
                          <m:sty m:val="p"/>
                        </m:rPr>
                        <a:rPr lang="en-US" sz="2800">
                          <a:solidFill>
                            <a:srgbClr val="002060"/>
                          </a:solidFill>
                          <a:latin typeface="Cambria Math" panose="02040503050406030204" pitchFamily="18" charset="0"/>
                        </a:rPr>
                        <m:t>γ</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G</m:t>
                          </m:r>
                        </m:e>
                      </m:d>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1236000" y="5564740"/>
                <a:ext cx="8936774" cy="523220"/>
              </a:xfrm>
              <a:prstGeom prst="rect">
                <a:avLst/>
              </a:prstGeom>
              <a:blipFill rotWithShape="0">
                <a:blip r:embed="rId4"/>
                <a:stretch>
                  <a:fillRect/>
                </a:stretch>
              </a:blipFill>
            </p:spPr>
            <p:txBody>
              <a:bodyPr/>
              <a:lstStyle/>
              <a:p>
                <a:r>
                  <a:rPr lang="en-US">
                    <a:noFill/>
                  </a:rPr>
                  <a:t> </a:t>
                </a:r>
              </a:p>
            </p:txBody>
          </p:sp>
        </mc:Fallback>
      </mc:AlternateContent>
      <p:sp>
        <p:nvSpPr>
          <p:cNvPr id="23" name="Oval 22"/>
          <p:cNvSpPr/>
          <p:nvPr/>
        </p:nvSpPr>
        <p:spPr>
          <a:xfrm>
            <a:off x="7009825" y="2831642"/>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59751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9" presetClass="emph" presetSubtype="0" fill="hold" grpId="0" nodeType="clickEffect">
                                  <p:stCondLst>
                                    <p:cond delay="0"/>
                                  </p:stCondLst>
                                  <p:childTnLst>
                                    <p:animClr clrSpc="rgb" dir="cw">
                                      <p:cBhvr override="childStyle">
                                        <p:cTn id="10" dur="500" fill="hold"/>
                                        <p:tgtEl>
                                          <p:spTgt spid="45"/>
                                        </p:tgtEl>
                                        <p:attrNameLst>
                                          <p:attrName>style.color</p:attrName>
                                        </p:attrNameLst>
                                      </p:cBhvr>
                                      <p:to>
                                        <a:schemeClr val="accent2"/>
                                      </p:to>
                                    </p:animClr>
                                    <p:animClr clrSpc="rgb" dir="cw">
                                      <p:cBhvr>
                                        <p:cTn id="11" dur="500" fill="hold"/>
                                        <p:tgtEl>
                                          <p:spTgt spid="45"/>
                                        </p:tgtEl>
                                        <p:attrNameLst>
                                          <p:attrName>fillcolor</p:attrName>
                                        </p:attrNameLst>
                                      </p:cBhvr>
                                      <p:to>
                                        <a:schemeClr val="accent2"/>
                                      </p:to>
                                    </p:animClr>
                                    <p:set>
                                      <p:cBhvr>
                                        <p:cTn id="12" dur="500" fill="hold"/>
                                        <p:tgtEl>
                                          <p:spTgt spid="45"/>
                                        </p:tgtEl>
                                        <p:attrNameLst>
                                          <p:attrName>fill.type</p:attrName>
                                        </p:attrNameLst>
                                      </p:cBhvr>
                                      <p:to>
                                        <p:strVal val="solid"/>
                                      </p:to>
                                    </p:set>
                                    <p:set>
                                      <p:cBhvr>
                                        <p:cTn id="13" dur="500" fill="hold"/>
                                        <p:tgtEl>
                                          <p:spTgt spid="45"/>
                                        </p:tgtEl>
                                        <p:attrNameLst>
                                          <p:attrName>fill.on</p:attrName>
                                        </p:attrNameLst>
                                      </p:cBhvr>
                                      <p:to>
                                        <p:strVal val="true"/>
                                      </p:to>
                                    </p:set>
                                  </p:childTnLst>
                                </p:cTn>
                              </p:par>
                              <p:par>
                                <p:cTn id="14" presetID="19" presetClass="emph" presetSubtype="0" fill="hold" grpId="0" nodeType="withEffect">
                                  <p:stCondLst>
                                    <p:cond delay="0"/>
                                  </p:stCondLst>
                                  <p:childTnLst>
                                    <p:animClr clrSpc="rgb" dir="cw">
                                      <p:cBhvr override="childStyle">
                                        <p:cTn id="15" dur="500" fill="hold"/>
                                        <p:tgtEl>
                                          <p:spTgt spid="7"/>
                                        </p:tgtEl>
                                        <p:attrNameLst>
                                          <p:attrName>style.color</p:attrName>
                                        </p:attrNameLst>
                                      </p:cBhvr>
                                      <p:to>
                                        <a:schemeClr val="accent2"/>
                                      </p:to>
                                    </p:animClr>
                                    <p:animClr clrSpc="rgb" dir="cw">
                                      <p:cBhvr>
                                        <p:cTn id="16" dur="500" fill="hold"/>
                                        <p:tgtEl>
                                          <p:spTgt spid="7"/>
                                        </p:tgtEl>
                                        <p:attrNameLst>
                                          <p:attrName>fillcolor</p:attrName>
                                        </p:attrNameLst>
                                      </p:cBhvr>
                                      <p:to>
                                        <a:schemeClr val="accent2"/>
                                      </p:to>
                                    </p:animClr>
                                    <p:set>
                                      <p:cBhvr>
                                        <p:cTn id="17" dur="500" fill="hold"/>
                                        <p:tgtEl>
                                          <p:spTgt spid="7"/>
                                        </p:tgtEl>
                                        <p:attrNameLst>
                                          <p:attrName>fill.type</p:attrName>
                                        </p:attrNameLst>
                                      </p:cBhvr>
                                      <p:to>
                                        <p:strVal val="solid"/>
                                      </p:to>
                                    </p:set>
                                    <p:set>
                                      <p:cBhvr>
                                        <p:cTn id="18" dur="500" fill="hold"/>
                                        <p:tgtEl>
                                          <p:spTgt spid="7"/>
                                        </p:tgtEl>
                                        <p:attrNameLst>
                                          <p:attrName>fill.on</p:attrName>
                                        </p:attrNameLst>
                                      </p:cBhvr>
                                      <p:to>
                                        <p:strVal val="true"/>
                                      </p:to>
                                    </p:set>
                                  </p:childTnLst>
                                </p:cTn>
                              </p:par>
                              <p:par>
                                <p:cTn id="19" presetID="19" presetClass="emph" presetSubtype="0" fill="hold" grpId="0" nodeType="withEffect">
                                  <p:stCondLst>
                                    <p:cond delay="0"/>
                                  </p:stCondLst>
                                  <p:childTnLst>
                                    <p:animClr clrSpc="rgb" dir="cw">
                                      <p:cBhvr override="childStyle">
                                        <p:cTn id="20" dur="500" fill="hold"/>
                                        <p:tgtEl>
                                          <p:spTgt spid="14"/>
                                        </p:tgtEl>
                                        <p:attrNameLst>
                                          <p:attrName>style.color</p:attrName>
                                        </p:attrNameLst>
                                      </p:cBhvr>
                                      <p:to>
                                        <a:schemeClr val="accent2"/>
                                      </p:to>
                                    </p:animClr>
                                    <p:animClr clrSpc="rgb" dir="cw">
                                      <p:cBhvr>
                                        <p:cTn id="21" dur="500" fill="hold"/>
                                        <p:tgtEl>
                                          <p:spTgt spid="14"/>
                                        </p:tgtEl>
                                        <p:attrNameLst>
                                          <p:attrName>fillcolor</p:attrName>
                                        </p:attrNameLst>
                                      </p:cBhvr>
                                      <p:to>
                                        <a:schemeClr val="accent2"/>
                                      </p:to>
                                    </p:animClr>
                                    <p:set>
                                      <p:cBhvr>
                                        <p:cTn id="22" dur="500" fill="hold"/>
                                        <p:tgtEl>
                                          <p:spTgt spid="14"/>
                                        </p:tgtEl>
                                        <p:attrNameLst>
                                          <p:attrName>fill.type</p:attrName>
                                        </p:attrNameLst>
                                      </p:cBhvr>
                                      <p:to>
                                        <p:strVal val="solid"/>
                                      </p:to>
                                    </p:set>
                                    <p:set>
                                      <p:cBhvr>
                                        <p:cTn id="23" dur="500" fill="hold"/>
                                        <p:tgtEl>
                                          <p:spTgt spid="14"/>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9" presetClass="emph" presetSubtype="0" fill="hold" grpId="0" nodeType="clickEffect">
                                  <p:stCondLst>
                                    <p:cond delay="0"/>
                                  </p:stCondLst>
                                  <p:childTnLst>
                                    <p:animClr clrSpc="rgb" dir="cw">
                                      <p:cBhvr override="childStyle">
                                        <p:cTn id="31" dur="500" fill="hold"/>
                                        <p:tgtEl>
                                          <p:spTgt spid="5"/>
                                        </p:tgtEl>
                                        <p:attrNameLst>
                                          <p:attrName>style.color</p:attrName>
                                        </p:attrNameLst>
                                      </p:cBhvr>
                                      <p:to>
                                        <a:schemeClr val="accent2"/>
                                      </p:to>
                                    </p:animClr>
                                    <p:animClr clrSpc="rgb" dir="cw">
                                      <p:cBhvr>
                                        <p:cTn id="32" dur="500" fill="hold"/>
                                        <p:tgtEl>
                                          <p:spTgt spid="5"/>
                                        </p:tgtEl>
                                        <p:attrNameLst>
                                          <p:attrName>fillcolor</p:attrName>
                                        </p:attrNameLst>
                                      </p:cBhvr>
                                      <p:to>
                                        <a:schemeClr val="accent2"/>
                                      </p:to>
                                    </p:animClr>
                                    <p:set>
                                      <p:cBhvr>
                                        <p:cTn id="33" dur="500" fill="hold"/>
                                        <p:tgtEl>
                                          <p:spTgt spid="5"/>
                                        </p:tgtEl>
                                        <p:attrNameLst>
                                          <p:attrName>fill.type</p:attrName>
                                        </p:attrNameLst>
                                      </p:cBhvr>
                                      <p:to>
                                        <p:strVal val="solid"/>
                                      </p:to>
                                    </p:set>
                                    <p:set>
                                      <p:cBhvr>
                                        <p:cTn id="34" dur="500" fill="hold"/>
                                        <p:tgtEl>
                                          <p:spTgt spid="5"/>
                                        </p:tgtEl>
                                        <p:attrNameLst>
                                          <p:attrName>fill.on</p:attrName>
                                        </p:attrNameLst>
                                      </p:cBhvr>
                                      <p:to>
                                        <p:strVal val="true"/>
                                      </p:to>
                                    </p:set>
                                  </p:childTnLst>
                                </p:cTn>
                              </p:par>
                              <p:par>
                                <p:cTn id="35" presetID="19" presetClass="emph" presetSubtype="0" fill="hold" grpId="0" nodeType="withEffect">
                                  <p:stCondLst>
                                    <p:cond delay="0"/>
                                  </p:stCondLst>
                                  <p:childTnLst>
                                    <p:animClr clrSpc="rgb" dir="cw">
                                      <p:cBhvr override="childStyle">
                                        <p:cTn id="36" dur="500" fill="hold"/>
                                        <p:tgtEl>
                                          <p:spTgt spid="13"/>
                                        </p:tgtEl>
                                        <p:attrNameLst>
                                          <p:attrName>style.color</p:attrName>
                                        </p:attrNameLst>
                                      </p:cBhvr>
                                      <p:to>
                                        <a:schemeClr val="accent2"/>
                                      </p:to>
                                    </p:animClr>
                                    <p:animClr clrSpc="rgb" dir="cw">
                                      <p:cBhvr>
                                        <p:cTn id="37" dur="500" fill="hold"/>
                                        <p:tgtEl>
                                          <p:spTgt spid="13"/>
                                        </p:tgtEl>
                                        <p:attrNameLst>
                                          <p:attrName>fillcolor</p:attrName>
                                        </p:attrNameLst>
                                      </p:cBhvr>
                                      <p:to>
                                        <a:schemeClr val="accent2"/>
                                      </p:to>
                                    </p:animClr>
                                    <p:set>
                                      <p:cBhvr>
                                        <p:cTn id="38" dur="500" fill="hold"/>
                                        <p:tgtEl>
                                          <p:spTgt spid="13"/>
                                        </p:tgtEl>
                                        <p:attrNameLst>
                                          <p:attrName>fill.type</p:attrName>
                                        </p:attrNameLst>
                                      </p:cBhvr>
                                      <p:to>
                                        <p:strVal val="solid"/>
                                      </p:to>
                                    </p:set>
                                    <p:set>
                                      <p:cBhvr>
                                        <p:cTn id="39" dur="500" fill="hold"/>
                                        <p:tgtEl>
                                          <p:spTgt spid="13"/>
                                        </p:tgtEl>
                                        <p:attrNameLst>
                                          <p:attrName>fill.on</p:attrName>
                                        </p:attrNameLst>
                                      </p:cBhvr>
                                      <p:to>
                                        <p:strVal val="tru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9" presetClass="emph" presetSubtype="0" fill="hold" grpId="0" nodeType="clickEffect">
                                  <p:stCondLst>
                                    <p:cond delay="0"/>
                                  </p:stCondLst>
                                  <p:childTnLst>
                                    <p:animClr clrSpc="rgb" dir="cw">
                                      <p:cBhvr override="childStyle">
                                        <p:cTn id="47" dur="500" fill="hold"/>
                                        <p:tgtEl>
                                          <p:spTgt spid="42"/>
                                        </p:tgtEl>
                                        <p:attrNameLst>
                                          <p:attrName>style.color</p:attrName>
                                        </p:attrNameLst>
                                      </p:cBhvr>
                                      <p:to>
                                        <a:schemeClr val="accent2"/>
                                      </p:to>
                                    </p:animClr>
                                    <p:animClr clrSpc="rgb" dir="cw">
                                      <p:cBhvr>
                                        <p:cTn id="48" dur="500" fill="hold"/>
                                        <p:tgtEl>
                                          <p:spTgt spid="42"/>
                                        </p:tgtEl>
                                        <p:attrNameLst>
                                          <p:attrName>fillcolor</p:attrName>
                                        </p:attrNameLst>
                                      </p:cBhvr>
                                      <p:to>
                                        <a:schemeClr val="accent2"/>
                                      </p:to>
                                    </p:animClr>
                                    <p:set>
                                      <p:cBhvr>
                                        <p:cTn id="49" dur="500" fill="hold"/>
                                        <p:tgtEl>
                                          <p:spTgt spid="42"/>
                                        </p:tgtEl>
                                        <p:attrNameLst>
                                          <p:attrName>fill.type</p:attrName>
                                        </p:attrNameLst>
                                      </p:cBhvr>
                                      <p:to>
                                        <p:strVal val="solid"/>
                                      </p:to>
                                    </p:set>
                                    <p:set>
                                      <p:cBhvr>
                                        <p:cTn id="50" dur="500" fill="hold"/>
                                        <p:tgtEl>
                                          <p:spTgt spid="42"/>
                                        </p:tgtEl>
                                        <p:attrNameLst>
                                          <p:attrName>fill.on</p:attrName>
                                        </p:attrNameLst>
                                      </p:cBhvr>
                                      <p:to>
                                        <p:strVal val="tru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animBg="1"/>
      <p:bldP spid="14" grpId="0" animBg="1"/>
      <p:bldP spid="42" grpId="0" animBg="1"/>
      <p:bldP spid="45" grpId="0" animBg="1"/>
      <p:bldP spid="19" grpId="0" animBg="1"/>
      <p:bldP spid="20" grpId="0" animBg="1"/>
      <p:bldP spid="21" grpId="0"/>
      <p:bldP spid="22" grpId="0"/>
      <p:bldP spid="2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6</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69004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32" name="Content Placeholder 2"/>
              <p:cNvSpPr txBox="1">
                <a:spLocks/>
              </p:cNvSpPr>
              <p:nvPr/>
            </p:nvSpPr>
            <p:spPr>
              <a:xfrm>
                <a:off x="131176" y="867840"/>
                <a:ext cx="12024000" cy="62616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Give an example of a connected graph</a:t>
                </a:r>
                <a14:m>
                  <m:oMath xmlns:m="http://schemas.openxmlformats.org/officeDocument/2006/math">
                    <m:r>
                      <a:rPr lang="en-US" sz="2800" i="1">
                        <a:solidFill>
                          <a:schemeClr val="bg1"/>
                        </a:solidFill>
                        <a:latin typeface="Cambria Math" panose="02040503050406030204" pitchFamily="18" charset="0"/>
                      </a:rPr>
                      <m:t> </m:t>
                    </m:r>
                    <m:r>
                      <m:rPr>
                        <m:sty m:val="p"/>
                      </m:rPr>
                      <a:rPr lang="en-US" sz="2800">
                        <a:solidFill>
                          <a:schemeClr val="bg1"/>
                        </a:solidFill>
                        <a:latin typeface="Cambria Math" panose="02040503050406030204" pitchFamily="18" charset="0"/>
                      </a:rPr>
                      <m:t>G</m:t>
                    </m:r>
                  </m:oMath>
                </a14:m>
                <a:r>
                  <a:rPr lang="en-US" sz="2800" dirty="0">
                    <a:solidFill>
                      <a:schemeClr val="bg1"/>
                    </a:solidFill>
                  </a:rPr>
                  <a:t> such that </a:t>
                </a:r>
                <a14:m>
                  <m:oMath xmlns:m="http://schemas.openxmlformats.org/officeDocument/2006/math">
                    <m:r>
                      <m:rPr>
                        <m:sty m:val="p"/>
                      </m:rPr>
                      <a:rPr lang="en-US" sz="2800" b="0" i="0">
                        <a:solidFill>
                          <a:schemeClr val="bg1"/>
                        </a:solidFill>
                        <a:latin typeface="Cambria Math" panose="02040503050406030204" pitchFamily="18" charset="0"/>
                      </a:rPr>
                      <m:t>γ</m:t>
                    </m:r>
                    <m:d>
                      <m:dPr>
                        <m:ctrlPr>
                          <a:rPr lang="en-US" sz="2800" i="1">
                            <a:solidFill>
                              <a:schemeClr val="bg1"/>
                            </a:solidFill>
                            <a:latin typeface="Cambria Math" panose="02040503050406030204" pitchFamily="18" charset="0"/>
                          </a:rPr>
                        </m:ctrlPr>
                      </m:dPr>
                      <m:e>
                        <m:r>
                          <m:rPr>
                            <m:sty m:val="p"/>
                          </m:rPr>
                          <a:rPr lang="en-US" sz="2800" b="0" i="0">
                            <a:solidFill>
                              <a:schemeClr val="bg1"/>
                            </a:solidFill>
                            <a:latin typeface="Cambria Math" panose="02040503050406030204" pitchFamily="18" charset="0"/>
                          </a:rPr>
                          <m:t>G</m:t>
                        </m:r>
                      </m:e>
                    </m:d>
                    <m:r>
                      <a:rPr lang="en-US" sz="2800" b="0" i="0">
                        <a:solidFill>
                          <a:schemeClr val="bg1"/>
                        </a:solidFill>
                        <a:latin typeface="Cambria Math" panose="02040503050406030204" pitchFamily="18" charset="0"/>
                      </a:rPr>
                      <m:t>=</m:t>
                    </m:r>
                    <m:r>
                      <a:rPr lang="en-US" sz="2800" b="0" i="0" smtClean="0">
                        <a:solidFill>
                          <a:schemeClr val="bg1"/>
                        </a:solidFill>
                        <a:latin typeface="Cambria Math" panose="02040503050406030204" pitchFamily="18" charset="0"/>
                      </a:rPr>
                      <m:t>2</m:t>
                    </m:r>
                  </m:oMath>
                </a14:m>
                <a:r>
                  <a:rPr lang="en-US" sz="2800" dirty="0">
                    <a:solidFill>
                      <a:schemeClr val="bg1"/>
                    </a:solidFill>
                  </a:rPr>
                  <a:t> and </a:t>
                </a:r>
                <a14:m>
                  <m:oMath xmlns:m="http://schemas.openxmlformats.org/officeDocument/2006/math">
                    <m:sSub>
                      <m:sSubPr>
                        <m:ctrlPr>
                          <a:rPr lang="en-US" sz="2800" i="1">
                            <a:solidFill>
                              <a:schemeClr val="bg1"/>
                            </a:solidFill>
                            <a:latin typeface="Cambria Math" panose="02040503050406030204" pitchFamily="18" charset="0"/>
                          </a:rPr>
                        </m:ctrlPr>
                      </m:sSubPr>
                      <m:e>
                        <m:r>
                          <m:rPr>
                            <m:sty m:val="p"/>
                          </m:rPr>
                          <a:rPr lang="en-US" sz="2800" b="0" i="0">
                            <a:solidFill>
                              <a:schemeClr val="bg1"/>
                            </a:solidFill>
                            <a:latin typeface="Cambria Math" panose="02040503050406030204" pitchFamily="18" charset="0"/>
                          </a:rPr>
                          <m:t>γ</m:t>
                        </m:r>
                      </m:e>
                      <m:sub>
                        <m:r>
                          <m:rPr>
                            <m:sty m:val="p"/>
                          </m:rPr>
                          <a:rPr lang="en-US" sz="2800" b="0" i="0">
                            <a:solidFill>
                              <a:schemeClr val="bg1"/>
                            </a:solidFill>
                            <a:latin typeface="Cambria Math" panose="02040503050406030204" pitchFamily="18" charset="0"/>
                          </a:rPr>
                          <m:t>t</m:t>
                        </m:r>
                      </m:sub>
                    </m:sSub>
                    <m:d>
                      <m:dPr>
                        <m:ctrlPr>
                          <a:rPr lang="en-US" sz="2800" i="1">
                            <a:solidFill>
                              <a:schemeClr val="bg1"/>
                            </a:solidFill>
                            <a:latin typeface="Cambria Math" panose="02040503050406030204" pitchFamily="18" charset="0"/>
                          </a:rPr>
                        </m:ctrlPr>
                      </m:dPr>
                      <m:e>
                        <m:r>
                          <m:rPr>
                            <m:sty m:val="p"/>
                          </m:rPr>
                          <a:rPr lang="en-US" sz="2800" b="0" i="0">
                            <a:solidFill>
                              <a:schemeClr val="bg1"/>
                            </a:solidFill>
                            <a:latin typeface="Cambria Math" panose="02040503050406030204" pitchFamily="18" charset="0"/>
                          </a:rPr>
                          <m:t>G</m:t>
                        </m:r>
                      </m:e>
                    </m:d>
                    <m:r>
                      <a:rPr lang="en-US" sz="2800" b="0" i="0">
                        <a:solidFill>
                          <a:schemeClr val="bg1"/>
                        </a:solidFill>
                        <a:latin typeface="Cambria Math" panose="02040503050406030204" pitchFamily="18" charset="0"/>
                      </a:rPr>
                      <m:t>=</m:t>
                    </m:r>
                    <m:r>
                      <a:rPr lang="en-US" sz="2800" b="0" i="0" smtClean="0">
                        <a:solidFill>
                          <a:schemeClr val="bg1"/>
                        </a:solidFill>
                        <a:latin typeface="Cambria Math" panose="02040503050406030204" pitchFamily="18" charset="0"/>
                      </a:rPr>
                      <m:t>4</m:t>
                    </m:r>
                  </m:oMath>
                </a14:m>
                <a:endParaRPr lang="en-US" sz="2800" dirty="0">
                  <a:solidFill>
                    <a:schemeClr val="bg1"/>
                  </a:solidFill>
                </a:endParaRPr>
              </a:p>
            </p:txBody>
          </p:sp>
        </mc:Choice>
        <mc:Fallback xmlns="">
          <p:sp>
            <p:nvSpPr>
              <p:cNvPr id="32" name="Content Placeholder 2"/>
              <p:cNvSpPr txBox="1">
                <a:spLocks noRot="1" noChangeAspect="1" noMove="1" noResize="1" noEditPoints="1" noAdjustHandles="1" noChangeArrowheads="1" noChangeShapeType="1" noTextEdit="1"/>
              </p:cNvSpPr>
              <p:nvPr/>
            </p:nvSpPr>
            <p:spPr>
              <a:xfrm>
                <a:off x="131176" y="867840"/>
                <a:ext cx="12024000" cy="626160"/>
              </a:xfrm>
              <a:prstGeom prst="rect">
                <a:avLst/>
              </a:prstGeom>
              <a:blipFill rotWithShape="0">
                <a:blip r:embed="rId2"/>
                <a:stretch>
                  <a:fillRect l="-1065" t="-9709" b="-970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14508" y="3057565"/>
                <a:ext cx="3140908" cy="675000"/>
              </a:xfrm>
            </p:spPr>
            <p:txBody>
              <a:bodyPr/>
              <a:lstStyle/>
              <a:p>
                <a:pPr marL="0" lvl="0" indent="0">
                  <a:buNone/>
                </a:pPr>
                <a14:m>
                  <m:oMath xmlns:m="http://schemas.openxmlformats.org/officeDocument/2006/math">
                    <m:r>
                      <a:rPr lang="en-US" b="0" i="1" smtClean="0">
                        <a:latin typeface="Cambria Math" panose="02040503050406030204" pitchFamily="18" charset="0"/>
                      </a:rPr>
                      <m:t>∴</m:t>
                    </m:r>
                    <m:r>
                      <m:rPr>
                        <m:sty m:val="p"/>
                      </m:rPr>
                      <a:rPr lang="en-US" b="0" i="0" smtClean="0">
                        <a:latin typeface="Cambria Math" panose="02040503050406030204" pitchFamily="18" charset="0"/>
                      </a:rPr>
                      <m:t>γ</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0" smtClean="0">
                                <a:latin typeface="Cambria Math" panose="02040503050406030204" pitchFamily="18" charset="0"/>
                              </a:rPr>
                              <m:t>6</m:t>
                            </m:r>
                          </m:sub>
                        </m:sSub>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0" smtClean="0">
                                <a:latin typeface="Cambria Math" panose="02040503050406030204" pitchFamily="18" charset="0"/>
                              </a:rPr>
                              <m:t>6</m:t>
                            </m:r>
                          </m:num>
                          <m:den>
                            <m:r>
                              <a:rPr lang="en-US">
                                <a:latin typeface="Cambria Math" panose="02040503050406030204" pitchFamily="18" charset="0"/>
                              </a:rPr>
                              <m:t>3</m:t>
                            </m:r>
                          </m:den>
                        </m:f>
                      </m:e>
                    </m:d>
                    <m:r>
                      <a:rPr lang="en-US" b="0" i="1" smtClean="0">
                        <a:latin typeface="Cambria Math" panose="02040503050406030204" pitchFamily="18" charset="0"/>
                      </a:rPr>
                      <m:t>=2</m:t>
                    </m:r>
                  </m:oMath>
                </a14:m>
                <a:r>
                  <a:rPr lang="en-US" dirty="0"/>
                  <a:t>.</a:t>
                </a:r>
              </a:p>
              <a:p>
                <a:pPr lvl="0"/>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14508" y="3057565"/>
                <a:ext cx="3140908" cy="675000"/>
              </a:xfrm>
              <a:blipFill rotWithShape="0">
                <a:blip r:embed="rId3"/>
                <a:stretch>
                  <a:fillRect t="-909" b="-1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069249" y="2205411"/>
                <a:ext cx="3570336" cy="685893"/>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wrap="none">
                <a:spAutoFit/>
              </a:bodyPr>
              <a:lstStyle/>
              <a:p>
                <a:pPr lvl="0" algn="just">
                  <a:lnSpc>
                    <a:spcPct val="90000"/>
                  </a:lnSpc>
                  <a:spcBef>
                    <a:spcPts val="1000"/>
                  </a:spcBef>
                  <a:buClr>
                    <a:srgbClr val="B84742"/>
                  </a:buClr>
                </a:pPr>
                <a14:m>
                  <m:oMath xmlns:m="http://schemas.openxmlformats.org/officeDocument/2006/math">
                    <m:r>
                      <m:rPr>
                        <m:sty m:val="p"/>
                      </m:rPr>
                      <a:rPr lang="en-US" sz="2800">
                        <a:solidFill>
                          <a:srgbClr val="002060"/>
                        </a:solidFill>
                        <a:latin typeface="Cambria Math" panose="02040503050406030204" pitchFamily="18" charset="0"/>
                      </a:rPr>
                      <m:t>γ</m:t>
                    </m:r>
                    <m:d>
                      <m:dPr>
                        <m:ctrlPr>
                          <a:rPr lang="en-US" sz="2800" i="1">
                            <a:solidFill>
                              <a:srgbClr val="002060"/>
                            </a:solidFill>
                            <a:latin typeface="Cambria Math" panose="02040503050406030204" pitchFamily="18" charset="0"/>
                          </a:rPr>
                        </m:ctrlPr>
                      </m:dPr>
                      <m:e>
                        <m:sSub>
                          <m:sSubPr>
                            <m:ctrlPr>
                              <a:rPr lang="en-US"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C</m:t>
                            </m:r>
                          </m:e>
                          <m:sub>
                            <m:r>
                              <m:rPr>
                                <m:sty m:val="p"/>
                              </m:rPr>
                              <a:rPr lang="en-US" sz="2800">
                                <a:solidFill>
                                  <a:srgbClr val="002060"/>
                                </a:solidFill>
                                <a:latin typeface="Cambria Math" panose="02040503050406030204" pitchFamily="18" charset="0"/>
                              </a:rPr>
                              <m:t>n</m:t>
                            </m:r>
                          </m:sub>
                        </m:sSub>
                      </m:e>
                    </m:d>
                    <m:r>
                      <a:rPr lang="en-US" sz="2800">
                        <a:solidFill>
                          <a:srgbClr val="002060"/>
                        </a:solidFill>
                        <a:latin typeface="Cambria Math" panose="02040503050406030204" pitchFamily="18" charset="0"/>
                      </a:rPr>
                      <m:t>=</m:t>
                    </m:r>
                    <m:d>
                      <m:dPr>
                        <m:begChr m:val="⌈"/>
                        <m:endChr m:val="⌉"/>
                        <m:ctrlPr>
                          <a:rPr lang="en-US" sz="2800" i="1">
                            <a:solidFill>
                              <a:srgbClr val="002060"/>
                            </a:solidFill>
                            <a:latin typeface="Cambria Math" panose="02040503050406030204" pitchFamily="18" charset="0"/>
                          </a:rPr>
                        </m:ctrlPr>
                      </m:dPr>
                      <m:e>
                        <m:f>
                          <m:fPr>
                            <m:ctrlPr>
                              <a:rPr lang="en-US" sz="2800" i="1">
                                <a:solidFill>
                                  <a:srgbClr val="002060"/>
                                </a:solidFill>
                                <a:latin typeface="Cambria Math" panose="02040503050406030204" pitchFamily="18" charset="0"/>
                              </a:rPr>
                            </m:ctrlPr>
                          </m:fPr>
                          <m:num>
                            <m:r>
                              <m:rPr>
                                <m:sty m:val="p"/>
                              </m:rPr>
                              <a:rPr lang="en-US" sz="2800">
                                <a:solidFill>
                                  <a:srgbClr val="002060"/>
                                </a:solidFill>
                                <a:latin typeface="Cambria Math" panose="02040503050406030204" pitchFamily="18" charset="0"/>
                              </a:rPr>
                              <m:t>n</m:t>
                            </m:r>
                          </m:num>
                          <m:den>
                            <m:r>
                              <a:rPr lang="en-US" sz="2800">
                                <a:solidFill>
                                  <a:srgbClr val="002060"/>
                                </a:solidFill>
                                <a:latin typeface="Cambria Math" panose="02040503050406030204" pitchFamily="18" charset="0"/>
                              </a:rPr>
                              <m:t>3</m:t>
                            </m:r>
                          </m:den>
                        </m:f>
                      </m:e>
                    </m:d>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for</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≥3</m:t>
                    </m:r>
                  </m:oMath>
                </a14:m>
                <a:r>
                  <a:rPr lang="en-US" sz="2800" dirty="0">
                    <a:solidFill>
                      <a:srgbClr val="002060"/>
                    </a:solidFill>
                  </a:rPr>
                  <a:t>.</a:t>
                </a:r>
              </a:p>
            </p:txBody>
          </p:sp>
        </mc:Choice>
        <mc:Fallback xmlns="">
          <p:sp>
            <p:nvSpPr>
              <p:cNvPr id="5" name="Rectangle 4"/>
              <p:cNvSpPr>
                <a:spLocks noRot="1" noChangeAspect="1" noMove="1" noResize="1" noEditPoints="1" noAdjustHandles="1" noChangeArrowheads="1" noChangeShapeType="1" noTextEdit="1"/>
              </p:cNvSpPr>
              <p:nvPr/>
            </p:nvSpPr>
            <p:spPr>
              <a:xfrm>
                <a:off x="6069249" y="2205411"/>
                <a:ext cx="3570336" cy="685893"/>
              </a:xfrm>
              <a:prstGeom prst="rect">
                <a:avLst/>
              </a:prstGeom>
              <a:blipFill rotWithShape="0">
                <a:blip r:embed="rId4"/>
                <a:stretch>
                  <a:fillRect r="-2385" b="-8772"/>
                </a:stretch>
              </a:blipFill>
            </p:spPr>
            <p:txBody>
              <a:bodyPr/>
              <a:lstStyle/>
              <a:p>
                <a:r>
                  <a:rPr lang="en-US">
                    <a:noFill/>
                  </a:rPr>
                  <a:t> </a:t>
                </a:r>
              </a:p>
            </p:txBody>
          </p:sp>
        </mc:Fallback>
      </mc:AlternateContent>
      <p:pic>
        <p:nvPicPr>
          <p:cNvPr id="6" name="Picture 5"/>
          <p:cNvPicPr>
            <a:picLocks noChangeAspect="1"/>
          </p:cNvPicPr>
          <p:nvPr/>
        </p:nvPicPr>
        <p:blipFill>
          <a:blip r:embed="rId5"/>
          <a:stretch>
            <a:fillRect/>
          </a:stretch>
        </p:blipFill>
        <p:spPr>
          <a:xfrm>
            <a:off x="1538514" y="2307660"/>
            <a:ext cx="3375001" cy="2018251"/>
          </a:xfrm>
          <a:prstGeom prst="rect">
            <a:avLst/>
          </a:prstGeom>
        </p:spPr>
      </p:pic>
      <mc:AlternateContent xmlns:mc="http://schemas.openxmlformats.org/markup-compatibility/2006" xmlns:a14="http://schemas.microsoft.com/office/drawing/2010/main">
        <mc:Choice Requires="a14">
          <p:sp>
            <p:nvSpPr>
              <p:cNvPr id="19" name="Rectangle 18"/>
              <p:cNvSpPr/>
              <p:nvPr/>
            </p:nvSpPr>
            <p:spPr>
              <a:xfrm>
                <a:off x="3937212" y="4133650"/>
                <a:ext cx="5300908" cy="898964"/>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γ</m:t>
                          </m:r>
                        </m:e>
                        <m:sub>
                          <m:r>
                            <m:rPr>
                              <m:sty m:val="p"/>
                            </m:rPr>
                            <a:rPr lang="en-US" sz="2800" dirty="0">
                              <a:solidFill>
                                <a:srgbClr val="002060"/>
                              </a:solidFill>
                              <a:latin typeface="Cambria Math" panose="02040503050406030204" pitchFamily="18" charset="0"/>
                            </a:rPr>
                            <m:t>t</m:t>
                          </m:r>
                        </m:sub>
                      </m:sSub>
                      <m:d>
                        <m:dPr>
                          <m:ctrlPr>
                            <a:rPr lang="en-US" sz="2800" i="1" dirty="0">
                              <a:solidFill>
                                <a:srgbClr val="002060"/>
                              </a:solidFill>
                              <a:latin typeface="Cambria Math" panose="02040503050406030204" pitchFamily="18" charset="0"/>
                            </a:rPr>
                          </m:ctrlPr>
                        </m:dPr>
                        <m:e>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C</m:t>
                              </m:r>
                            </m:e>
                            <m:sub>
                              <m:r>
                                <m:rPr>
                                  <m:sty m:val="p"/>
                                </m:rPr>
                                <a:rPr lang="en-US" sz="2800" dirty="0">
                                  <a:solidFill>
                                    <a:srgbClr val="002060"/>
                                  </a:solidFill>
                                  <a:latin typeface="Cambria Math" panose="02040503050406030204" pitchFamily="18" charset="0"/>
                                </a:rPr>
                                <m:t>n</m:t>
                              </m:r>
                            </m:sub>
                          </m:sSub>
                        </m:e>
                      </m:d>
                      <m:r>
                        <a:rPr lang="en-US" sz="2800" b="0" i="0" dirty="0" smtClean="0">
                          <a:solidFill>
                            <a:srgbClr val="002060"/>
                          </a:solidFill>
                          <a:latin typeface="Cambria Math" panose="02040503050406030204" pitchFamily="18" charset="0"/>
                        </a:rPr>
                        <m:t>=</m:t>
                      </m:r>
                      <m:f>
                        <m:fPr>
                          <m:ctrlPr>
                            <a:rPr lang="en-US" sz="2800" i="1" dirty="0">
                              <a:solidFill>
                                <a:srgbClr val="002060"/>
                              </a:solidFill>
                              <a:latin typeface="Cambria Math" panose="02040503050406030204" pitchFamily="18" charset="0"/>
                            </a:rPr>
                          </m:ctrlPr>
                        </m:fPr>
                        <m:num>
                          <m:r>
                            <m:rPr>
                              <m:sty m:val="p"/>
                            </m:rPr>
                            <a:rPr lang="en-US" sz="2800" dirty="0">
                              <a:solidFill>
                                <a:srgbClr val="002060"/>
                              </a:solidFill>
                              <a:latin typeface="Cambria Math" panose="02040503050406030204" pitchFamily="18" charset="0"/>
                            </a:rPr>
                            <m:t>n</m:t>
                          </m:r>
                          <m:r>
                            <a:rPr lang="en-US" sz="2800" dirty="0">
                              <a:solidFill>
                                <a:srgbClr val="002060"/>
                              </a:solidFill>
                              <a:latin typeface="Cambria Math" panose="02040503050406030204" pitchFamily="18" charset="0"/>
                            </a:rPr>
                            <m:t>+2</m:t>
                          </m:r>
                        </m:num>
                        <m:den>
                          <m:r>
                            <a:rPr lang="en-US" sz="2800" dirty="0">
                              <a:solidFill>
                                <a:srgbClr val="002060"/>
                              </a:solidFill>
                              <a:latin typeface="Cambria Math" panose="02040503050406030204" pitchFamily="18" charset="0"/>
                            </a:rPr>
                            <m:t>2</m:t>
                          </m:r>
                        </m:den>
                      </m:f>
                      <m:r>
                        <m:rPr>
                          <m:sty m:val="p"/>
                        </m:rPr>
                        <a:rPr lang="en-US" sz="2800" b="0" i="0" dirty="0" smtClean="0">
                          <a:solidFill>
                            <a:srgbClr val="002060"/>
                          </a:solidFill>
                          <a:latin typeface="Cambria Math" panose="02040503050406030204" pitchFamily="18" charset="0"/>
                        </a:rPr>
                        <m:t>for</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n</m:t>
                      </m:r>
                      <m:r>
                        <a:rPr lang="en-US" sz="2800" dirty="0">
                          <a:solidFill>
                            <a:srgbClr val="002060"/>
                          </a:solidFill>
                          <a:latin typeface="Cambria Math" panose="02040503050406030204" pitchFamily="18" charset="0"/>
                          <a:ea typeface="Cambria Math" panose="02040503050406030204" pitchFamily="18" charset="0"/>
                        </a:rPr>
                        <m:t>≡2 </m:t>
                      </m:r>
                      <m:d>
                        <m:dPr>
                          <m:ctrlPr>
                            <a:rPr lang="en-US" sz="2800" i="1" dirty="0">
                              <a:solidFill>
                                <a:srgbClr val="002060"/>
                              </a:solidFill>
                              <a:latin typeface="Cambria Math" panose="02040503050406030204" pitchFamily="18" charset="0"/>
                              <a:ea typeface="Cambria Math" panose="02040503050406030204" pitchFamily="18" charset="0"/>
                            </a:rPr>
                          </m:ctrlPr>
                        </m:dPr>
                        <m:e>
                          <m:r>
                            <m:rPr>
                              <m:sty m:val="p"/>
                            </m:rPr>
                            <a:rPr lang="en-US" sz="2800" dirty="0">
                              <a:solidFill>
                                <a:srgbClr val="002060"/>
                              </a:solidFill>
                              <a:latin typeface="Cambria Math" panose="02040503050406030204" pitchFamily="18" charset="0"/>
                              <a:ea typeface="Cambria Math" panose="02040503050406030204" pitchFamily="18" charset="0"/>
                            </a:rPr>
                            <m:t>mod</m:t>
                          </m:r>
                          <m:r>
                            <a:rPr lang="en-US" sz="2800" dirty="0">
                              <a:solidFill>
                                <a:srgbClr val="002060"/>
                              </a:solidFill>
                              <a:latin typeface="Cambria Math" panose="02040503050406030204" pitchFamily="18" charset="0"/>
                              <a:ea typeface="Cambria Math" panose="02040503050406030204" pitchFamily="18" charset="0"/>
                            </a:rPr>
                            <m:t> 4</m:t>
                          </m:r>
                        </m:e>
                      </m:d>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3937212" y="4133650"/>
                <a:ext cx="5300908" cy="898964"/>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p:cNvSpPr/>
              <p:nvPr/>
            </p:nvSpPr>
            <p:spPr>
              <a:xfrm>
                <a:off x="3937212" y="5207754"/>
                <a:ext cx="3159326" cy="701602"/>
              </a:xfrm>
              <a:prstGeom prst="rect">
                <a:avLst/>
              </a:prstGeom>
            </p:spPr>
            <p:txBody>
              <a:bodyPr wrap="none">
                <a:spAutoFit/>
              </a:bodyPr>
              <a:lstStyle/>
              <a:p>
                <a:pPr lvl="0"/>
                <a14:m>
                  <m:oMath xmlns:m="http://schemas.openxmlformats.org/officeDocument/2006/math">
                    <m:r>
                      <a:rPr lang="en-US" sz="2800" smtClean="0">
                        <a:solidFill>
                          <a:srgbClr val="002060"/>
                        </a:solidFill>
                        <a:latin typeface="Cambria Math" panose="02040503050406030204" pitchFamily="18" charset="0"/>
                      </a:rPr>
                      <m:t>∴</m:t>
                    </m:r>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γ</m:t>
                        </m:r>
                      </m:e>
                      <m:sub>
                        <m:r>
                          <m:rPr>
                            <m:sty m:val="p"/>
                          </m:rPr>
                          <a:rPr lang="en-US" sz="2800" dirty="0">
                            <a:solidFill>
                              <a:srgbClr val="002060"/>
                            </a:solidFill>
                            <a:latin typeface="Cambria Math" panose="02040503050406030204" pitchFamily="18" charset="0"/>
                          </a:rPr>
                          <m:t>t</m:t>
                        </m:r>
                      </m:sub>
                    </m:sSub>
                    <m:d>
                      <m:dPr>
                        <m:ctrlPr>
                          <a:rPr lang="en-US" sz="2800" i="1" dirty="0">
                            <a:solidFill>
                              <a:srgbClr val="002060"/>
                            </a:solidFill>
                            <a:latin typeface="Cambria Math" panose="02040503050406030204" pitchFamily="18" charset="0"/>
                          </a:rPr>
                        </m:ctrlPr>
                      </m:dPr>
                      <m:e>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C</m:t>
                            </m:r>
                          </m:e>
                          <m:sub>
                            <m:r>
                              <a:rPr lang="en-US" sz="2800" b="0" i="0" dirty="0" smtClean="0">
                                <a:solidFill>
                                  <a:srgbClr val="002060"/>
                                </a:solidFill>
                                <a:latin typeface="Cambria Math" panose="02040503050406030204" pitchFamily="18" charset="0"/>
                              </a:rPr>
                              <m:t>6</m:t>
                            </m:r>
                          </m:sub>
                        </m:sSub>
                      </m:e>
                    </m:d>
                    <m:r>
                      <a:rPr lang="en-US" sz="2800" dirty="0">
                        <a:solidFill>
                          <a:srgbClr val="002060"/>
                        </a:solidFill>
                        <a:latin typeface="Cambria Math" panose="02040503050406030204" pitchFamily="18" charset="0"/>
                      </a:rPr>
                      <m:t>=</m:t>
                    </m:r>
                    <m:f>
                      <m:fPr>
                        <m:ctrlPr>
                          <a:rPr lang="en-US" sz="2800" i="1" dirty="0">
                            <a:solidFill>
                              <a:srgbClr val="002060"/>
                            </a:solidFill>
                            <a:latin typeface="Cambria Math" panose="02040503050406030204" pitchFamily="18" charset="0"/>
                          </a:rPr>
                        </m:ctrlPr>
                      </m:fPr>
                      <m:num>
                        <m:r>
                          <a:rPr lang="en-US" sz="2800" b="0" i="0" dirty="0" smtClean="0">
                            <a:solidFill>
                              <a:srgbClr val="002060"/>
                            </a:solidFill>
                            <a:latin typeface="Cambria Math" panose="02040503050406030204" pitchFamily="18" charset="0"/>
                          </a:rPr>
                          <m:t>6</m:t>
                        </m:r>
                        <m:r>
                          <a:rPr lang="en-US" sz="2800" dirty="0">
                            <a:solidFill>
                              <a:srgbClr val="002060"/>
                            </a:solidFill>
                            <a:latin typeface="Cambria Math" panose="02040503050406030204" pitchFamily="18" charset="0"/>
                          </a:rPr>
                          <m:t>+2</m:t>
                        </m:r>
                      </m:num>
                      <m:den>
                        <m:r>
                          <a:rPr lang="en-US" sz="2800" dirty="0">
                            <a:solidFill>
                              <a:srgbClr val="002060"/>
                            </a:solidFill>
                            <a:latin typeface="Cambria Math" panose="02040503050406030204" pitchFamily="18" charset="0"/>
                          </a:rPr>
                          <m:t>2</m:t>
                        </m:r>
                      </m:den>
                    </m:f>
                    <m:r>
                      <a:rPr lang="en-US" sz="2800" b="0" i="1" dirty="0" smtClean="0">
                        <a:solidFill>
                          <a:srgbClr val="002060"/>
                        </a:solidFill>
                        <a:latin typeface="Cambria Math" panose="02040503050406030204" pitchFamily="18" charset="0"/>
                      </a:rPr>
                      <m:t>=4</m:t>
                    </m:r>
                  </m:oMath>
                </a14:m>
                <a:r>
                  <a:rPr lang="en-US" sz="2800" dirty="0">
                    <a:solidFill>
                      <a:srgbClr val="002060"/>
                    </a:solidFill>
                    <a:latin typeface="Cambria Math" panose="02040503050406030204" pitchFamily="18" charset="0"/>
                  </a:rPr>
                  <a:t>.</a:t>
                </a:r>
              </a:p>
            </p:txBody>
          </p:sp>
        </mc:Choice>
        <mc:Fallback xmlns="">
          <p:sp>
            <p:nvSpPr>
              <p:cNvPr id="58" name="Rectangle 57"/>
              <p:cNvSpPr>
                <a:spLocks noRot="1" noChangeAspect="1" noMove="1" noResize="1" noEditPoints="1" noAdjustHandles="1" noChangeArrowheads="1" noChangeShapeType="1" noTextEdit="1"/>
              </p:cNvSpPr>
              <p:nvPr/>
            </p:nvSpPr>
            <p:spPr>
              <a:xfrm>
                <a:off x="3937212" y="5207754"/>
                <a:ext cx="3159326" cy="701602"/>
              </a:xfrm>
              <a:prstGeom prst="rect">
                <a:avLst/>
              </a:prstGeom>
              <a:blipFill rotWithShape="0">
                <a:blip r:embed="rId7"/>
                <a:stretch>
                  <a:fillRect r="-2896" b="-9565"/>
                </a:stretch>
              </a:blipFill>
            </p:spPr>
            <p:txBody>
              <a:bodyPr/>
              <a:lstStyle/>
              <a:p>
                <a:r>
                  <a:rPr lang="en-US">
                    <a:noFill/>
                  </a:rPr>
                  <a:t> </a:t>
                </a:r>
              </a:p>
            </p:txBody>
          </p:sp>
        </mc:Fallback>
      </mc:AlternateContent>
    </p:spTree>
    <p:extLst>
      <p:ext uri="{BB962C8B-B14F-4D97-AF65-F5344CB8AC3E}">
        <p14:creationId xmlns:p14="http://schemas.microsoft.com/office/powerpoint/2010/main" val="234979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9" grpId="0" animBg="1"/>
      <p:bldP spid="5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7B3C2-F3F4-4F51-5A54-CE6AB4FE75A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E5837B1E-CA85-2598-F5BF-30818ACE80F3}"/>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Some Application</a:t>
            </a:r>
            <a:endParaRPr lang="en-US" dirty="0"/>
          </a:p>
        </p:txBody>
      </p:sp>
      <p:sp>
        <p:nvSpPr>
          <p:cNvPr id="8" name="Content Placeholder 7">
            <a:extLst>
              <a:ext uri="{FF2B5EF4-FFF2-40B4-BE49-F238E27FC236}">
                <a16:creationId xmlns:a16="http://schemas.microsoft.com/office/drawing/2014/main" id="{1A921122-EAE9-B739-BF84-24098A5EC61C}"/>
              </a:ext>
            </a:extLst>
          </p:cNvPr>
          <p:cNvSpPr>
            <a:spLocks noGrp="1"/>
          </p:cNvSpPr>
          <p:nvPr>
            <p:ph idx="1"/>
          </p:nvPr>
        </p:nvSpPr>
        <p:spPr>
          <a:xfrm>
            <a:off x="6230999" y="787600"/>
            <a:ext cx="5694819" cy="4351400"/>
          </a:xfrm>
        </p:spPr>
        <p:txBody>
          <a:bodyPr/>
          <a:lstStyle/>
          <a:p>
            <a:pPr marL="514350" indent="-514350">
              <a:buFont typeface="+mj-lt"/>
              <a:buAutoNum type="arabicPeriod"/>
            </a:pPr>
            <a:r>
              <a:rPr lang="en-US" sz="2400" dirty="0"/>
              <a:t>let the vertices of a. graph be of two kinds: those representing the members of an exploration society, and those representing types of skills. In this graph, an edge between a person and a skill means that person has expertise in that skill area. We wish to send an expedition to set up a camp and explore some remote part of the world. In order to save costs, we want to send as few people as possible, but we must be sure that every skill is possessed by at least one member of the expedition</a:t>
            </a:r>
            <a:r>
              <a:rPr lang="en-US" sz="2700" dirty="0"/>
              <a:t>. </a:t>
            </a:r>
            <a:endParaRPr lang="en-IN" sz="2700" dirty="0"/>
          </a:p>
        </p:txBody>
      </p:sp>
      <p:pic>
        <p:nvPicPr>
          <p:cNvPr id="13" name="Picture 12">
            <a:extLst>
              <a:ext uri="{FF2B5EF4-FFF2-40B4-BE49-F238E27FC236}">
                <a16:creationId xmlns:a16="http://schemas.microsoft.com/office/drawing/2014/main" id="{2259D263-C634-09AE-C8D3-0467C7BF8DE8}"/>
              </a:ext>
            </a:extLst>
          </p:cNvPr>
          <p:cNvPicPr>
            <a:picLocks noChangeAspect="1"/>
          </p:cNvPicPr>
          <p:nvPr/>
        </p:nvPicPr>
        <p:blipFill>
          <a:blip r:embed="rId2"/>
          <a:stretch>
            <a:fillRect/>
          </a:stretch>
        </p:blipFill>
        <p:spPr>
          <a:xfrm>
            <a:off x="266182" y="801836"/>
            <a:ext cx="5694819" cy="5732164"/>
          </a:xfrm>
          <a:prstGeom prst="rect">
            <a:avLst/>
          </a:prstGeom>
        </p:spPr>
      </p:pic>
      <p:sp>
        <p:nvSpPr>
          <p:cNvPr id="2" name="Oval 1">
            <a:extLst>
              <a:ext uri="{FF2B5EF4-FFF2-40B4-BE49-F238E27FC236}">
                <a16:creationId xmlns:a16="http://schemas.microsoft.com/office/drawing/2014/main" id="{3C25060A-2446-18B0-60E8-4DB52ED7FA9E}"/>
              </a:ext>
            </a:extLst>
          </p:cNvPr>
          <p:cNvSpPr/>
          <p:nvPr/>
        </p:nvSpPr>
        <p:spPr>
          <a:xfrm>
            <a:off x="1494334" y="2223525"/>
            <a:ext cx="135000" cy="1350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descr="Tick - Right Symbol PNG Transparent With Clear Background ID 194790 | TOPpng">
            <a:extLst>
              <a:ext uri="{FF2B5EF4-FFF2-40B4-BE49-F238E27FC236}">
                <a16:creationId xmlns:a16="http://schemas.microsoft.com/office/drawing/2014/main" id="{49277850-F32C-8DC6-AEA0-1CBF92933DD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33" b="99418" l="3095" r="98333"/>
                    </a14:imgEffect>
                  </a14:imgLayer>
                </a14:imgProps>
              </a:ext>
            </a:extLst>
          </a:blip>
          <a:stretch>
            <a:fillRect/>
          </a:stretch>
        </p:blipFill>
        <p:spPr>
          <a:xfrm>
            <a:off x="5809333" y="2572601"/>
            <a:ext cx="442229" cy="452232"/>
          </a:xfrm>
          <a:prstGeom prst="rect">
            <a:avLst/>
          </a:prstGeom>
        </p:spPr>
      </p:pic>
      <p:pic>
        <p:nvPicPr>
          <p:cNvPr id="4" name="Picture 3" descr="Tick - Right Symbol PNG Transparent With Clear Background ID 194790 | TOPpng">
            <a:extLst>
              <a:ext uri="{FF2B5EF4-FFF2-40B4-BE49-F238E27FC236}">
                <a16:creationId xmlns:a16="http://schemas.microsoft.com/office/drawing/2014/main" id="{42DE7E09-4568-913A-4F21-A1B939B4B90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33" b="99418" l="3095" r="98333"/>
                    </a14:imgEffect>
                  </a14:imgLayer>
                </a14:imgProps>
              </a:ext>
            </a:extLst>
          </a:blip>
          <a:stretch>
            <a:fillRect/>
          </a:stretch>
        </p:blipFill>
        <p:spPr>
          <a:xfrm>
            <a:off x="5809333" y="3102632"/>
            <a:ext cx="442229" cy="452232"/>
          </a:xfrm>
          <a:prstGeom prst="rect">
            <a:avLst/>
          </a:prstGeom>
        </p:spPr>
      </p:pic>
      <p:pic>
        <p:nvPicPr>
          <p:cNvPr id="5" name="Picture 4" descr="Tick - Right Symbol PNG Transparent With Clear Background ID 194790 | TOPpng">
            <a:extLst>
              <a:ext uri="{FF2B5EF4-FFF2-40B4-BE49-F238E27FC236}">
                <a16:creationId xmlns:a16="http://schemas.microsoft.com/office/drawing/2014/main" id="{E0942D47-3684-BCB1-BE98-6A9B6FDC8E8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33" b="99418" l="3095" r="98333"/>
                    </a14:imgEffect>
                  </a14:imgLayer>
                </a14:imgProps>
              </a:ext>
            </a:extLst>
          </a:blip>
          <a:stretch>
            <a:fillRect/>
          </a:stretch>
        </p:blipFill>
        <p:spPr>
          <a:xfrm>
            <a:off x="5809332" y="4325380"/>
            <a:ext cx="442229" cy="452232"/>
          </a:xfrm>
          <a:prstGeom prst="rect">
            <a:avLst/>
          </a:prstGeom>
        </p:spPr>
      </p:pic>
      <p:pic>
        <p:nvPicPr>
          <p:cNvPr id="6" name="Picture 5" descr="Tick - Right Symbol PNG Transparent With Clear Background ID 194790 | TOPpng">
            <a:extLst>
              <a:ext uri="{FF2B5EF4-FFF2-40B4-BE49-F238E27FC236}">
                <a16:creationId xmlns:a16="http://schemas.microsoft.com/office/drawing/2014/main" id="{B0E0B5CB-2F70-4D07-528C-42032D6CAE1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33" b="99418" l="3095" r="98333"/>
                    </a14:imgEffect>
                  </a14:imgLayer>
                </a14:imgProps>
              </a:ext>
            </a:extLst>
          </a:blip>
          <a:stretch>
            <a:fillRect/>
          </a:stretch>
        </p:blipFill>
        <p:spPr>
          <a:xfrm>
            <a:off x="5809331" y="4863509"/>
            <a:ext cx="442229" cy="452232"/>
          </a:xfrm>
          <a:prstGeom prst="rect">
            <a:avLst/>
          </a:prstGeom>
        </p:spPr>
      </p:pic>
      <p:sp>
        <p:nvSpPr>
          <p:cNvPr id="7" name="Oval 6">
            <a:extLst>
              <a:ext uri="{FF2B5EF4-FFF2-40B4-BE49-F238E27FC236}">
                <a16:creationId xmlns:a16="http://schemas.microsoft.com/office/drawing/2014/main" id="{02960C5B-0DD4-25AF-96A2-02E2C9AD668B}"/>
              </a:ext>
            </a:extLst>
          </p:cNvPr>
          <p:cNvSpPr/>
          <p:nvPr/>
        </p:nvSpPr>
        <p:spPr>
          <a:xfrm>
            <a:off x="1494334" y="3959475"/>
            <a:ext cx="135000" cy="13500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descr="Tick - Right Symbol PNG Transparent With Clear Background ID 194790 | TOPpng">
            <a:extLst>
              <a:ext uri="{FF2B5EF4-FFF2-40B4-BE49-F238E27FC236}">
                <a16:creationId xmlns:a16="http://schemas.microsoft.com/office/drawing/2014/main" id="{563CFCAE-CE81-9529-3E63-6F9655837D49}"/>
              </a:ext>
            </a:extLst>
          </p:cNvPr>
          <p:cNvPicPr>
            <a:picLocks noChangeAspect="1"/>
          </p:cNvPicPr>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backgroundRemoval t="233" b="99418" l="3095" r="98333"/>
                    </a14:imgEffect>
                  </a14:imgLayer>
                </a14:imgProps>
              </a:ext>
            </a:extLst>
          </a:blip>
          <a:stretch>
            <a:fillRect/>
          </a:stretch>
        </p:blipFill>
        <p:spPr>
          <a:xfrm>
            <a:off x="5809892" y="3700274"/>
            <a:ext cx="442229" cy="452232"/>
          </a:xfrm>
          <a:prstGeom prst="rect">
            <a:avLst/>
          </a:prstGeom>
        </p:spPr>
      </p:pic>
      <p:pic>
        <p:nvPicPr>
          <p:cNvPr id="11" name="Picture 10" descr="Tick - Right Symbol PNG Transparent With Clear Background ID 194790 | TOPpng">
            <a:extLst>
              <a:ext uri="{FF2B5EF4-FFF2-40B4-BE49-F238E27FC236}">
                <a16:creationId xmlns:a16="http://schemas.microsoft.com/office/drawing/2014/main" id="{EEFEEC91-6C80-C0F7-9E09-847D8F9D0829}"/>
              </a:ext>
            </a:extLst>
          </p:cNvPr>
          <p:cNvPicPr>
            <a:picLocks noChangeAspect="1"/>
          </p:cNvPicPr>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backgroundRemoval t="233" b="99418" l="3095" r="98333"/>
                    </a14:imgEffect>
                  </a14:imgLayer>
                </a14:imgProps>
              </a:ext>
            </a:extLst>
          </a:blip>
          <a:stretch>
            <a:fillRect/>
          </a:stretch>
        </p:blipFill>
        <p:spPr>
          <a:xfrm>
            <a:off x="5809334" y="1409366"/>
            <a:ext cx="442229" cy="452232"/>
          </a:xfrm>
          <a:prstGeom prst="rect">
            <a:avLst/>
          </a:prstGeom>
        </p:spPr>
      </p:pic>
      <p:pic>
        <p:nvPicPr>
          <p:cNvPr id="15" name="Picture 14" descr="Tick - Right Symbol PNG Transparent With Clear Background ID 194790 | TOPpng">
            <a:extLst>
              <a:ext uri="{FF2B5EF4-FFF2-40B4-BE49-F238E27FC236}">
                <a16:creationId xmlns:a16="http://schemas.microsoft.com/office/drawing/2014/main" id="{E1E4F7FE-5E14-F109-C2C8-A5C1B6A44D36}"/>
              </a:ext>
            </a:extLst>
          </p:cNvPr>
          <p:cNvPicPr>
            <a:picLocks noChangeAspect="1"/>
          </p:cNvPicPr>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backgroundRemoval t="233" b="99418" l="3095" r="98333"/>
                    </a14:imgEffect>
                  </a14:imgLayer>
                </a14:imgProps>
              </a:ext>
            </a:extLst>
          </a:blip>
          <a:stretch>
            <a:fillRect/>
          </a:stretch>
        </p:blipFill>
        <p:spPr>
          <a:xfrm>
            <a:off x="5809334" y="852467"/>
            <a:ext cx="442229" cy="452232"/>
          </a:xfrm>
          <a:prstGeom prst="rect">
            <a:avLst/>
          </a:prstGeom>
        </p:spPr>
      </p:pic>
      <p:pic>
        <p:nvPicPr>
          <p:cNvPr id="16" name="Picture 15" descr="Tick - Right Symbol PNG Transparent With Clear Background ID 194790 | TOPpng">
            <a:extLst>
              <a:ext uri="{FF2B5EF4-FFF2-40B4-BE49-F238E27FC236}">
                <a16:creationId xmlns:a16="http://schemas.microsoft.com/office/drawing/2014/main" id="{ED5CE0A2-8034-CE01-B9F8-03B54D051B1A}"/>
              </a:ext>
            </a:extLst>
          </p:cNvPr>
          <p:cNvPicPr>
            <a:picLocks noChangeAspect="1"/>
          </p:cNvPicPr>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backgroundRemoval t="233" b="99418" l="3095" r="98333"/>
                    </a14:imgEffect>
                  </a14:imgLayer>
                </a14:imgProps>
              </a:ext>
            </a:extLst>
          </a:blip>
          <a:stretch>
            <a:fillRect/>
          </a:stretch>
        </p:blipFill>
        <p:spPr>
          <a:xfrm>
            <a:off x="5809890" y="6068080"/>
            <a:ext cx="442229" cy="452232"/>
          </a:xfrm>
          <a:prstGeom prst="rect">
            <a:avLst/>
          </a:prstGeom>
        </p:spPr>
      </p:pic>
      <p:sp>
        <p:nvSpPr>
          <p:cNvPr id="17" name="Oval 16">
            <a:extLst>
              <a:ext uri="{FF2B5EF4-FFF2-40B4-BE49-F238E27FC236}">
                <a16:creationId xmlns:a16="http://schemas.microsoft.com/office/drawing/2014/main" id="{262DA098-535C-E712-5826-9D8672ECBE1E}"/>
              </a:ext>
            </a:extLst>
          </p:cNvPr>
          <p:cNvSpPr/>
          <p:nvPr/>
        </p:nvSpPr>
        <p:spPr>
          <a:xfrm>
            <a:off x="1494334" y="3369064"/>
            <a:ext cx="135000" cy="135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descr="Tick - Right Symbol PNG Transparent With Clear Background ID 194790 | TOPpng">
            <a:extLst>
              <a:ext uri="{FF2B5EF4-FFF2-40B4-BE49-F238E27FC236}">
                <a16:creationId xmlns:a16="http://schemas.microsoft.com/office/drawing/2014/main" id="{9CA9B3DB-42C0-ADDC-D123-111268D567AE}"/>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33" b="99418" l="3095" r="98333"/>
                    </a14:imgEffect>
                  </a14:imgLayer>
                </a14:imgProps>
              </a:ext>
            </a:extLst>
          </a:blip>
          <a:stretch>
            <a:fillRect/>
          </a:stretch>
        </p:blipFill>
        <p:spPr>
          <a:xfrm>
            <a:off x="5809334" y="1980140"/>
            <a:ext cx="442229" cy="452232"/>
          </a:xfrm>
          <a:prstGeom prst="rect">
            <a:avLst/>
          </a:prstGeom>
        </p:spPr>
      </p:pic>
      <p:pic>
        <p:nvPicPr>
          <p:cNvPr id="19" name="Picture 18" descr="Tick - Right Symbol PNG Transparent With Clear Background ID 194790 | TOPpng">
            <a:extLst>
              <a:ext uri="{FF2B5EF4-FFF2-40B4-BE49-F238E27FC236}">
                <a16:creationId xmlns:a16="http://schemas.microsoft.com/office/drawing/2014/main" id="{216C123D-37A6-1BC5-E18C-32B92FEFD386}"/>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33" b="99418" l="3095" r="98333"/>
                    </a14:imgEffect>
                  </a14:imgLayer>
                </a14:imgProps>
              </a:ext>
            </a:extLst>
          </a:blip>
          <a:stretch>
            <a:fillRect/>
          </a:stretch>
        </p:blipFill>
        <p:spPr>
          <a:xfrm>
            <a:off x="5809331" y="5472816"/>
            <a:ext cx="442229" cy="452232"/>
          </a:xfrm>
          <a:prstGeom prst="rect">
            <a:avLst/>
          </a:prstGeom>
        </p:spPr>
      </p:pic>
      <p:sp>
        <p:nvSpPr>
          <p:cNvPr id="20" name="Content Placeholder 7">
            <a:extLst>
              <a:ext uri="{FF2B5EF4-FFF2-40B4-BE49-F238E27FC236}">
                <a16:creationId xmlns:a16="http://schemas.microsoft.com/office/drawing/2014/main" id="{DB013489-7F64-FB2A-8051-52B149516CB4}"/>
              </a:ext>
            </a:extLst>
          </p:cNvPr>
          <p:cNvSpPr txBox="1">
            <a:spLocks/>
          </p:cNvSpPr>
          <p:nvPr/>
        </p:nvSpPr>
        <p:spPr>
          <a:xfrm>
            <a:off x="6726000" y="5377424"/>
            <a:ext cx="4479440" cy="452232"/>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700" dirty="0"/>
              <a:t>So, We send Gerd, E. and Lutz  </a:t>
            </a:r>
            <a:endParaRPr lang="en-IN" sz="2700" dirty="0"/>
          </a:p>
        </p:txBody>
      </p:sp>
    </p:spTree>
    <p:extLst>
      <p:ext uri="{BB962C8B-B14F-4D97-AF65-F5344CB8AC3E}">
        <p14:creationId xmlns:p14="http://schemas.microsoft.com/office/powerpoint/2010/main" val="1538977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7" grpId="0" animBg="1"/>
      <p:bldP spid="2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7EBE2-3B1F-EE9B-09C2-4FC9DB6E8D2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5506091E-48CA-5C17-5279-4D867EA377CE}"/>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Light Out on Graph</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DA3383-C17E-0D01-6133-187113CF4BB8}"/>
                  </a:ext>
                </a:extLst>
              </p:cNvPr>
              <p:cNvSpPr>
                <a:spLocks noGrp="1"/>
              </p:cNvSpPr>
              <p:nvPr>
                <p:ph idx="1"/>
              </p:nvPr>
            </p:nvSpPr>
            <p:spPr>
              <a:xfrm>
                <a:off x="131180" y="863445"/>
                <a:ext cx="11454820" cy="2051118"/>
              </a:xfrm>
            </p:spPr>
            <p:txBody>
              <a:bodyPr/>
              <a:lstStyle/>
              <a:p>
                <a:pPr>
                  <a:lnSpc>
                    <a:spcPct val="150000"/>
                  </a:lnSpc>
                </a:pPr>
                <a:r>
                  <a:rPr lang="en-IN" dirty="0">
                    <a:solidFill>
                      <a:srgbClr val="FF0000"/>
                    </a:solidFill>
                  </a:rPr>
                  <a:t>Draw the graph that represents all light arrangements when playing Lights Out on the path </a:t>
                </a:r>
                <a14:m>
                  <m:oMath xmlns:m="http://schemas.openxmlformats.org/officeDocument/2006/math">
                    <m:sSub>
                      <m:sSubPr>
                        <m:ctrlPr>
                          <a:rPr lang="en-IN" i="1">
                            <a:solidFill>
                              <a:srgbClr val="FF0000"/>
                            </a:solidFill>
                            <a:latin typeface="Cambria Math" panose="02040503050406030204" pitchFamily="18" charset="0"/>
                          </a:rPr>
                        </m:ctrlPr>
                      </m:sSubPr>
                      <m:e>
                        <m:r>
                          <m:rPr>
                            <m:sty m:val="p"/>
                          </m:rPr>
                          <a:rPr lang="en-IN" i="0">
                            <a:solidFill>
                              <a:srgbClr val="FF0000"/>
                            </a:solidFill>
                            <a:latin typeface="Cambria Math" panose="02040503050406030204" pitchFamily="18" charset="0"/>
                          </a:rPr>
                          <m:t>G</m:t>
                        </m:r>
                      </m:e>
                      <m:sub>
                        <m:r>
                          <a:rPr lang="en-IN" i="0">
                            <a:solidFill>
                              <a:srgbClr val="FF0000"/>
                            </a:solidFill>
                            <a:latin typeface="Cambria Math" panose="02040503050406030204" pitchFamily="18" charset="0"/>
                          </a:rPr>
                          <m:t>1</m:t>
                        </m:r>
                      </m:sub>
                    </m:sSub>
                  </m:oMath>
                </a14:m>
                <a:r>
                  <a:rPr lang="en-IN" dirty="0">
                    <a:solidFill>
                      <a:srgbClr val="FF0000"/>
                    </a:solidFill>
                  </a:rPr>
                  <a:t>(</a:t>
                </a:r>
                <a14:m>
                  <m:oMath xmlns:m="http://schemas.openxmlformats.org/officeDocument/2006/math">
                    <m:sSub>
                      <m:sSubPr>
                        <m:ctrlPr>
                          <a:rPr lang="en-IN" i="1">
                            <a:solidFill>
                              <a:srgbClr val="FF0000"/>
                            </a:solidFill>
                            <a:latin typeface="Cambria Math" panose="02040503050406030204" pitchFamily="18" charset="0"/>
                          </a:rPr>
                        </m:ctrlPr>
                      </m:sSubPr>
                      <m:e>
                        <m:r>
                          <m:rPr>
                            <m:sty m:val="p"/>
                          </m:rPr>
                          <a:rPr lang="en-IN" i="0">
                            <a:solidFill>
                              <a:srgbClr val="FF0000"/>
                            </a:solidFill>
                            <a:latin typeface="Cambria Math" panose="02040503050406030204" pitchFamily="18" charset="0"/>
                          </a:rPr>
                          <m:t>v</m:t>
                        </m:r>
                      </m:e>
                      <m:sub>
                        <m:r>
                          <a:rPr lang="en-IN" i="0">
                            <a:solidFill>
                              <a:srgbClr val="FF0000"/>
                            </a:solidFill>
                            <a:latin typeface="Cambria Math" panose="02040503050406030204" pitchFamily="18" charset="0"/>
                          </a:rPr>
                          <m:t>1</m:t>
                        </m:r>
                      </m:sub>
                    </m:sSub>
                    <m:r>
                      <a:rPr lang="en-IN" i="0">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i="0">
                            <a:solidFill>
                              <a:srgbClr val="FF0000"/>
                            </a:solidFill>
                            <a:latin typeface="Cambria Math" panose="02040503050406030204" pitchFamily="18" charset="0"/>
                          </a:rPr>
                          <m:t>v</m:t>
                        </m:r>
                      </m:e>
                      <m:sub>
                        <m:r>
                          <a:rPr lang="en-IN" i="0">
                            <a:solidFill>
                              <a:srgbClr val="FF0000"/>
                            </a:solidFill>
                            <a:latin typeface="Cambria Math" panose="02040503050406030204" pitchFamily="18" charset="0"/>
                          </a:rPr>
                          <m:t>2</m:t>
                        </m:r>
                      </m:sub>
                    </m:sSub>
                    <m:r>
                      <a:rPr lang="en-IN" i="0">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i="0">
                            <a:solidFill>
                              <a:srgbClr val="FF0000"/>
                            </a:solidFill>
                            <a:latin typeface="Cambria Math" panose="02040503050406030204" pitchFamily="18" charset="0"/>
                          </a:rPr>
                          <m:t>v</m:t>
                        </m:r>
                      </m:e>
                      <m:sub>
                        <m:r>
                          <a:rPr lang="en-IN" i="0">
                            <a:solidFill>
                              <a:srgbClr val="FF0000"/>
                            </a:solidFill>
                            <a:latin typeface="Cambria Math" panose="02040503050406030204" pitchFamily="18" charset="0"/>
                          </a:rPr>
                          <m:t>3</m:t>
                        </m:r>
                      </m:sub>
                    </m:sSub>
                    <m:r>
                      <a:rPr lang="en-IN" i="0">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i="0">
                            <a:solidFill>
                              <a:srgbClr val="FF0000"/>
                            </a:solidFill>
                            <a:latin typeface="Cambria Math" panose="02040503050406030204" pitchFamily="18" charset="0"/>
                          </a:rPr>
                          <m:t>v</m:t>
                        </m:r>
                      </m:e>
                      <m:sub>
                        <m:r>
                          <a:rPr lang="en-IN" i="0">
                            <a:solidFill>
                              <a:srgbClr val="FF0000"/>
                            </a:solidFill>
                            <a:latin typeface="Cambria Math" panose="02040503050406030204" pitchFamily="18" charset="0"/>
                          </a:rPr>
                          <m:t>4</m:t>
                        </m:r>
                      </m:sub>
                    </m:sSub>
                  </m:oMath>
                </a14:m>
                <a:r>
                  <a:rPr lang="en-IN" dirty="0">
                    <a:solidFill>
                      <a:srgbClr val="FF0000"/>
                    </a:solidFill>
                  </a:rPr>
                  <a:t>). What is the fewest number of light buttons that need to be pressed to go from all lights on to all lights out? </a:t>
                </a:r>
              </a:p>
              <a:p>
                <a:endParaRPr lang="en-IN" dirty="0"/>
              </a:p>
              <a:p>
                <a:endParaRPr lang="en-IN" dirty="0"/>
              </a:p>
              <a:p>
                <a:pPr marL="514350" indent="-514350">
                  <a:buFont typeface="+mj-lt"/>
                  <a:buAutoNum type="arabicPeriod" startAt="3"/>
                </a:pPr>
                <a:endParaRPr lang="en-IN" dirty="0"/>
              </a:p>
            </p:txBody>
          </p:sp>
        </mc:Choice>
        <mc:Fallback xmlns="">
          <p:sp>
            <p:nvSpPr>
              <p:cNvPr id="3" name="Content Placeholder 2">
                <a:extLst>
                  <a:ext uri="{FF2B5EF4-FFF2-40B4-BE49-F238E27FC236}">
                    <a16:creationId xmlns:a16="http://schemas.microsoft.com/office/drawing/2014/main" id="{2DDA3383-C17E-0D01-6133-187113CF4BB8}"/>
                  </a:ext>
                </a:extLst>
              </p:cNvPr>
              <p:cNvSpPr>
                <a:spLocks noGrp="1" noRot="1" noChangeAspect="1" noMove="1" noResize="1" noEditPoints="1" noAdjustHandles="1" noChangeArrowheads="1" noChangeShapeType="1" noTextEdit="1"/>
              </p:cNvSpPr>
              <p:nvPr>
                <p:ph idx="1"/>
              </p:nvPr>
            </p:nvSpPr>
            <p:spPr>
              <a:xfrm>
                <a:off x="131180" y="863445"/>
                <a:ext cx="11454820" cy="2051118"/>
              </a:xfrm>
              <a:blipFill>
                <a:blip r:embed="rId2"/>
                <a:stretch>
                  <a:fillRect l="-1011" r="-1064" b="-3274"/>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18EF8455-CADA-9B41-C9E4-EA8E5EFFDCC2}"/>
              </a:ext>
            </a:extLst>
          </p:cNvPr>
          <p:cNvCxnSpPr>
            <a:cxnSpLocks/>
            <a:stCxn id="10" idx="4"/>
            <a:endCxn id="8" idx="0"/>
          </p:cNvCxnSpPr>
          <p:nvPr/>
        </p:nvCxnSpPr>
        <p:spPr>
          <a:xfrm flipH="1">
            <a:off x="1204106" y="3392598"/>
            <a:ext cx="75601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 name="Oval 7">
            <a:extLst>
              <a:ext uri="{FF2B5EF4-FFF2-40B4-BE49-F238E27FC236}">
                <a16:creationId xmlns:a16="http://schemas.microsoft.com/office/drawing/2014/main" id="{5E0BEDC4-4AC6-0E56-717F-24C2B9DDD83C}"/>
              </a:ext>
            </a:extLst>
          </p:cNvPr>
          <p:cNvSpPr/>
          <p:nvPr/>
        </p:nvSpPr>
        <p:spPr>
          <a:xfrm rot="5400000">
            <a:off x="1061543" y="332059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1D68FA61-7814-0DD1-7F4F-645DF2896909}"/>
              </a:ext>
            </a:extLst>
          </p:cNvPr>
          <p:cNvSpPr/>
          <p:nvPr/>
        </p:nvSpPr>
        <p:spPr>
          <a:xfrm rot="5400000">
            <a:off x="1961559" y="332059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F46F5F54-BA61-A93C-0969-045D36893D89}"/>
              </a:ext>
            </a:extLst>
          </p:cNvPr>
          <p:cNvSpPr/>
          <p:nvPr/>
        </p:nvSpPr>
        <p:spPr>
          <a:xfrm rot="5400000">
            <a:off x="2845437" y="332059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94A20846-1C75-76E0-CA18-C2D0B3444CE5}"/>
              </a:ext>
            </a:extLst>
          </p:cNvPr>
          <p:cNvSpPr/>
          <p:nvPr/>
        </p:nvSpPr>
        <p:spPr>
          <a:xfrm rot="5400000">
            <a:off x="3758347" y="332059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 name="Straight Connector 12">
            <a:extLst>
              <a:ext uri="{FF2B5EF4-FFF2-40B4-BE49-F238E27FC236}">
                <a16:creationId xmlns:a16="http://schemas.microsoft.com/office/drawing/2014/main" id="{CDFBA545-9AFE-CAB8-A0C7-34F27F268FD0}"/>
              </a:ext>
            </a:extLst>
          </p:cNvPr>
          <p:cNvCxnSpPr>
            <a:cxnSpLocks/>
            <a:stCxn id="6" idx="4"/>
            <a:endCxn id="10" idx="0"/>
          </p:cNvCxnSpPr>
          <p:nvPr/>
        </p:nvCxnSpPr>
        <p:spPr>
          <a:xfrm flipH="1">
            <a:off x="2104122" y="3392598"/>
            <a:ext cx="739878"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B4FC256D-C82A-3225-C725-4F36EEC9D24A}"/>
              </a:ext>
            </a:extLst>
          </p:cNvPr>
          <p:cNvCxnSpPr>
            <a:cxnSpLocks/>
            <a:stCxn id="7" idx="4"/>
            <a:endCxn id="6" idx="0"/>
          </p:cNvCxnSpPr>
          <p:nvPr/>
        </p:nvCxnSpPr>
        <p:spPr>
          <a:xfrm flipH="1">
            <a:off x="2988000" y="3392598"/>
            <a:ext cx="76891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AA67E3A-86E8-DF6B-FFFC-1AF1936FA9E8}"/>
                  </a:ext>
                </a:extLst>
              </p:cNvPr>
              <p:cNvSpPr txBox="1"/>
              <p:nvPr/>
            </p:nvSpPr>
            <p:spPr>
              <a:xfrm>
                <a:off x="948348" y="343723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i="0">
                              <a:latin typeface="Cambria Math" panose="02040503050406030204" pitchFamily="18" charset="0"/>
                            </a:rPr>
                            <m:t>1</m:t>
                          </m:r>
                        </m:sub>
                      </m:sSub>
                    </m:oMath>
                  </m:oMathPara>
                </a14:m>
                <a:endParaRPr lang="en-IN" dirty="0"/>
              </a:p>
            </p:txBody>
          </p:sp>
        </mc:Choice>
        <mc:Fallback xmlns="">
          <p:sp>
            <p:nvSpPr>
              <p:cNvPr id="20" name="TextBox 19">
                <a:extLst>
                  <a:ext uri="{FF2B5EF4-FFF2-40B4-BE49-F238E27FC236}">
                    <a16:creationId xmlns:a16="http://schemas.microsoft.com/office/drawing/2014/main" id="{CAA67E3A-86E8-DF6B-FFFC-1AF1936FA9E8}"/>
                  </a:ext>
                </a:extLst>
              </p:cNvPr>
              <p:cNvSpPr txBox="1">
                <a:spLocks noRot="1" noChangeAspect="1" noMove="1" noResize="1" noEditPoints="1" noAdjustHandles="1" noChangeArrowheads="1" noChangeShapeType="1" noTextEdit="1"/>
              </p:cNvSpPr>
              <p:nvPr/>
            </p:nvSpPr>
            <p:spPr>
              <a:xfrm>
                <a:off x="948348" y="3437238"/>
                <a:ext cx="51792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5D83BA1-F2EB-44D7-4EE7-3BFC60CCD396}"/>
                  </a:ext>
                </a:extLst>
              </p:cNvPr>
              <p:cNvSpPr txBox="1"/>
              <p:nvPr/>
            </p:nvSpPr>
            <p:spPr>
              <a:xfrm>
                <a:off x="1826117" y="343723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2</m:t>
                          </m:r>
                        </m:sub>
                      </m:sSub>
                    </m:oMath>
                  </m:oMathPara>
                </a14:m>
                <a:endParaRPr lang="en-IN" dirty="0"/>
              </a:p>
            </p:txBody>
          </p:sp>
        </mc:Choice>
        <mc:Fallback xmlns="">
          <p:sp>
            <p:nvSpPr>
              <p:cNvPr id="21" name="TextBox 20">
                <a:extLst>
                  <a:ext uri="{FF2B5EF4-FFF2-40B4-BE49-F238E27FC236}">
                    <a16:creationId xmlns:a16="http://schemas.microsoft.com/office/drawing/2014/main" id="{D5D83BA1-F2EB-44D7-4EE7-3BFC60CCD396}"/>
                  </a:ext>
                </a:extLst>
              </p:cNvPr>
              <p:cNvSpPr txBox="1">
                <a:spLocks noRot="1" noChangeAspect="1" noMove="1" noResize="1" noEditPoints="1" noAdjustHandles="1" noChangeArrowheads="1" noChangeShapeType="1" noTextEdit="1"/>
              </p:cNvSpPr>
              <p:nvPr/>
            </p:nvSpPr>
            <p:spPr>
              <a:xfrm>
                <a:off x="1826117" y="3437238"/>
                <a:ext cx="51792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0CEE91E-AC4F-450F-C024-8DFB68EA67AA}"/>
                  </a:ext>
                </a:extLst>
              </p:cNvPr>
              <p:cNvSpPr txBox="1"/>
              <p:nvPr/>
            </p:nvSpPr>
            <p:spPr>
              <a:xfrm>
                <a:off x="2721000" y="343723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3</m:t>
                          </m:r>
                        </m:sub>
                      </m:sSub>
                    </m:oMath>
                  </m:oMathPara>
                </a14:m>
                <a:endParaRPr lang="en-IN" dirty="0"/>
              </a:p>
            </p:txBody>
          </p:sp>
        </mc:Choice>
        <mc:Fallback xmlns="">
          <p:sp>
            <p:nvSpPr>
              <p:cNvPr id="22" name="TextBox 21">
                <a:extLst>
                  <a:ext uri="{FF2B5EF4-FFF2-40B4-BE49-F238E27FC236}">
                    <a16:creationId xmlns:a16="http://schemas.microsoft.com/office/drawing/2014/main" id="{A0CEE91E-AC4F-450F-C024-8DFB68EA67AA}"/>
                  </a:ext>
                </a:extLst>
              </p:cNvPr>
              <p:cNvSpPr txBox="1">
                <a:spLocks noRot="1" noChangeAspect="1" noMove="1" noResize="1" noEditPoints="1" noAdjustHandles="1" noChangeArrowheads="1" noChangeShapeType="1" noTextEdit="1"/>
              </p:cNvSpPr>
              <p:nvPr/>
            </p:nvSpPr>
            <p:spPr>
              <a:xfrm>
                <a:off x="2721000" y="3437238"/>
                <a:ext cx="51792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36AA0D4-8154-E1DF-97FE-8CEFD26E7132}"/>
                  </a:ext>
                </a:extLst>
              </p:cNvPr>
              <p:cNvSpPr txBox="1"/>
              <p:nvPr/>
            </p:nvSpPr>
            <p:spPr>
              <a:xfrm>
                <a:off x="3569947" y="344061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4</m:t>
                          </m:r>
                        </m:sub>
                      </m:sSub>
                    </m:oMath>
                  </m:oMathPara>
                </a14:m>
                <a:endParaRPr lang="en-IN" dirty="0"/>
              </a:p>
            </p:txBody>
          </p:sp>
        </mc:Choice>
        <mc:Fallback xmlns="">
          <p:sp>
            <p:nvSpPr>
              <p:cNvPr id="23" name="TextBox 22">
                <a:extLst>
                  <a:ext uri="{FF2B5EF4-FFF2-40B4-BE49-F238E27FC236}">
                    <a16:creationId xmlns:a16="http://schemas.microsoft.com/office/drawing/2014/main" id="{136AA0D4-8154-E1DF-97FE-8CEFD26E7132}"/>
                  </a:ext>
                </a:extLst>
              </p:cNvPr>
              <p:cNvSpPr txBox="1">
                <a:spLocks noRot="1" noChangeAspect="1" noMove="1" noResize="1" noEditPoints="1" noAdjustHandles="1" noChangeArrowheads="1" noChangeShapeType="1" noTextEdit="1"/>
              </p:cNvSpPr>
              <p:nvPr/>
            </p:nvSpPr>
            <p:spPr>
              <a:xfrm>
                <a:off x="3569947" y="3440618"/>
                <a:ext cx="51792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1BE55BE-C929-9396-4C80-4A88B97BB802}"/>
                  </a:ext>
                </a:extLst>
              </p:cNvPr>
              <p:cNvSpPr txBox="1"/>
              <p:nvPr/>
            </p:nvSpPr>
            <p:spPr>
              <a:xfrm>
                <a:off x="4418894" y="3204000"/>
                <a:ext cx="7662106" cy="523220"/>
              </a:xfrm>
              <a:prstGeom prst="rect">
                <a:avLst/>
              </a:prstGeom>
              <a:noFill/>
            </p:spPr>
            <p:txBody>
              <a:bodyPr wrap="square" rtlCol="0">
                <a:spAutoFit/>
              </a:bodyPr>
              <a:lstStyle/>
              <a:p>
                <a:r>
                  <a:rPr lang="en-IN" sz="2800" dirty="0">
                    <a:solidFill>
                      <a:srgbClr val="002060"/>
                    </a:solidFill>
                  </a:rPr>
                  <a:t>When we select </a:t>
                </a:r>
                <a14:m>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v</m:t>
                        </m:r>
                      </m:e>
                      <m:sub>
                        <m:r>
                          <a:rPr lang="en-IN" sz="2800" i="0">
                            <a:solidFill>
                              <a:srgbClr val="002060"/>
                            </a:solidFill>
                            <a:latin typeface="Cambria Math" panose="02040503050406030204" pitchFamily="18" charset="0"/>
                          </a:rPr>
                          <m:t>1</m:t>
                        </m:r>
                      </m:sub>
                    </m:sSub>
                  </m:oMath>
                </a14:m>
                <a:r>
                  <a:rPr lang="en-IN" sz="2800" dirty="0">
                    <a:solidFill>
                      <a:srgbClr val="002060"/>
                    </a:solidFill>
                  </a:rPr>
                  <a:t>that implies light out of</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i="0" dirty="0">
                            <a:solidFill>
                              <a:srgbClr val="002060"/>
                            </a:solidFill>
                            <a:latin typeface="Cambria Math" panose="02040503050406030204" pitchFamily="18" charset="0"/>
                          </a:rPr>
                          <m:t>1</m:t>
                        </m:r>
                      </m:sub>
                    </m:sSub>
                  </m:oMath>
                </a14:m>
                <a:r>
                  <a:rPr lang="en-IN" sz="2800" dirty="0">
                    <a:solidFill>
                      <a:srgbClr val="002060"/>
                    </a:solidFill>
                  </a:rPr>
                  <a:t> and</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i="0" dirty="0">
                            <a:solidFill>
                              <a:srgbClr val="002060"/>
                            </a:solidFill>
                            <a:latin typeface="Cambria Math" panose="02040503050406030204" pitchFamily="18" charset="0"/>
                          </a:rPr>
                          <m:t>2</m:t>
                        </m:r>
                      </m:sub>
                    </m:sSub>
                  </m:oMath>
                </a14:m>
                <a:r>
                  <a:rPr lang="en-IN" sz="2800" dirty="0">
                    <a:solidFill>
                      <a:srgbClr val="002060"/>
                    </a:solidFill>
                  </a:rPr>
                  <a:t>.</a:t>
                </a:r>
              </a:p>
            </p:txBody>
          </p:sp>
        </mc:Choice>
        <mc:Fallback xmlns="">
          <p:sp>
            <p:nvSpPr>
              <p:cNvPr id="24" name="TextBox 23">
                <a:extLst>
                  <a:ext uri="{FF2B5EF4-FFF2-40B4-BE49-F238E27FC236}">
                    <a16:creationId xmlns:a16="http://schemas.microsoft.com/office/drawing/2014/main" id="{A1BE55BE-C929-9396-4C80-4A88B97BB802}"/>
                  </a:ext>
                </a:extLst>
              </p:cNvPr>
              <p:cNvSpPr txBox="1">
                <a:spLocks noRot="1" noChangeAspect="1" noMove="1" noResize="1" noEditPoints="1" noAdjustHandles="1" noChangeArrowheads="1" noChangeShapeType="1" noTextEdit="1"/>
              </p:cNvSpPr>
              <p:nvPr/>
            </p:nvSpPr>
            <p:spPr>
              <a:xfrm>
                <a:off x="4418894" y="3204000"/>
                <a:ext cx="7662106" cy="523220"/>
              </a:xfrm>
              <a:prstGeom prst="rect">
                <a:avLst/>
              </a:prstGeom>
              <a:blipFill>
                <a:blip r:embed="rId7"/>
                <a:stretch>
                  <a:fillRect l="-1671" t="-12941" r="-239" b="-329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02AD3E7-8E82-5B4C-6E15-C2EC8B50839E}"/>
                  </a:ext>
                </a:extLst>
              </p:cNvPr>
              <p:cNvSpPr txBox="1"/>
              <p:nvPr/>
            </p:nvSpPr>
            <p:spPr>
              <a:xfrm>
                <a:off x="4418894" y="4345780"/>
                <a:ext cx="7662106" cy="523220"/>
              </a:xfrm>
              <a:prstGeom prst="rect">
                <a:avLst/>
              </a:prstGeom>
              <a:noFill/>
            </p:spPr>
            <p:txBody>
              <a:bodyPr wrap="square" rtlCol="0">
                <a:spAutoFit/>
              </a:bodyPr>
              <a:lstStyle/>
              <a:p>
                <a:r>
                  <a:rPr lang="en-IN" sz="2800" dirty="0">
                    <a:solidFill>
                      <a:srgbClr val="002060"/>
                    </a:solidFill>
                  </a:rPr>
                  <a:t>When we select </a:t>
                </a:r>
                <a14:m>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v</m:t>
                        </m:r>
                      </m:e>
                      <m:sub>
                        <m:r>
                          <a:rPr lang="en-IN" sz="2800" b="0" i="0" smtClean="0">
                            <a:solidFill>
                              <a:srgbClr val="002060"/>
                            </a:solidFill>
                            <a:latin typeface="Cambria Math" panose="02040503050406030204" pitchFamily="18" charset="0"/>
                          </a:rPr>
                          <m:t>4</m:t>
                        </m:r>
                      </m:sub>
                    </m:sSub>
                  </m:oMath>
                </a14:m>
                <a:r>
                  <a:rPr lang="en-IN" sz="2800" dirty="0">
                    <a:solidFill>
                      <a:srgbClr val="002060"/>
                    </a:solidFill>
                  </a:rPr>
                  <a:t>that implies light out of</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3</m:t>
                        </m:r>
                      </m:sub>
                    </m:sSub>
                  </m:oMath>
                </a14:m>
                <a:r>
                  <a:rPr lang="en-IN" sz="2800" dirty="0">
                    <a:solidFill>
                      <a:srgbClr val="002060"/>
                    </a:solidFill>
                  </a:rPr>
                  <a:t> and</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4</m:t>
                        </m:r>
                      </m:sub>
                    </m:sSub>
                  </m:oMath>
                </a14:m>
                <a:r>
                  <a:rPr lang="en-IN" sz="2800" dirty="0">
                    <a:solidFill>
                      <a:srgbClr val="002060"/>
                    </a:solidFill>
                  </a:rPr>
                  <a:t>.</a:t>
                </a:r>
              </a:p>
            </p:txBody>
          </p:sp>
        </mc:Choice>
        <mc:Fallback xmlns="">
          <p:sp>
            <p:nvSpPr>
              <p:cNvPr id="37" name="TextBox 36">
                <a:extLst>
                  <a:ext uri="{FF2B5EF4-FFF2-40B4-BE49-F238E27FC236}">
                    <a16:creationId xmlns:a16="http://schemas.microsoft.com/office/drawing/2014/main" id="{502AD3E7-8E82-5B4C-6E15-C2EC8B50839E}"/>
                  </a:ext>
                </a:extLst>
              </p:cNvPr>
              <p:cNvSpPr txBox="1">
                <a:spLocks noRot="1" noChangeAspect="1" noMove="1" noResize="1" noEditPoints="1" noAdjustHandles="1" noChangeArrowheads="1" noChangeShapeType="1" noTextEdit="1"/>
              </p:cNvSpPr>
              <p:nvPr/>
            </p:nvSpPr>
            <p:spPr>
              <a:xfrm>
                <a:off x="4418894" y="4345780"/>
                <a:ext cx="7662106" cy="523220"/>
              </a:xfrm>
              <a:prstGeom prst="rect">
                <a:avLst/>
              </a:prstGeom>
              <a:blipFill>
                <a:blip r:embed="rId8"/>
                <a:stretch>
                  <a:fillRect l="-1671" t="-12791" r="-477" b="-31395"/>
                </a:stretch>
              </a:blipFill>
            </p:spPr>
            <p:txBody>
              <a:bodyPr/>
              <a:lstStyle/>
              <a:p>
                <a:r>
                  <a:rPr lang="en-IN">
                    <a:noFill/>
                  </a:rPr>
                  <a:t> </a:t>
                </a:r>
              </a:p>
            </p:txBody>
          </p:sp>
        </mc:Fallback>
      </mc:AlternateContent>
      <p:sp>
        <p:nvSpPr>
          <p:cNvPr id="49" name="Oval 48">
            <a:extLst>
              <a:ext uri="{FF2B5EF4-FFF2-40B4-BE49-F238E27FC236}">
                <a16:creationId xmlns:a16="http://schemas.microsoft.com/office/drawing/2014/main" id="{1F67B074-D0B6-0847-C3A0-7F0B5530235E}"/>
              </a:ext>
            </a:extLst>
          </p:cNvPr>
          <p:cNvSpPr/>
          <p:nvPr/>
        </p:nvSpPr>
        <p:spPr>
          <a:xfrm>
            <a:off x="979426" y="3242100"/>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1" name="Oval 50">
            <a:extLst>
              <a:ext uri="{FF2B5EF4-FFF2-40B4-BE49-F238E27FC236}">
                <a16:creationId xmlns:a16="http://schemas.microsoft.com/office/drawing/2014/main" id="{AC830FA1-95B0-0AB1-FC08-8CEF9E2207BF}"/>
              </a:ext>
            </a:extLst>
          </p:cNvPr>
          <p:cNvSpPr/>
          <p:nvPr/>
        </p:nvSpPr>
        <p:spPr>
          <a:xfrm>
            <a:off x="3675953" y="3237433"/>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3299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mph" presetSubtype="2" fill="hold" nodeType="clickEffect">
                                  <p:stCondLst>
                                    <p:cond delay="0"/>
                                  </p:stCondLst>
                                  <p:childTnLst>
                                    <p:animClr clrSpc="rgb" dir="cw">
                                      <p:cBhvr>
                                        <p:cTn id="38" dur="750" fill="hold"/>
                                        <p:tgtEl>
                                          <p:spTgt spid="8"/>
                                        </p:tgtEl>
                                        <p:attrNameLst>
                                          <p:attrName>fillcolor</p:attrName>
                                        </p:attrNameLst>
                                      </p:cBhvr>
                                      <p:to>
                                        <a:srgbClr val="FFFFFF"/>
                                      </p:to>
                                    </p:animClr>
                                    <p:set>
                                      <p:cBhvr>
                                        <p:cTn id="39" dur="750" fill="hold"/>
                                        <p:tgtEl>
                                          <p:spTgt spid="8"/>
                                        </p:tgtEl>
                                        <p:attrNameLst>
                                          <p:attrName>fill.type</p:attrName>
                                        </p:attrNameLst>
                                      </p:cBhvr>
                                      <p:to>
                                        <p:strVal val="solid"/>
                                      </p:to>
                                    </p:set>
                                    <p:set>
                                      <p:cBhvr>
                                        <p:cTn id="40" dur="750" fill="hold"/>
                                        <p:tgtEl>
                                          <p:spTgt spid="8"/>
                                        </p:tgtEl>
                                        <p:attrNameLst>
                                          <p:attrName>fill.on</p:attrName>
                                        </p:attrNameLst>
                                      </p:cBhvr>
                                      <p:to>
                                        <p:strVal val="true"/>
                                      </p:to>
                                    </p:set>
                                  </p:childTnLst>
                                </p:cTn>
                              </p:par>
                            </p:childTnLst>
                          </p:cTn>
                        </p:par>
                        <p:par>
                          <p:cTn id="41" fill="hold">
                            <p:stCondLst>
                              <p:cond delay="750"/>
                            </p:stCondLst>
                            <p:childTnLst>
                              <p:par>
                                <p:cTn id="42" presetID="1" presetClass="emph" presetSubtype="2" fill="hold" nodeType="afterEffect">
                                  <p:stCondLst>
                                    <p:cond delay="0"/>
                                  </p:stCondLst>
                                  <p:childTnLst>
                                    <p:animClr clrSpc="rgb" dir="cw">
                                      <p:cBhvr>
                                        <p:cTn id="43" dur="750" fill="hold"/>
                                        <p:tgtEl>
                                          <p:spTgt spid="10"/>
                                        </p:tgtEl>
                                        <p:attrNameLst>
                                          <p:attrName>fillcolor</p:attrName>
                                        </p:attrNameLst>
                                      </p:cBhvr>
                                      <p:to>
                                        <a:srgbClr val="FFFFFF"/>
                                      </p:to>
                                    </p:animClr>
                                    <p:set>
                                      <p:cBhvr>
                                        <p:cTn id="44" dur="750" fill="hold"/>
                                        <p:tgtEl>
                                          <p:spTgt spid="10"/>
                                        </p:tgtEl>
                                        <p:attrNameLst>
                                          <p:attrName>fill.type</p:attrName>
                                        </p:attrNameLst>
                                      </p:cBhvr>
                                      <p:to>
                                        <p:strVal val="solid"/>
                                      </p:to>
                                    </p:set>
                                    <p:set>
                                      <p:cBhvr>
                                        <p:cTn id="45" dur="750" fill="hold"/>
                                        <p:tgtEl>
                                          <p:spTgt spid="10"/>
                                        </p:tgtEl>
                                        <p:attrNameLst>
                                          <p:attrName>fill.on</p:attrName>
                                        </p:attrNameLst>
                                      </p:cBhvr>
                                      <p:to>
                                        <p:strVal val="tru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51"/>
                                        </p:tgtEl>
                                        <p:attrNameLst>
                                          <p:attrName>style.visibility</p:attrName>
                                        </p:attrNameLst>
                                      </p:cBhvr>
                                      <p:to>
                                        <p:strVal val="visible"/>
                                      </p:to>
                                    </p:set>
                                  </p:childTnLst>
                                </p:cTn>
                              </p:par>
                            </p:childTnLst>
                          </p:cTn>
                        </p:par>
                        <p:par>
                          <p:cTn id="54" fill="hold">
                            <p:stCondLst>
                              <p:cond delay="0"/>
                            </p:stCondLst>
                            <p:childTnLst>
                              <p:par>
                                <p:cTn id="55" presetID="1" presetClass="emph" presetSubtype="2" fill="hold" nodeType="afterEffect">
                                  <p:stCondLst>
                                    <p:cond delay="0"/>
                                  </p:stCondLst>
                                  <p:childTnLst>
                                    <p:animClr clrSpc="rgb" dir="cw">
                                      <p:cBhvr>
                                        <p:cTn id="56" dur="750" fill="hold"/>
                                        <p:tgtEl>
                                          <p:spTgt spid="7"/>
                                        </p:tgtEl>
                                        <p:attrNameLst>
                                          <p:attrName>fillcolor</p:attrName>
                                        </p:attrNameLst>
                                      </p:cBhvr>
                                      <p:to>
                                        <a:srgbClr val="FFFFFF"/>
                                      </p:to>
                                    </p:animClr>
                                    <p:set>
                                      <p:cBhvr>
                                        <p:cTn id="57" dur="750" fill="hold"/>
                                        <p:tgtEl>
                                          <p:spTgt spid="7"/>
                                        </p:tgtEl>
                                        <p:attrNameLst>
                                          <p:attrName>fill.type</p:attrName>
                                        </p:attrNameLst>
                                      </p:cBhvr>
                                      <p:to>
                                        <p:strVal val="solid"/>
                                      </p:to>
                                    </p:set>
                                    <p:set>
                                      <p:cBhvr>
                                        <p:cTn id="58" dur="750" fill="hold"/>
                                        <p:tgtEl>
                                          <p:spTgt spid="7"/>
                                        </p:tgtEl>
                                        <p:attrNameLst>
                                          <p:attrName>fill.on</p:attrName>
                                        </p:attrNameLst>
                                      </p:cBhvr>
                                      <p:to>
                                        <p:strVal val="true"/>
                                      </p:to>
                                    </p:set>
                                  </p:childTnLst>
                                </p:cTn>
                              </p:par>
                            </p:childTnLst>
                          </p:cTn>
                        </p:par>
                        <p:par>
                          <p:cTn id="59" fill="hold">
                            <p:stCondLst>
                              <p:cond delay="750"/>
                            </p:stCondLst>
                            <p:childTnLst>
                              <p:par>
                                <p:cTn id="60" presetID="1" presetClass="emph" presetSubtype="2" fill="hold" nodeType="afterEffect">
                                  <p:stCondLst>
                                    <p:cond delay="0"/>
                                  </p:stCondLst>
                                  <p:childTnLst>
                                    <p:animClr clrSpc="rgb" dir="cw">
                                      <p:cBhvr>
                                        <p:cTn id="61" dur="750" fill="hold"/>
                                        <p:tgtEl>
                                          <p:spTgt spid="6"/>
                                        </p:tgtEl>
                                        <p:attrNameLst>
                                          <p:attrName>fillcolor</p:attrName>
                                        </p:attrNameLst>
                                      </p:cBhvr>
                                      <p:to>
                                        <a:srgbClr val="FFFFFF"/>
                                      </p:to>
                                    </p:animClr>
                                    <p:set>
                                      <p:cBhvr>
                                        <p:cTn id="62" dur="750" fill="hold"/>
                                        <p:tgtEl>
                                          <p:spTgt spid="6"/>
                                        </p:tgtEl>
                                        <p:attrNameLst>
                                          <p:attrName>fill.type</p:attrName>
                                        </p:attrNameLst>
                                      </p:cBhvr>
                                      <p:to>
                                        <p:strVal val="solid"/>
                                      </p:to>
                                    </p:set>
                                    <p:set>
                                      <p:cBhvr>
                                        <p:cTn id="63" dur="750" fill="hold"/>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6" grpId="0" animBg="1"/>
      <p:bldP spid="7" grpId="0" animBg="1"/>
      <p:bldP spid="20" grpId="0"/>
      <p:bldP spid="21" grpId="0"/>
      <p:bldP spid="22" grpId="0"/>
      <p:bldP spid="23" grpId="0"/>
      <p:bldP spid="24" grpId="0"/>
      <p:bldP spid="37" grpId="0"/>
      <p:bldP spid="49" grpId="0" animBg="1"/>
      <p:bldP spid="5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407D7-DD0E-6648-D0C1-2A97B4D60C87}"/>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0CCF892-22B3-2402-E308-13A1212D7597}"/>
              </a:ext>
            </a:extLst>
          </p:cNvPr>
          <p:cNvCxnSpPr>
            <a:cxnSpLocks/>
            <a:stCxn id="10" idx="4"/>
            <a:endCxn id="8" idx="0"/>
          </p:cNvCxnSpPr>
          <p:nvPr/>
        </p:nvCxnSpPr>
        <p:spPr>
          <a:xfrm flipH="1">
            <a:off x="1204106" y="2605612"/>
            <a:ext cx="75601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B3A5CA24-6EA0-C2DA-EA02-9D08C57D1248}"/>
              </a:ext>
            </a:extLst>
          </p:cNvPr>
          <p:cNvCxnSpPr>
            <a:cxnSpLocks/>
            <a:stCxn id="6" idx="2"/>
            <a:endCxn id="10" idx="6"/>
          </p:cNvCxnSpPr>
          <p:nvPr/>
        </p:nvCxnSpPr>
        <p:spPr>
          <a:xfrm flipV="1">
            <a:off x="2032122" y="2676175"/>
            <a:ext cx="0" cy="66045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24C1BEAB-2F0F-E4B7-AF9D-5E64C5B44EB8}"/>
              </a:ext>
            </a:extLst>
          </p:cNvPr>
          <p:cNvCxnSpPr>
            <a:cxnSpLocks/>
            <a:stCxn id="6" idx="4"/>
            <a:endCxn id="28" idx="0"/>
          </p:cNvCxnSpPr>
          <p:nvPr/>
        </p:nvCxnSpPr>
        <p:spPr>
          <a:xfrm flipH="1" flipV="1">
            <a:off x="1202037" y="3407188"/>
            <a:ext cx="758085"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0E136573-16CF-2590-16A1-FF42273C193F}"/>
              </a:ext>
            </a:extLst>
          </p:cNvPr>
          <p:cNvCxnSpPr>
            <a:cxnSpLocks/>
            <a:stCxn id="28" idx="2"/>
            <a:endCxn id="8" idx="6"/>
          </p:cNvCxnSpPr>
          <p:nvPr/>
        </p:nvCxnSpPr>
        <p:spPr>
          <a:xfrm flipV="1">
            <a:off x="1130037" y="2676175"/>
            <a:ext cx="2069" cy="6604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DDD00932-B2CC-6D6C-94AD-1F89DFC520CE}"/>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Light Out on Graph</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43096D-1CB6-55E9-8A68-361141C7728F}"/>
                  </a:ext>
                </a:extLst>
              </p:cNvPr>
              <p:cNvSpPr>
                <a:spLocks noGrp="1"/>
              </p:cNvSpPr>
              <p:nvPr>
                <p:ph idx="1"/>
              </p:nvPr>
            </p:nvSpPr>
            <p:spPr>
              <a:xfrm>
                <a:off x="131180" y="863445"/>
                <a:ext cx="11454820" cy="1419877"/>
              </a:xfrm>
            </p:spPr>
            <p:txBody>
              <a:bodyPr/>
              <a:lstStyle/>
              <a:p>
                <a:pPr>
                  <a:lnSpc>
                    <a:spcPct val="150000"/>
                  </a:lnSpc>
                </a:pPr>
                <a:r>
                  <a:rPr lang="en-IN" dirty="0">
                    <a:solidFill>
                      <a:srgbClr val="FF0000"/>
                    </a:solidFill>
                  </a:rPr>
                  <a:t>Draw the graph that represents all light arrangements when playing Lights Out on the </a:t>
                </a:r>
                <a14:m>
                  <m:oMath xmlns:m="http://schemas.openxmlformats.org/officeDocument/2006/math">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G</m:t>
                        </m:r>
                      </m:e>
                      <m:sub>
                        <m:r>
                          <a:rPr lang="en-IN">
                            <a:solidFill>
                              <a:srgbClr val="FF0000"/>
                            </a:solidFill>
                            <a:latin typeface="Cambria Math" panose="02040503050406030204" pitchFamily="18" charset="0"/>
                          </a:rPr>
                          <m:t>2</m:t>
                        </m:r>
                      </m:sub>
                    </m:sSub>
                    <m:r>
                      <a:rPr lang="en-IN">
                        <a:solidFill>
                          <a:srgbClr val="FF0000"/>
                        </a:solidFill>
                        <a:latin typeface="Cambria Math" panose="02040503050406030204" pitchFamily="18" charset="0"/>
                      </a:rPr>
                      <m:t>=</m:t>
                    </m:r>
                    <m:r>
                      <m:rPr>
                        <m:nor/>
                      </m:rPr>
                      <a:rPr lang="en-IN" i="0" dirty="0">
                        <a:solidFill>
                          <a:srgbClr val="FF0000"/>
                        </a:solidFill>
                      </a:rPr>
                      <m:t>(</m:t>
                    </m:r>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v</m:t>
                        </m:r>
                      </m:e>
                      <m:sub>
                        <m:r>
                          <a:rPr lang="en-IN">
                            <a:solidFill>
                              <a:srgbClr val="FF0000"/>
                            </a:solidFill>
                            <a:latin typeface="Cambria Math" panose="02040503050406030204" pitchFamily="18" charset="0"/>
                          </a:rPr>
                          <m:t>1</m:t>
                        </m:r>
                      </m:sub>
                    </m:sSub>
                    <m:r>
                      <a:rPr lang="en-IN">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v</m:t>
                        </m:r>
                      </m:e>
                      <m:sub>
                        <m:r>
                          <a:rPr lang="en-IN">
                            <a:solidFill>
                              <a:srgbClr val="FF0000"/>
                            </a:solidFill>
                            <a:latin typeface="Cambria Math" panose="02040503050406030204" pitchFamily="18" charset="0"/>
                          </a:rPr>
                          <m:t>2</m:t>
                        </m:r>
                      </m:sub>
                    </m:sSub>
                    <m:r>
                      <a:rPr lang="en-IN">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v</m:t>
                        </m:r>
                      </m:e>
                      <m:sub>
                        <m:r>
                          <a:rPr lang="en-IN">
                            <a:solidFill>
                              <a:srgbClr val="FF0000"/>
                            </a:solidFill>
                            <a:latin typeface="Cambria Math" panose="02040503050406030204" pitchFamily="18" charset="0"/>
                          </a:rPr>
                          <m:t>3</m:t>
                        </m:r>
                      </m:sub>
                    </m:sSub>
                    <m:r>
                      <a:rPr lang="en-IN">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v</m:t>
                        </m:r>
                      </m:e>
                      <m:sub>
                        <m:r>
                          <a:rPr lang="en-IN">
                            <a:solidFill>
                              <a:srgbClr val="FF0000"/>
                            </a:solidFill>
                            <a:latin typeface="Cambria Math" panose="02040503050406030204" pitchFamily="18" charset="0"/>
                          </a:rPr>
                          <m:t>4</m:t>
                        </m:r>
                      </m:sub>
                    </m:sSub>
                    <m:r>
                      <a:rPr lang="en-IN">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v</m:t>
                        </m:r>
                      </m:e>
                      <m:sub>
                        <m:r>
                          <a:rPr lang="en-IN">
                            <a:solidFill>
                              <a:srgbClr val="FF0000"/>
                            </a:solidFill>
                            <a:latin typeface="Cambria Math" panose="02040503050406030204" pitchFamily="18" charset="0"/>
                          </a:rPr>
                          <m:t>1</m:t>
                        </m:r>
                      </m:sub>
                    </m:sSub>
                    <m:r>
                      <m:rPr>
                        <m:nor/>
                      </m:rPr>
                      <a:rPr lang="en-IN" i="0" dirty="0">
                        <a:solidFill>
                          <a:srgbClr val="FF0000"/>
                        </a:solidFill>
                      </a:rPr>
                      <m:t>)</m:t>
                    </m:r>
                  </m:oMath>
                </a14:m>
                <a:r>
                  <a:rPr lang="en-US" dirty="0">
                    <a:solidFill>
                      <a:srgbClr val="FF0000"/>
                    </a:solidFill>
                  </a:rPr>
                  <a:t> and repeat above exercise for</a:t>
                </a:r>
                <a14:m>
                  <m:oMath xmlns:m="http://schemas.openxmlformats.org/officeDocument/2006/math">
                    <m:r>
                      <a:rPr lang="en-US" i="0" dirty="0" smtClean="0">
                        <a:solidFill>
                          <a:srgbClr val="FF0000"/>
                        </a:solidFill>
                        <a:latin typeface="Cambria Math" panose="02040503050406030204" pitchFamily="18" charset="0"/>
                      </a:rPr>
                      <m:t> </m:t>
                    </m:r>
                    <m:sSub>
                      <m:sSubPr>
                        <m:ctrlPr>
                          <a:rPr lang="en-US" i="1" dirty="0" smtClean="0">
                            <a:solidFill>
                              <a:srgbClr val="FF0000"/>
                            </a:solidFill>
                            <a:latin typeface="Cambria Math" panose="02040503050406030204" pitchFamily="18" charset="0"/>
                          </a:rPr>
                        </m:ctrlPr>
                      </m:sSubPr>
                      <m:e>
                        <m:r>
                          <m:rPr>
                            <m:sty m:val="p"/>
                          </m:rPr>
                          <a:rPr lang="en-US" i="0" dirty="0" smtClean="0">
                            <a:solidFill>
                              <a:srgbClr val="FF0000"/>
                            </a:solidFill>
                            <a:latin typeface="Cambria Math" panose="02040503050406030204" pitchFamily="18" charset="0"/>
                          </a:rPr>
                          <m:t>G</m:t>
                        </m:r>
                      </m:e>
                      <m:sub>
                        <m:r>
                          <a:rPr lang="en-US" i="0" dirty="0" smtClean="0">
                            <a:solidFill>
                              <a:srgbClr val="FF0000"/>
                            </a:solidFill>
                            <a:latin typeface="Cambria Math" panose="02040503050406030204" pitchFamily="18" charset="0"/>
                          </a:rPr>
                          <m:t>2</m:t>
                        </m:r>
                      </m:sub>
                    </m:sSub>
                  </m:oMath>
                </a14:m>
                <a:r>
                  <a:rPr lang="en-IN" dirty="0">
                    <a:solidFill>
                      <a:srgbClr val="FF0000"/>
                    </a:solidFill>
                  </a:rPr>
                  <a:t>.</a:t>
                </a:r>
              </a:p>
              <a:p>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F943096D-1CB6-55E9-8A68-361141C7728F}"/>
                  </a:ext>
                </a:extLst>
              </p:cNvPr>
              <p:cNvSpPr>
                <a:spLocks noGrp="1" noRot="1" noChangeAspect="1" noMove="1" noResize="1" noEditPoints="1" noAdjustHandles="1" noChangeArrowheads="1" noChangeShapeType="1" noTextEdit="1"/>
              </p:cNvSpPr>
              <p:nvPr>
                <p:ph idx="1"/>
              </p:nvPr>
            </p:nvSpPr>
            <p:spPr>
              <a:xfrm>
                <a:off x="131180" y="863445"/>
                <a:ext cx="11454820" cy="1419877"/>
              </a:xfrm>
              <a:blipFill>
                <a:blip r:embed="rId2"/>
                <a:stretch>
                  <a:fillRect l="-1011" r="-1064" b="-3863"/>
                </a:stretch>
              </a:blipFill>
            </p:spPr>
            <p:txBody>
              <a:bodyPr/>
              <a:lstStyle/>
              <a:p>
                <a:r>
                  <a:rPr lang="en-IN">
                    <a:noFill/>
                  </a:rPr>
                  <a:t> </a:t>
                </a:r>
              </a:p>
            </p:txBody>
          </p:sp>
        </mc:Fallback>
      </mc:AlternateContent>
      <p:sp>
        <p:nvSpPr>
          <p:cNvPr id="8" name="Oval 7">
            <a:extLst>
              <a:ext uri="{FF2B5EF4-FFF2-40B4-BE49-F238E27FC236}">
                <a16:creationId xmlns:a16="http://schemas.microsoft.com/office/drawing/2014/main" id="{423397D1-1E28-A10B-D592-7947B941D534}"/>
              </a:ext>
            </a:extLst>
          </p:cNvPr>
          <p:cNvSpPr/>
          <p:nvPr/>
        </p:nvSpPr>
        <p:spPr>
          <a:xfrm rot="5400000">
            <a:off x="1061543" y="25336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765A4D6B-B507-37A7-5215-729B5BA1CAAC}"/>
              </a:ext>
            </a:extLst>
          </p:cNvPr>
          <p:cNvSpPr/>
          <p:nvPr/>
        </p:nvSpPr>
        <p:spPr>
          <a:xfrm rot="5400000">
            <a:off x="1961559" y="25336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6D0A274A-15E4-BAB9-187F-780107B2C4A3}"/>
              </a:ext>
            </a:extLst>
          </p:cNvPr>
          <p:cNvSpPr/>
          <p:nvPr/>
        </p:nvSpPr>
        <p:spPr>
          <a:xfrm rot="5400000">
            <a:off x="1961559" y="333518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4525FD0-BA84-7F72-6A28-4242967696EE}"/>
                  </a:ext>
                </a:extLst>
              </p:cNvPr>
              <p:cNvSpPr txBox="1"/>
              <p:nvPr/>
            </p:nvSpPr>
            <p:spPr>
              <a:xfrm>
                <a:off x="943074" y="2082392"/>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i="0">
                              <a:latin typeface="Cambria Math" panose="02040503050406030204" pitchFamily="18" charset="0"/>
                            </a:rPr>
                            <m:t>1</m:t>
                          </m:r>
                        </m:sub>
                      </m:sSub>
                    </m:oMath>
                  </m:oMathPara>
                </a14:m>
                <a:endParaRPr lang="en-IN" dirty="0"/>
              </a:p>
            </p:txBody>
          </p:sp>
        </mc:Choice>
        <mc:Fallback xmlns="">
          <p:sp>
            <p:nvSpPr>
              <p:cNvPr id="20" name="TextBox 19">
                <a:extLst>
                  <a:ext uri="{FF2B5EF4-FFF2-40B4-BE49-F238E27FC236}">
                    <a16:creationId xmlns:a16="http://schemas.microsoft.com/office/drawing/2014/main" id="{34525FD0-BA84-7F72-6A28-4242967696EE}"/>
                  </a:ext>
                </a:extLst>
              </p:cNvPr>
              <p:cNvSpPr txBox="1">
                <a:spLocks noRot="1" noChangeAspect="1" noMove="1" noResize="1" noEditPoints="1" noAdjustHandles="1" noChangeArrowheads="1" noChangeShapeType="1" noTextEdit="1"/>
              </p:cNvSpPr>
              <p:nvPr/>
            </p:nvSpPr>
            <p:spPr>
              <a:xfrm>
                <a:off x="943074" y="2082392"/>
                <a:ext cx="51792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63BE2DE-EB11-C3CA-8392-5E1C56FE9AEA}"/>
                  </a:ext>
                </a:extLst>
              </p:cNvPr>
              <p:cNvSpPr txBox="1"/>
              <p:nvPr/>
            </p:nvSpPr>
            <p:spPr>
              <a:xfrm>
                <a:off x="1773158" y="2085669"/>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2</m:t>
                          </m:r>
                        </m:sub>
                      </m:sSub>
                    </m:oMath>
                  </m:oMathPara>
                </a14:m>
                <a:endParaRPr lang="en-IN" dirty="0"/>
              </a:p>
            </p:txBody>
          </p:sp>
        </mc:Choice>
        <mc:Fallback xmlns="">
          <p:sp>
            <p:nvSpPr>
              <p:cNvPr id="21" name="TextBox 20">
                <a:extLst>
                  <a:ext uri="{FF2B5EF4-FFF2-40B4-BE49-F238E27FC236}">
                    <a16:creationId xmlns:a16="http://schemas.microsoft.com/office/drawing/2014/main" id="{963BE2DE-EB11-C3CA-8392-5E1C56FE9AEA}"/>
                  </a:ext>
                </a:extLst>
              </p:cNvPr>
              <p:cNvSpPr txBox="1">
                <a:spLocks noRot="1" noChangeAspect="1" noMove="1" noResize="1" noEditPoints="1" noAdjustHandles="1" noChangeArrowheads="1" noChangeShapeType="1" noTextEdit="1"/>
              </p:cNvSpPr>
              <p:nvPr/>
            </p:nvSpPr>
            <p:spPr>
              <a:xfrm>
                <a:off x="1773158" y="2085669"/>
                <a:ext cx="51792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2375150-0003-41B9-B243-6410BDB8D71F}"/>
                  </a:ext>
                </a:extLst>
              </p:cNvPr>
              <p:cNvSpPr txBox="1"/>
              <p:nvPr/>
            </p:nvSpPr>
            <p:spPr>
              <a:xfrm>
                <a:off x="1768543" y="3452014"/>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3</m:t>
                          </m:r>
                        </m:sub>
                      </m:sSub>
                    </m:oMath>
                  </m:oMathPara>
                </a14:m>
                <a:endParaRPr lang="en-IN" dirty="0"/>
              </a:p>
            </p:txBody>
          </p:sp>
        </mc:Choice>
        <mc:Fallback xmlns="">
          <p:sp>
            <p:nvSpPr>
              <p:cNvPr id="22" name="TextBox 21">
                <a:extLst>
                  <a:ext uri="{FF2B5EF4-FFF2-40B4-BE49-F238E27FC236}">
                    <a16:creationId xmlns:a16="http://schemas.microsoft.com/office/drawing/2014/main" id="{82375150-0003-41B9-B243-6410BDB8D71F}"/>
                  </a:ext>
                </a:extLst>
              </p:cNvPr>
              <p:cNvSpPr txBox="1">
                <a:spLocks noRot="1" noChangeAspect="1" noMove="1" noResize="1" noEditPoints="1" noAdjustHandles="1" noChangeArrowheads="1" noChangeShapeType="1" noTextEdit="1"/>
              </p:cNvSpPr>
              <p:nvPr/>
            </p:nvSpPr>
            <p:spPr>
              <a:xfrm>
                <a:off x="1768543" y="3452014"/>
                <a:ext cx="51792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329D98E-39D6-9E9B-5562-59DCFC5F4238}"/>
                  </a:ext>
                </a:extLst>
              </p:cNvPr>
              <p:cNvSpPr txBox="1"/>
              <p:nvPr/>
            </p:nvSpPr>
            <p:spPr>
              <a:xfrm>
                <a:off x="943074" y="3452014"/>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4</m:t>
                          </m:r>
                        </m:sub>
                      </m:sSub>
                    </m:oMath>
                  </m:oMathPara>
                </a14:m>
                <a:endParaRPr lang="en-IN" dirty="0"/>
              </a:p>
            </p:txBody>
          </p:sp>
        </mc:Choice>
        <mc:Fallback xmlns="">
          <p:sp>
            <p:nvSpPr>
              <p:cNvPr id="23" name="TextBox 22">
                <a:extLst>
                  <a:ext uri="{FF2B5EF4-FFF2-40B4-BE49-F238E27FC236}">
                    <a16:creationId xmlns:a16="http://schemas.microsoft.com/office/drawing/2014/main" id="{A329D98E-39D6-9E9B-5562-59DCFC5F4238}"/>
                  </a:ext>
                </a:extLst>
              </p:cNvPr>
              <p:cNvSpPr txBox="1">
                <a:spLocks noRot="1" noChangeAspect="1" noMove="1" noResize="1" noEditPoints="1" noAdjustHandles="1" noChangeArrowheads="1" noChangeShapeType="1" noTextEdit="1"/>
              </p:cNvSpPr>
              <p:nvPr/>
            </p:nvSpPr>
            <p:spPr>
              <a:xfrm>
                <a:off x="943074" y="3452014"/>
                <a:ext cx="51792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7BA050D-C550-051A-9BE4-DBC8350459F0}"/>
                  </a:ext>
                </a:extLst>
              </p:cNvPr>
              <p:cNvSpPr txBox="1"/>
              <p:nvPr/>
            </p:nvSpPr>
            <p:spPr>
              <a:xfrm>
                <a:off x="171158" y="4023183"/>
                <a:ext cx="3203999" cy="1384995"/>
              </a:xfrm>
              <a:prstGeom prst="rect">
                <a:avLst/>
              </a:prstGeom>
              <a:noFill/>
            </p:spPr>
            <p:txBody>
              <a:bodyPr wrap="square" rtlCol="0">
                <a:spAutoFit/>
              </a:bodyPr>
              <a:lstStyle/>
              <a:p>
                <a:pPr algn="ctr"/>
                <a:r>
                  <a:rPr lang="en-IN" sz="2800" dirty="0">
                    <a:solidFill>
                      <a:srgbClr val="002060"/>
                    </a:solidFill>
                  </a:rPr>
                  <a:t>When we select </a:t>
                </a:r>
                <a14:m>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v</m:t>
                        </m:r>
                      </m:e>
                      <m:sub>
                        <m:r>
                          <a:rPr lang="en-IN" sz="2800" i="0">
                            <a:solidFill>
                              <a:srgbClr val="002060"/>
                            </a:solidFill>
                            <a:latin typeface="Cambria Math" panose="02040503050406030204" pitchFamily="18" charset="0"/>
                          </a:rPr>
                          <m:t>1</m:t>
                        </m:r>
                      </m:sub>
                    </m:sSub>
                  </m:oMath>
                </a14:m>
                <a:r>
                  <a:rPr lang="en-IN" sz="2800" dirty="0">
                    <a:solidFill>
                      <a:srgbClr val="002060"/>
                    </a:solidFill>
                  </a:rPr>
                  <a:t>that implies light out of</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i="0" dirty="0">
                            <a:solidFill>
                              <a:srgbClr val="002060"/>
                            </a:solidFill>
                            <a:latin typeface="Cambria Math" panose="02040503050406030204" pitchFamily="18" charset="0"/>
                          </a:rPr>
                          <m:t>1</m:t>
                        </m:r>
                      </m:sub>
                    </m:sSub>
                    <m:r>
                      <a:rPr lang="en-IN" sz="2800" b="0" i="1" dirty="0" smtClean="0">
                        <a:solidFill>
                          <a:srgbClr val="002060"/>
                        </a:solidFill>
                        <a:latin typeface="Cambria Math" panose="02040503050406030204" pitchFamily="18" charset="0"/>
                      </a:rPr>
                      <m:t>,</m:t>
                    </m:r>
                    <m:sSub>
                      <m:sSubPr>
                        <m:ctrlPr>
                          <a:rPr lang="en-IN" sz="2800" b="0" i="1" dirty="0" smtClean="0">
                            <a:solidFill>
                              <a:srgbClr val="002060"/>
                            </a:solidFill>
                            <a:latin typeface="Cambria Math" panose="02040503050406030204" pitchFamily="18" charset="0"/>
                          </a:rPr>
                        </m:ctrlPr>
                      </m:sSubPr>
                      <m:e>
                        <m:r>
                          <m:rPr>
                            <m:sty m:val="p"/>
                          </m:rPr>
                          <a:rPr lang="en-IN" sz="2800" b="0" i="0" dirty="0" smtClean="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2</m:t>
                        </m:r>
                      </m:sub>
                    </m:sSub>
                    <m:r>
                      <a:rPr lang="en-IN" sz="2800" b="0" i="1" dirty="0" smtClean="0">
                        <a:solidFill>
                          <a:srgbClr val="002060"/>
                        </a:solidFill>
                        <a:latin typeface="Cambria Math" panose="02040503050406030204" pitchFamily="18" charset="0"/>
                      </a:rPr>
                      <m:t> </m:t>
                    </m:r>
                  </m:oMath>
                </a14:m>
                <a:r>
                  <a:rPr lang="en-IN" sz="2800" dirty="0">
                    <a:solidFill>
                      <a:srgbClr val="002060"/>
                    </a:solidFill>
                  </a:rPr>
                  <a:t> and</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3</m:t>
                        </m:r>
                      </m:sub>
                    </m:sSub>
                  </m:oMath>
                </a14:m>
                <a:r>
                  <a:rPr lang="en-IN" sz="2800" dirty="0">
                    <a:solidFill>
                      <a:srgbClr val="002060"/>
                    </a:solidFill>
                  </a:rPr>
                  <a:t>.</a:t>
                </a:r>
              </a:p>
            </p:txBody>
          </p:sp>
        </mc:Choice>
        <mc:Fallback xmlns="">
          <p:sp>
            <p:nvSpPr>
              <p:cNvPr id="24" name="TextBox 23">
                <a:extLst>
                  <a:ext uri="{FF2B5EF4-FFF2-40B4-BE49-F238E27FC236}">
                    <a16:creationId xmlns:a16="http://schemas.microsoft.com/office/drawing/2014/main" id="{A7BA050D-C550-051A-9BE4-DBC8350459F0}"/>
                  </a:ext>
                </a:extLst>
              </p:cNvPr>
              <p:cNvSpPr txBox="1">
                <a:spLocks noRot="1" noChangeAspect="1" noMove="1" noResize="1" noEditPoints="1" noAdjustHandles="1" noChangeArrowheads="1" noChangeShapeType="1" noTextEdit="1"/>
              </p:cNvSpPr>
              <p:nvPr/>
            </p:nvSpPr>
            <p:spPr>
              <a:xfrm>
                <a:off x="171158" y="4023183"/>
                <a:ext cx="3203999" cy="1384995"/>
              </a:xfrm>
              <a:prstGeom prst="rect">
                <a:avLst/>
              </a:prstGeom>
              <a:blipFill>
                <a:blip r:embed="rId7"/>
                <a:stretch>
                  <a:fillRect l="-2091" t="-4846" r="-2091" b="-1145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90C3519-3D3B-E528-0E9D-D4993693D0F9}"/>
                  </a:ext>
                </a:extLst>
              </p:cNvPr>
              <p:cNvSpPr txBox="1"/>
              <p:nvPr/>
            </p:nvSpPr>
            <p:spPr>
              <a:xfrm>
                <a:off x="3375157" y="3955236"/>
                <a:ext cx="3060000" cy="1815882"/>
              </a:xfrm>
              <a:prstGeom prst="rect">
                <a:avLst/>
              </a:prstGeom>
              <a:noFill/>
            </p:spPr>
            <p:txBody>
              <a:bodyPr wrap="square" rtlCol="0">
                <a:spAutoFit/>
              </a:bodyPr>
              <a:lstStyle/>
              <a:p>
                <a:pPr algn="ctr"/>
                <a:r>
                  <a:rPr lang="en-IN" sz="2800" dirty="0">
                    <a:solidFill>
                      <a:srgbClr val="002060"/>
                    </a:solidFill>
                  </a:rPr>
                  <a:t>When we select </a:t>
                </a:r>
                <a14:m>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v</m:t>
                        </m:r>
                      </m:e>
                      <m:sub>
                        <m:r>
                          <a:rPr lang="en-IN" sz="2800" b="0" i="0" smtClean="0">
                            <a:solidFill>
                              <a:srgbClr val="002060"/>
                            </a:solidFill>
                            <a:latin typeface="Cambria Math" panose="02040503050406030204" pitchFamily="18" charset="0"/>
                          </a:rPr>
                          <m:t>2</m:t>
                        </m:r>
                      </m:sub>
                    </m:sSub>
                  </m:oMath>
                </a14:m>
                <a:r>
                  <a:rPr lang="en-IN" sz="2800" dirty="0">
                    <a:solidFill>
                      <a:srgbClr val="002060"/>
                    </a:solidFill>
                  </a:rPr>
                  <a:t>that implies light out of</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3</m:t>
                        </m:r>
                      </m:sub>
                    </m:sSub>
                  </m:oMath>
                </a14:m>
                <a:r>
                  <a:rPr lang="en-IN" sz="2800" dirty="0">
                    <a:solidFill>
                      <a:srgbClr val="002060"/>
                    </a:solidFill>
                  </a:rPr>
                  <a:t> but light on of</a:t>
                </a:r>
                <a14:m>
                  <m:oMath xmlns:m="http://schemas.openxmlformats.org/officeDocument/2006/math">
                    <m:r>
                      <a:rPr lang="en-IN" sz="2800" i="0" dirty="0" smtClean="0">
                        <a:solidFill>
                          <a:srgbClr val="002060"/>
                        </a:solidFill>
                        <a:latin typeface="Cambria Math" panose="02040503050406030204" pitchFamily="18" charset="0"/>
                      </a:rPr>
                      <m:t> </m:t>
                    </m:r>
                    <m:sSub>
                      <m:sSubPr>
                        <m:ctrlPr>
                          <a:rPr lang="en-IN" sz="2800" i="1" dirty="0" smtClean="0">
                            <a:solidFill>
                              <a:srgbClr val="002060"/>
                            </a:solidFill>
                            <a:latin typeface="Cambria Math" panose="02040503050406030204" pitchFamily="18" charset="0"/>
                          </a:rPr>
                        </m:ctrlPr>
                      </m:sSubPr>
                      <m:e>
                        <m:r>
                          <m:rPr>
                            <m:sty m:val="p"/>
                          </m:rPr>
                          <a:rPr lang="en-IN" sz="2800" i="0" dirty="0" smtClean="0">
                            <a:solidFill>
                              <a:srgbClr val="002060"/>
                            </a:solidFill>
                            <a:latin typeface="Cambria Math" panose="02040503050406030204" pitchFamily="18" charset="0"/>
                          </a:rPr>
                          <m:t>v</m:t>
                        </m:r>
                      </m:e>
                      <m:sub>
                        <m:r>
                          <a:rPr lang="en-IN" sz="2800" i="0" dirty="0" smtClean="0">
                            <a:solidFill>
                              <a:srgbClr val="002060"/>
                            </a:solidFill>
                            <a:latin typeface="Cambria Math" panose="02040503050406030204" pitchFamily="18" charset="0"/>
                          </a:rPr>
                          <m:t>1</m:t>
                        </m:r>
                      </m:sub>
                    </m:sSub>
                    <m:r>
                      <a:rPr lang="en-IN" sz="2800" b="0" i="0" dirty="0" smtClean="0">
                        <a:solidFill>
                          <a:srgbClr val="002060"/>
                        </a:solidFill>
                        <a:latin typeface="Cambria Math" panose="02040503050406030204" pitchFamily="18" charset="0"/>
                      </a:rPr>
                      <m:t> </m:t>
                    </m:r>
                  </m:oMath>
                </a14:m>
                <a:r>
                  <a:rPr lang="en-IN" sz="2800" b="0" i="0" dirty="0">
                    <a:solidFill>
                      <a:srgbClr val="002060"/>
                    </a:solidFill>
                    <a:latin typeface="+mj-lt"/>
                  </a:rPr>
                  <a:t>and </a:t>
                </a:r>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IN" sz="2800" b="0" i="0" dirty="0" smtClean="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2</m:t>
                        </m:r>
                      </m:sub>
                    </m:sSub>
                  </m:oMath>
                </a14:m>
                <a:r>
                  <a:rPr lang="en-IN" sz="2800" dirty="0">
                    <a:solidFill>
                      <a:srgbClr val="002060"/>
                    </a:solidFill>
                  </a:rPr>
                  <a:t>.</a:t>
                </a:r>
              </a:p>
            </p:txBody>
          </p:sp>
        </mc:Choice>
        <mc:Fallback xmlns="">
          <p:sp>
            <p:nvSpPr>
              <p:cNvPr id="37" name="TextBox 36">
                <a:extLst>
                  <a:ext uri="{FF2B5EF4-FFF2-40B4-BE49-F238E27FC236}">
                    <a16:creationId xmlns:a16="http://schemas.microsoft.com/office/drawing/2014/main" id="{A90C3519-3D3B-E528-0E9D-D4993693D0F9}"/>
                  </a:ext>
                </a:extLst>
              </p:cNvPr>
              <p:cNvSpPr txBox="1">
                <a:spLocks noRot="1" noChangeAspect="1" noMove="1" noResize="1" noEditPoints="1" noAdjustHandles="1" noChangeArrowheads="1" noChangeShapeType="1" noTextEdit="1"/>
              </p:cNvSpPr>
              <p:nvPr/>
            </p:nvSpPr>
            <p:spPr>
              <a:xfrm>
                <a:off x="3375157" y="3955236"/>
                <a:ext cx="3060000" cy="1815882"/>
              </a:xfrm>
              <a:prstGeom prst="rect">
                <a:avLst/>
              </a:prstGeom>
              <a:blipFill>
                <a:blip r:embed="rId8"/>
                <a:stretch>
                  <a:fillRect t="-3691" r="-3586" b="-8389"/>
                </a:stretch>
              </a:blipFill>
            </p:spPr>
            <p:txBody>
              <a:bodyPr/>
              <a:lstStyle/>
              <a:p>
                <a:r>
                  <a:rPr lang="en-IN">
                    <a:noFill/>
                  </a:rPr>
                  <a:t> </a:t>
                </a:r>
              </a:p>
            </p:txBody>
          </p:sp>
        </mc:Fallback>
      </mc:AlternateContent>
      <p:sp>
        <p:nvSpPr>
          <p:cNvPr id="28" name="Oval 27">
            <a:extLst>
              <a:ext uri="{FF2B5EF4-FFF2-40B4-BE49-F238E27FC236}">
                <a16:creationId xmlns:a16="http://schemas.microsoft.com/office/drawing/2014/main" id="{61A01DC1-A955-AEBA-3843-8C102BA3C27E}"/>
              </a:ext>
            </a:extLst>
          </p:cNvPr>
          <p:cNvSpPr/>
          <p:nvPr/>
        </p:nvSpPr>
        <p:spPr>
          <a:xfrm rot="5400000">
            <a:off x="1059474" y="333518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3" name="Straight Connector 32">
            <a:extLst>
              <a:ext uri="{FF2B5EF4-FFF2-40B4-BE49-F238E27FC236}">
                <a16:creationId xmlns:a16="http://schemas.microsoft.com/office/drawing/2014/main" id="{0CA50180-C4F6-3681-BADA-3589FB4F5D62}"/>
              </a:ext>
            </a:extLst>
          </p:cNvPr>
          <p:cNvCxnSpPr>
            <a:cxnSpLocks/>
            <a:stCxn id="39" idx="4"/>
            <a:endCxn id="38" idx="0"/>
          </p:cNvCxnSpPr>
          <p:nvPr/>
        </p:nvCxnSpPr>
        <p:spPr>
          <a:xfrm flipH="1">
            <a:off x="4457984" y="2605612"/>
            <a:ext cx="75601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D6B919E1-5F10-3752-7E55-DA23E99E8045}"/>
              </a:ext>
            </a:extLst>
          </p:cNvPr>
          <p:cNvCxnSpPr>
            <a:cxnSpLocks/>
            <a:stCxn id="40" idx="2"/>
            <a:endCxn id="39" idx="6"/>
          </p:cNvCxnSpPr>
          <p:nvPr/>
        </p:nvCxnSpPr>
        <p:spPr>
          <a:xfrm flipV="1">
            <a:off x="5286000" y="2676175"/>
            <a:ext cx="0" cy="66045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638C7D1C-22DC-9927-9DF9-4DAA2C037214}"/>
              </a:ext>
            </a:extLst>
          </p:cNvPr>
          <p:cNvCxnSpPr>
            <a:cxnSpLocks/>
            <a:stCxn id="40" idx="4"/>
            <a:endCxn id="45" idx="0"/>
          </p:cNvCxnSpPr>
          <p:nvPr/>
        </p:nvCxnSpPr>
        <p:spPr>
          <a:xfrm flipH="1" flipV="1">
            <a:off x="4455915" y="3407188"/>
            <a:ext cx="758085"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367F78B6-BA59-018A-CFBA-415D79507F62}"/>
              </a:ext>
            </a:extLst>
          </p:cNvPr>
          <p:cNvCxnSpPr>
            <a:cxnSpLocks/>
            <a:stCxn id="45" idx="2"/>
            <a:endCxn id="38" idx="6"/>
          </p:cNvCxnSpPr>
          <p:nvPr/>
        </p:nvCxnSpPr>
        <p:spPr>
          <a:xfrm flipV="1">
            <a:off x="4383915" y="2676175"/>
            <a:ext cx="2069" cy="6604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8" name="Oval 37">
            <a:extLst>
              <a:ext uri="{FF2B5EF4-FFF2-40B4-BE49-F238E27FC236}">
                <a16:creationId xmlns:a16="http://schemas.microsoft.com/office/drawing/2014/main" id="{C90167DA-8C7A-1216-D3D0-91041A00E212}"/>
              </a:ext>
            </a:extLst>
          </p:cNvPr>
          <p:cNvSpPr/>
          <p:nvPr/>
        </p:nvSpPr>
        <p:spPr>
          <a:xfrm rot="5400000">
            <a:off x="4315421" y="2533612"/>
            <a:ext cx="141126"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AE38CFF4-5AEA-B37D-9A6F-9F7853E0DFAC}"/>
              </a:ext>
            </a:extLst>
          </p:cNvPr>
          <p:cNvSpPr/>
          <p:nvPr/>
        </p:nvSpPr>
        <p:spPr>
          <a:xfrm rot="5400000">
            <a:off x="5215437" y="2533612"/>
            <a:ext cx="141126"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FE33EF66-6290-C4B5-1387-3FAE1DEF684C}"/>
              </a:ext>
            </a:extLst>
          </p:cNvPr>
          <p:cNvSpPr/>
          <p:nvPr/>
        </p:nvSpPr>
        <p:spPr>
          <a:xfrm rot="5400000">
            <a:off x="5215437" y="333518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F507E48-768F-EE20-BD4D-267418DA309C}"/>
                  </a:ext>
                </a:extLst>
              </p:cNvPr>
              <p:cNvSpPr txBox="1"/>
              <p:nvPr/>
            </p:nvSpPr>
            <p:spPr>
              <a:xfrm>
                <a:off x="4196952" y="2082392"/>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i="0">
                              <a:latin typeface="Cambria Math" panose="02040503050406030204" pitchFamily="18" charset="0"/>
                            </a:rPr>
                            <m:t>1</m:t>
                          </m:r>
                        </m:sub>
                      </m:sSub>
                    </m:oMath>
                  </m:oMathPara>
                </a14:m>
                <a:endParaRPr lang="en-IN" dirty="0"/>
              </a:p>
            </p:txBody>
          </p:sp>
        </mc:Choice>
        <mc:Fallback xmlns="">
          <p:sp>
            <p:nvSpPr>
              <p:cNvPr id="41" name="TextBox 40">
                <a:extLst>
                  <a:ext uri="{FF2B5EF4-FFF2-40B4-BE49-F238E27FC236}">
                    <a16:creationId xmlns:a16="http://schemas.microsoft.com/office/drawing/2014/main" id="{2F507E48-768F-EE20-BD4D-267418DA309C}"/>
                  </a:ext>
                </a:extLst>
              </p:cNvPr>
              <p:cNvSpPr txBox="1">
                <a:spLocks noRot="1" noChangeAspect="1" noMove="1" noResize="1" noEditPoints="1" noAdjustHandles="1" noChangeArrowheads="1" noChangeShapeType="1" noTextEdit="1"/>
              </p:cNvSpPr>
              <p:nvPr/>
            </p:nvSpPr>
            <p:spPr>
              <a:xfrm>
                <a:off x="4196952" y="2082392"/>
                <a:ext cx="51792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F8A3F0F-46FA-D1C2-7D9E-16CC2718B9CE}"/>
                  </a:ext>
                </a:extLst>
              </p:cNvPr>
              <p:cNvSpPr txBox="1"/>
              <p:nvPr/>
            </p:nvSpPr>
            <p:spPr>
              <a:xfrm>
                <a:off x="5027036" y="2085669"/>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2</m:t>
                          </m:r>
                        </m:sub>
                      </m:sSub>
                    </m:oMath>
                  </m:oMathPara>
                </a14:m>
                <a:endParaRPr lang="en-IN" dirty="0"/>
              </a:p>
            </p:txBody>
          </p:sp>
        </mc:Choice>
        <mc:Fallback xmlns="">
          <p:sp>
            <p:nvSpPr>
              <p:cNvPr id="42" name="TextBox 41">
                <a:extLst>
                  <a:ext uri="{FF2B5EF4-FFF2-40B4-BE49-F238E27FC236}">
                    <a16:creationId xmlns:a16="http://schemas.microsoft.com/office/drawing/2014/main" id="{FF8A3F0F-46FA-D1C2-7D9E-16CC2718B9CE}"/>
                  </a:ext>
                </a:extLst>
              </p:cNvPr>
              <p:cNvSpPr txBox="1">
                <a:spLocks noRot="1" noChangeAspect="1" noMove="1" noResize="1" noEditPoints="1" noAdjustHandles="1" noChangeArrowheads="1" noChangeShapeType="1" noTextEdit="1"/>
              </p:cNvSpPr>
              <p:nvPr/>
            </p:nvSpPr>
            <p:spPr>
              <a:xfrm>
                <a:off x="5027036" y="2085669"/>
                <a:ext cx="51792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2B5D82C-8F6D-F706-86EE-3A74D00221FB}"/>
                  </a:ext>
                </a:extLst>
              </p:cNvPr>
              <p:cNvSpPr txBox="1"/>
              <p:nvPr/>
            </p:nvSpPr>
            <p:spPr>
              <a:xfrm>
                <a:off x="5106000" y="3452014"/>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3</m:t>
                          </m:r>
                        </m:sub>
                      </m:sSub>
                    </m:oMath>
                  </m:oMathPara>
                </a14:m>
                <a:endParaRPr lang="en-IN" dirty="0"/>
              </a:p>
            </p:txBody>
          </p:sp>
        </mc:Choice>
        <mc:Fallback xmlns="">
          <p:sp>
            <p:nvSpPr>
              <p:cNvPr id="43" name="TextBox 42">
                <a:extLst>
                  <a:ext uri="{FF2B5EF4-FFF2-40B4-BE49-F238E27FC236}">
                    <a16:creationId xmlns:a16="http://schemas.microsoft.com/office/drawing/2014/main" id="{92B5D82C-8F6D-F706-86EE-3A74D00221FB}"/>
                  </a:ext>
                </a:extLst>
              </p:cNvPr>
              <p:cNvSpPr txBox="1">
                <a:spLocks noRot="1" noChangeAspect="1" noMove="1" noResize="1" noEditPoints="1" noAdjustHandles="1" noChangeArrowheads="1" noChangeShapeType="1" noTextEdit="1"/>
              </p:cNvSpPr>
              <p:nvPr/>
            </p:nvSpPr>
            <p:spPr>
              <a:xfrm>
                <a:off x="5106000" y="3452014"/>
                <a:ext cx="51792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6DAC2EE-EDE1-DF23-F55C-AF2DA8F7F2ED}"/>
                  </a:ext>
                </a:extLst>
              </p:cNvPr>
              <p:cNvSpPr txBox="1"/>
              <p:nvPr/>
            </p:nvSpPr>
            <p:spPr>
              <a:xfrm>
                <a:off x="4206000" y="3465990"/>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4</m:t>
                          </m:r>
                        </m:sub>
                      </m:sSub>
                    </m:oMath>
                  </m:oMathPara>
                </a14:m>
                <a:endParaRPr lang="en-IN" dirty="0"/>
              </a:p>
            </p:txBody>
          </p:sp>
        </mc:Choice>
        <mc:Fallback xmlns="">
          <p:sp>
            <p:nvSpPr>
              <p:cNvPr id="44" name="TextBox 43">
                <a:extLst>
                  <a:ext uri="{FF2B5EF4-FFF2-40B4-BE49-F238E27FC236}">
                    <a16:creationId xmlns:a16="http://schemas.microsoft.com/office/drawing/2014/main" id="{D6DAC2EE-EDE1-DF23-F55C-AF2DA8F7F2ED}"/>
                  </a:ext>
                </a:extLst>
              </p:cNvPr>
              <p:cNvSpPr txBox="1">
                <a:spLocks noRot="1" noChangeAspect="1" noMove="1" noResize="1" noEditPoints="1" noAdjustHandles="1" noChangeArrowheads="1" noChangeShapeType="1" noTextEdit="1"/>
              </p:cNvSpPr>
              <p:nvPr/>
            </p:nvSpPr>
            <p:spPr>
              <a:xfrm>
                <a:off x="4206000" y="3465990"/>
                <a:ext cx="517925" cy="523220"/>
              </a:xfrm>
              <a:prstGeom prst="rect">
                <a:avLst/>
              </a:prstGeom>
              <a:blipFill>
                <a:blip r:embed="rId12"/>
                <a:stretch>
                  <a:fillRect/>
                </a:stretch>
              </a:blipFill>
            </p:spPr>
            <p:txBody>
              <a:bodyPr/>
              <a:lstStyle/>
              <a:p>
                <a:r>
                  <a:rPr lang="en-IN">
                    <a:noFill/>
                  </a:rPr>
                  <a:t> </a:t>
                </a:r>
              </a:p>
            </p:txBody>
          </p:sp>
        </mc:Fallback>
      </mc:AlternateContent>
      <p:sp>
        <p:nvSpPr>
          <p:cNvPr id="45" name="Oval 44">
            <a:extLst>
              <a:ext uri="{FF2B5EF4-FFF2-40B4-BE49-F238E27FC236}">
                <a16:creationId xmlns:a16="http://schemas.microsoft.com/office/drawing/2014/main" id="{4853EC18-9A9D-332B-CC5C-49D34B4DBB65}"/>
              </a:ext>
            </a:extLst>
          </p:cNvPr>
          <p:cNvSpPr/>
          <p:nvPr/>
        </p:nvSpPr>
        <p:spPr>
          <a:xfrm rot="5400000">
            <a:off x="4313352" y="3335188"/>
            <a:ext cx="141126"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7D1B1E4-8BD8-6697-23DD-BEA30333B949}"/>
                  </a:ext>
                </a:extLst>
              </p:cNvPr>
              <p:cNvSpPr txBox="1"/>
              <p:nvPr/>
            </p:nvSpPr>
            <p:spPr>
              <a:xfrm>
                <a:off x="6434857" y="4042234"/>
                <a:ext cx="3060000" cy="1815882"/>
              </a:xfrm>
              <a:prstGeom prst="rect">
                <a:avLst/>
              </a:prstGeom>
              <a:noFill/>
            </p:spPr>
            <p:txBody>
              <a:bodyPr wrap="square" rtlCol="0">
                <a:spAutoFit/>
              </a:bodyPr>
              <a:lstStyle/>
              <a:p>
                <a:pPr algn="ctr"/>
                <a:r>
                  <a:rPr lang="en-IN" sz="2800" dirty="0">
                    <a:solidFill>
                      <a:srgbClr val="002060"/>
                    </a:solidFill>
                  </a:rPr>
                  <a:t>When we select </a:t>
                </a:r>
                <a14:m>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v</m:t>
                        </m:r>
                      </m:e>
                      <m:sub>
                        <m:r>
                          <a:rPr lang="en-IN" sz="2800" b="0" i="0" smtClean="0">
                            <a:solidFill>
                              <a:srgbClr val="002060"/>
                            </a:solidFill>
                            <a:latin typeface="Cambria Math" panose="02040503050406030204" pitchFamily="18" charset="0"/>
                          </a:rPr>
                          <m:t>3</m:t>
                        </m:r>
                      </m:sub>
                    </m:sSub>
                  </m:oMath>
                </a14:m>
                <a:r>
                  <a:rPr lang="en-IN" sz="2800" dirty="0">
                    <a:solidFill>
                      <a:srgbClr val="002060"/>
                    </a:solidFill>
                  </a:rPr>
                  <a:t>that implies light out of</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2</m:t>
                        </m:r>
                      </m:sub>
                    </m:sSub>
                  </m:oMath>
                </a14:m>
                <a:r>
                  <a:rPr lang="en-IN" sz="2800" dirty="0">
                    <a:solidFill>
                      <a:srgbClr val="002060"/>
                    </a:solidFill>
                  </a:rPr>
                  <a:t> but light on of</a:t>
                </a:r>
                <a14:m>
                  <m:oMath xmlns:m="http://schemas.openxmlformats.org/officeDocument/2006/math">
                    <m:r>
                      <a:rPr lang="en-IN" sz="2800" i="0" dirty="0" smtClean="0">
                        <a:solidFill>
                          <a:srgbClr val="002060"/>
                        </a:solidFill>
                        <a:latin typeface="Cambria Math" panose="02040503050406030204" pitchFamily="18" charset="0"/>
                      </a:rPr>
                      <m:t> </m:t>
                    </m:r>
                    <m:sSub>
                      <m:sSubPr>
                        <m:ctrlPr>
                          <a:rPr lang="en-IN" sz="2800" i="1" dirty="0" smtClean="0">
                            <a:solidFill>
                              <a:srgbClr val="002060"/>
                            </a:solidFill>
                            <a:latin typeface="Cambria Math" panose="02040503050406030204" pitchFamily="18" charset="0"/>
                          </a:rPr>
                        </m:ctrlPr>
                      </m:sSubPr>
                      <m:e>
                        <m:r>
                          <m:rPr>
                            <m:sty m:val="p"/>
                          </m:rPr>
                          <a:rPr lang="en-IN" sz="2800" i="0" dirty="0" smtClean="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3</m:t>
                        </m:r>
                      </m:sub>
                    </m:sSub>
                    <m:r>
                      <a:rPr lang="en-IN" sz="2800" b="0" i="0" dirty="0" smtClean="0">
                        <a:solidFill>
                          <a:srgbClr val="002060"/>
                        </a:solidFill>
                        <a:latin typeface="Cambria Math" panose="02040503050406030204" pitchFamily="18" charset="0"/>
                      </a:rPr>
                      <m:t> </m:t>
                    </m:r>
                  </m:oMath>
                </a14:m>
                <a:r>
                  <a:rPr lang="en-IN" sz="2800" b="0" i="0" dirty="0">
                    <a:solidFill>
                      <a:srgbClr val="002060"/>
                    </a:solidFill>
                    <a:latin typeface="+mj-lt"/>
                  </a:rPr>
                  <a:t>and </a:t>
                </a:r>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IN" sz="2800" b="0" i="0" dirty="0" smtClean="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4</m:t>
                        </m:r>
                      </m:sub>
                    </m:sSub>
                  </m:oMath>
                </a14:m>
                <a:r>
                  <a:rPr lang="en-IN" sz="2800" dirty="0">
                    <a:solidFill>
                      <a:srgbClr val="002060"/>
                    </a:solidFill>
                  </a:rPr>
                  <a:t>.</a:t>
                </a:r>
              </a:p>
            </p:txBody>
          </p:sp>
        </mc:Choice>
        <mc:Fallback xmlns="">
          <p:sp>
            <p:nvSpPr>
              <p:cNvPr id="46" name="TextBox 45">
                <a:extLst>
                  <a:ext uri="{FF2B5EF4-FFF2-40B4-BE49-F238E27FC236}">
                    <a16:creationId xmlns:a16="http://schemas.microsoft.com/office/drawing/2014/main" id="{87D1B1E4-8BD8-6697-23DD-BEA30333B949}"/>
                  </a:ext>
                </a:extLst>
              </p:cNvPr>
              <p:cNvSpPr txBox="1">
                <a:spLocks noRot="1" noChangeAspect="1" noMove="1" noResize="1" noEditPoints="1" noAdjustHandles="1" noChangeArrowheads="1" noChangeShapeType="1" noTextEdit="1"/>
              </p:cNvSpPr>
              <p:nvPr/>
            </p:nvSpPr>
            <p:spPr>
              <a:xfrm>
                <a:off x="6434857" y="4042234"/>
                <a:ext cx="3060000" cy="1815882"/>
              </a:xfrm>
              <a:prstGeom prst="rect">
                <a:avLst/>
              </a:prstGeom>
              <a:blipFill>
                <a:blip r:embed="rId13"/>
                <a:stretch>
                  <a:fillRect t="-3356" r="-3586" b="-8389"/>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EE06791B-3D67-A026-A43A-4DB3A8797272}"/>
              </a:ext>
            </a:extLst>
          </p:cNvPr>
          <p:cNvCxnSpPr>
            <a:cxnSpLocks/>
            <a:stCxn id="54" idx="4"/>
            <a:endCxn id="53" idx="0"/>
          </p:cNvCxnSpPr>
          <p:nvPr/>
        </p:nvCxnSpPr>
        <p:spPr>
          <a:xfrm flipH="1">
            <a:off x="7726880" y="2602220"/>
            <a:ext cx="75601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34B6055E-BC25-D552-CE7F-D522066B9035}"/>
              </a:ext>
            </a:extLst>
          </p:cNvPr>
          <p:cNvCxnSpPr>
            <a:cxnSpLocks/>
            <a:stCxn id="55" idx="2"/>
            <a:endCxn id="54" idx="6"/>
          </p:cNvCxnSpPr>
          <p:nvPr/>
        </p:nvCxnSpPr>
        <p:spPr>
          <a:xfrm flipV="1">
            <a:off x="8554896" y="2672783"/>
            <a:ext cx="0" cy="66045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8DABBBEF-2EA1-A910-10CA-6DFE08465356}"/>
              </a:ext>
            </a:extLst>
          </p:cNvPr>
          <p:cNvCxnSpPr>
            <a:cxnSpLocks/>
            <a:stCxn id="55" idx="4"/>
            <a:endCxn id="60" idx="0"/>
          </p:cNvCxnSpPr>
          <p:nvPr/>
        </p:nvCxnSpPr>
        <p:spPr>
          <a:xfrm flipH="1" flipV="1">
            <a:off x="7724811" y="3403796"/>
            <a:ext cx="758085"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2C7327A3-A45A-F4B9-4C7A-F8B9BC54DCDD}"/>
              </a:ext>
            </a:extLst>
          </p:cNvPr>
          <p:cNvCxnSpPr>
            <a:cxnSpLocks/>
            <a:stCxn id="60" idx="2"/>
            <a:endCxn id="53" idx="6"/>
          </p:cNvCxnSpPr>
          <p:nvPr/>
        </p:nvCxnSpPr>
        <p:spPr>
          <a:xfrm flipV="1">
            <a:off x="7652811" y="2672783"/>
            <a:ext cx="2069" cy="6604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3" name="Oval 52">
            <a:extLst>
              <a:ext uri="{FF2B5EF4-FFF2-40B4-BE49-F238E27FC236}">
                <a16:creationId xmlns:a16="http://schemas.microsoft.com/office/drawing/2014/main" id="{D54D18BD-5DED-B9C2-109F-010D7F44092D}"/>
              </a:ext>
            </a:extLst>
          </p:cNvPr>
          <p:cNvSpPr/>
          <p:nvPr/>
        </p:nvSpPr>
        <p:spPr>
          <a:xfrm rot="5400000">
            <a:off x="7584317" y="253022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4" name="Oval 53">
            <a:extLst>
              <a:ext uri="{FF2B5EF4-FFF2-40B4-BE49-F238E27FC236}">
                <a16:creationId xmlns:a16="http://schemas.microsoft.com/office/drawing/2014/main" id="{15068EAB-CFE3-379A-3CD2-41E5A274B253}"/>
              </a:ext>
            </a:extLst>
          </p:cNvPr>
          <p:cNvSpPr/>
          <p:nvPr/>
        </p:nvSpPr>
        <p:spPr>
          <a:xfrm rot="5400000">
            <a:off x="8484333" y="253022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C367FFAF-C5FD-C505-D79A-685FE97C3BB2}"/>
              </a:ext>
            </a:extLst>
          </p:cNvPr>
          <p:cNvSpPr/>
          <p:nvPr/>
        </p:nvSpPr>
        <p:spPr>
          <a:xfrm rot="5400000">
            <a:off x="8484333" y="3331797"/>
            <a:ext cx="141126"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B013F73-44AC-29EF-32F1-0916AA69FECA}"/>
                  </a:ext>
                </a:extLst>
              </p:cNvPr>
              <p:cNvSpPr txBox="1"/>
              <p:nvPr/>
            </p:nvSpPr>
            <p:spPr>
              <a:xfrm>
                <a:off x="7465848" y="2079000"/>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i="0">
                              <a:latin typeface="Cambria Math" panose="02040503050406030204" pitchFamily="18" charset="0"/>
                            </a:rPr>
                            <m:t>1</m:t>
                          </m:r>
                        </m:sub>
                      </m:sSub>
                    </m:oMath>
                  </m:oMathPara>
                </a14:m>
                <a:endParaRPr lang="en-IN" dirty="0"/>
              </a:p>
            </p:txBody>
          </p:sp>
        </mc:Choice>
        <mc:Fallback xmlns="">
          <p:sp>
            <p:nvSpPr>
              <p:cNvPr id="56" name="TextBox 55">
                <a:extLst>
                  <a:ext uri="{FF2B5EF4-FFF2-40B4-BE49-F238E27FC236}">
                    <a16:creationId xmlns:a16="http://schemas.microsoft.com/office/drawing/2014/main" id="{3B013F73-44AC-29EF-32F1-0916AA69FECA}"/>
                  </a:ext>
                </a:extLst>
              </p:cNvPr>
              <p:cNvSpPr txBox="1">
                <a:spLocks noRot="1" noChangeAspect="1" noMove="1" noResize="1" noEditPoints="1" noAdjustHandles="1" noChangeArrowheads="1" noChangeShapeType="1" noTextEdit="1"/>
              </p:cNvSpPr>
              <p:nvPr/>
            </p:nvSpPr>
            <p:spPr>
              <a:xfrm>
                <a:off x="7465848" y="2079000"/>
                <a:ext cx="51792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EF34170-13F2-6F9D-2C91-ADFEFC5EF4D0}"/>
                  </a:ext>
                </a:extLst>
              </p:cNvPr>
              <p:cNvSpPr txBox="1"/>
              <p:nvPr/>
            </p:nvSpPr>
            <p:spPr>
              <a:xfrm>
                <a:off x="8295932" y="2082277"/>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2</m:t>
                          </m:r>
                        </m:sub>
                      </m:sSub>
                    </m:oMath>
                  </m:oMathPara>
                </a14:m>
                <a:endParaRPr lang="en-IN" dirty="0"/>
              </a:p>
            </p:txBody>
          </p:sp>
        </mc:Choice>
        <mc:Fallback xmlns="">
          <p:sp>
            <p:nvSpPr>
              <p:cNvPr id="57" name="TextBox 56">
                <a:extLst>
                  <a:ext uri="{FF2B5EF4-FFF2-40B4-BE49-F238E27FC236}">
                    <a16:creationId xmlns:a16="http://schemas.microsoft.com/office/drawing/2014/main" id="{7EF34170-13F2-6F9D-2C91-ADFEFC5EF4D0}"/>
                  </a:ext>
                </a:extLst>
              </p:cNvPr>
              <p:cNvSpPr txBox="1">
                <a:spLocks noRot="1" noChangeAspect="1" noMove="1" noResize="1" noEditPoints="1" noAdjustHandles="1" noChangeArrowheads="1" noChangeShapeType="1" noTextEdit="1"/>
              </p:cNvSpPr>
              <p:nvPr/>
            </p:nvSpPr>
            <p:spPr>
              <a:xfrm>
                <a:off x="8295932" y="2082277"/>
                <a:ext cx="517925"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08D41A7B-8208-56C1-33B7-1BF09578B22B}"/>
                  </a:ext>
                </a:extLst>
              </p:cNvPr>
              <p:cNvSpPr txBox="1"/>
              <p:nvPr/>
            </p:nvSpPr>
            <p:spPr>
              <a:xfrm>
                <a:off x="8374896" y="3448622"/>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3</m:t>
                          </m:r>
                        </m:sub>
                      </m:sSub>
                    </m:oMath>
                  </m:oMathPara>
                </a14:m>
                <a:endParaRPr lang="en-IN" dirty="0"/>
              </a:p>
            </p:txBody>
          </p:sp>
        </mc:Choice>
        <mc:Fallback xmlns="">
          <p:sp>
            <p:nvSpPr>
              <p:cNvPr id="58" name="TextBox 57">
                <a:extLst>
                  <a:ext uri="{FF2B5EF4-FFF2-40B4-BE49-F238E27FC236}">
                    <a16:creationId xmlns:a16="http://schemas.microsoft.com/office/drawing/2014/main" id="{08D41A7B-8208-56C1-33B7-1BF09578B22B}"/>
                  </a:ext>
                </a:extLst>
              </p:cNvPr>
              <p:cNvSpPr txBox="1">
                <a:spLocks noRot="1" noChangeAspect="1" noMove="1" noResize="1" noEditPoints="1" noAdjustHandles="1" noChangeArrowheads="1" noChangeShapeType="1" noTextEdit="1"/>
              </p:cNvSpPr>
              <p:nvPr/>
            </p:nvSpPr>
            <p:spPr>
              <a:xfrm>
                <a:off x="8374896" y="3448622"/>
                <a:ext cx="51792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9F8B59E1-7F5B-4092-9254-15BA19C5A48D}"/>
                  </a:ext>
                </a:extLst>
              </p:cNvPr>
              <p:cNvSpPr txBox="1"/>
              <p:nvPr/>
            </p:nvSpPr>
            <p:spPr>
              <a:xfrm>
                <a:off x="7474896" y="346259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4</m:t>
                          </m:r>
                        </m:sub>
                      </m:sSub>
                    </m:oMath>
                  </m:oMathPara>
                </a14:m>
                <a:endParaRPr lang="en-IN" dirty="0"/>
              </a:p>
            </p:txBody>
          </p:sp>
        </mc:Choice>
        <mc:Fallback xmlns="">
          <p:sp>
            <p:nvSpPr>
              <p:cNvPr id="59" name="TextBox 58">
                <a:extLst>
                  <a:ext uri="{FF2B5EF4-FFF2-40B4-BE49-F238E27FC236}">
                    <a16:creationId xmlns:a16="http://schemas.microsoft.com/office/drawing/2014/main" id="{9F8B59E1-7F5B-4092-9254-15BA19C5A48D}"/>
                  </a:ext>
                </a:extLst>
              </p:cNvPr>
              <p:cNvSpPr txBox="1">
                <a:spLocks noRot="1" noChangeAspect="1" noMove="1" noResize="1" noEditPoints="1" noAdjustHandles="1" noChangeArrowheads="1" noChangeShapeType="1" noTextEdit="1"/>
              </p:cNvSpPr>
              <p:nvPr/>
            </p:nvSpPr>
            <p:spPr>
              <a:xfrm>
                <a:off x="7474896" y="3462598"/>
                <a:ext cx="517925" cy="523220"/>
              </a:xfrm>
              <a:prstGeom prst="rect">
                <a:avLst/>
              </a:prstGeom>
              <a:blipFill>
                <a:blip r:embed="rId17"/>
                <a:stretch>
                  <a:fillRect/>
                </a:stretch>
              </a:blipFill>
            </p:spPr>
            <p:txBody>
              <a:bodyPr/>
              <a:lstStyle/>
              <a:p>
                <a:r>
                  <a:rPr lang="en-IN">
                    <a:noFill/>
                  </a:rPr>
                  <a:t> </a:t>
                </a:r>
              </a:p>
            </p:txBody>
          </p:sp>
        </mc:Fallback>
      </mc:AlternateContent>
      <p:sp>
        <p:nvSpPr>
          <p:cNvPr id="60" name="Oval 59">
            <a:extLst>
              <a:ext uri="{FF2B5EF4-FFF2-40B4-BE49-F238E27FC236}">
                <a16:creationId xmlns:a16="http://schemas.microsoft.com/office/drawing/2014/main" id="{E837FF26-ACE5-D67B-6822-31DB70983211}"/>
              </a:ext>
            </a:extLst>
          </p:cNvPr>
          <p:cNvSpPr/>
          <p:nvPr/>
        </p:nvSpPr>
        <p:spPr>
          <a:xfrm rot="5400000">
            <a:off x="7582248" y="3331796"/>
            <a:ext cx="141126"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38FD663-243B-5AF2-9064-25B9FC2A4B3C}"/>
                  </a:ext>
                </a:extLst>
              </p:cNvPr>
              <p:cNvSpPr txBox="1"/>
              <p:nvPr/>
            </p:nvSpPr>
            <p:spPr>
              <a:xfrm>
                <a:off x="9494857" y="4139722"/>
                <a:ext cx="2525985" cy="1384995"/>
              </a:xfrm>
              <a:prstGeom prst="rect">
                <a:avLst/>
              </a:prstGeom>
              <a:noFill/>
            </p:spPr>
            <p:txBody>
              <a:bodyPr wrap="square" rtlCol="0">
                <a:spAutoFit/>
              </a:bodyPr>
              <a:lstStyle/>
              <a:p>
                <a:pPr algn="ctr"/>
                <a:r>
                  <a:rPr lang="en-IN" sz="2800" dirty="0">
                    <a:solidFill>
                      <a:srgbClr val="002060"/>
                    </a:solidFill>
                  </a:rPr>
                  <a:t>Finally, when we select </a:t>
                </a:r>
                <a14:m>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v</m:t>
                        </m:r>
                      </m:e>
                      <m:sub>
                        <m:r>
                          <a:rPr lang="en-IN" sz="2800" b="0" i="0" smtClean="0">
                            <a:solidFill>
                              <a:srgbClr val="002060"/>
                            </a:solidFill>
                            <a:latin typeface="Cambria Math" panose="02040503050406030204" pitchFamily="18" charset="0"/>
                          </a:rPr>
                          <m:t>4</m:t>
                        </m:r>
                      </m:sub>
                    </m:sSub>
                  </m:oMath>
                </a14:m>
                <a:r>
                  <a:rPr lang="en-IN" sz="2800" dirty="0">
                    <a:solidFill>
                      <a:srgbClr val="002060"/>
                    </a:solidFill>
                  </a:rPr>
                  <a:t> we get all light out</a:t>
                </a:r>
              </a:p>
            </p:txBody>
          </p:sp>
        </mc:Choice>
        <mc:Fallback xmlns="">
          <p:sp>
            <p:nvSpPr>
              <p:cNvPr id="61" name="TextBox 60">
                <a:extLst>
                  <a:ext uri="{FF2B5EF4-FFF2-40B4-BE49-F238E27FC236}">
                    <a16:creationId xmlns:a16="http://schemas.microsoft.com/office/drawing/2014/main" id="{F38FD663-243B-5AF2-9064-25B9FC2A4B3C}"/>
                  </a:ext>
                </a:extLst>
              </p:cNvPr>
              <p:cNvSpPr txBox="1">
                <a:spLocks noRot="1" noChangeAspect="1" noMove="1" noResize="1" noEditPoints="1" noAdjustHandles="1" noChangeArrowheads="1" noChangeShapeType="1" noTextEdit="1"/>
              </p:cNvSpPr>
              <p:nvPr/>
            </p:nvSpPr>
            <p:spPr>
              <a:xfrm>
                <a:off x="9494857" y="4139722"/>
                <a:ext cx="2525985" cy="1384995"/>
              </a:xfrm>
              <a:prstGeom prst="rect">
                <a:avLst/>
              </a:prstGeom>
              <a:blipFill>
                <a:blip r:embed="rId18"/>
                <a:stretch>
                  <a:fillRect l="-3865" t="-4405" r="-6763" b="-11454"/>
                </a:stretch>
              </a:blipFill>
            </p:spPr>
            <p:txBody>
              <a:bodyPr/>
              <a:lstStyle/>
              <a:p>
                <a:r>
                  <a:rPr lang="en-IN">
                    <a:noFill/>
                  </a:rPr>
                  <a:t> </a:t>
                </a:r>
              </a:p>
            </p:txBody>
          </p:sp>
        </mc:Fallback>
      </mc:AlternateContent>
      <p:cxnSp>
        <p:nvCxnSpPr>
          <p:cNvPr id="62" name="Straight Connector 61">
            <a:extLst>
              <a:ext uri="{FF2B5EF4-FFF2-40B4-BE49-F238E27FC236}">
                <a16:creationId xmlns:a16="http://schemas.microsoft.com/office/drawing/2014/main" id="{FB36819B-C0A3-A542-11F7-8C9F97300BB0}"/>
              </a:ext>
            </a:extLst>
          </p:cNvPr>
          <p:cNvCxnSpPr>
            <a:cxnSpLocks/>
            <a:stCxn id="67" idx="4"/>
            <a:endCxn id="66" idx="0"/>
          </p:cNvCxnSpPr>
          <p:nvPr/>
        </p:nvCxnSpPr>
        <p:spPr>
          <a:xfrm flipH="1">
            <a:off x="10391039" y="2602220"/>
            <a:ext cx="75601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8975748C-28F4-9437-75CF-5CBA25B7CE6B}"/>
              </a:ext>
            </a:extLst>
          </p:cNvPr>
          <p:cNvCxnSpPr>
            <a:cxnSpLocks/>
            <a:stCxn id="68" idx="2"/>
            <a:endCxn id="67" idx="6"/>
          </p:cNvCxnSpPr>
          <p:nvPr/>
        </p:nvCxnSpPr>
        <p:spPr>
          <a:xfrm flipV="1">
            <a:off x="11219055" y="2672783"/>
            <a:ext cx="0" cy="66045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5A5ADA59-C21C-5B2B-0A52-E421CD429058}"/>
              </a:ext>
            </a:extLst>
          </p:cNvPr>
          <p:cNvCxnSpPr>
            <a:cxnSpLocks/>
            <a:stCxn id="68" idx="4"/>
            <a:endCxn id="73" idx="0"/>
          </p:cNvCxnSpPr>
          <p:nvPr/>
        </p:nvCxnSpPr>
        <p:spPr>
          <a:xfrm flipH="1" flipV="1">
            <a:off x="10388970" y="3403796"/>
            <a:ext cx="758085"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58DC76D6-653B-CBE4-03B9-348D82505DD0}"/>
              </a:ext>
            </a:extLst>
          </p:cNvPr>
          <p:cNvCxnSpPr>
            <a:cxnSpLocks/>
            <a:stCxn id="73" idx="2"/>
            <a:endCxn id="66" idx="6"/>
          </p:cNvCxnSpPr>
          <p:nvPr/>
        </p:nvCxnSpPr>
        <p:spPr>
          <a:xfrm flipV="1">
            <a:off x="10316970" y="2672783"/>
            <a:ext cx="2069" cy="6604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6" name="Oval 65">
            <a:extLst>
              <a:ext uri="{FF2B5EF4-FFF2-40B4-BE49-F238E27FC236}">
                <a16:creationId xmlns:a16="http://schemas.microsoft.com/office/drawing/2014/main" id="{7C22C853-5E8D-474B-E8A7-8790E2D5F193}"/>
              </a:ext>
            </a:extLst>
          </p:cNvPr>
          <p:cNvSpPr/>
          <p:nvPr/>
        </p:nvSpPr>
        <p:spPr>
          <a:xfrm rot="5400000">
            <a:off x="10248476" y="253022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7" name="Oval 66">
            <a:extLst>
              <a:ext uri="{FF2B5EF4-FFF2-40B4-BE49-F238E27FC236}">
                <a16:creationId xmlns:a16="http://schemas.microsoft.com/office/drawing/2014/main" id="{CF46471B-C73A-7BB3-F108-41BD944A9F4A}"/>
              </a:ext>
            </a:extLst>
          </p:cNvPr>
          <p:cNvSpPr/>
          <p:nvPr/>
        </p:nvSpPr>
        <p:spPr>
          <a:xfrm rot="5400000">
            <a:off x="11148492" y="2530220"/>
            <a:ext cx="141126"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8" name="Oval 67">
            <a:extLst>
              <a:ext uri="{FF2B5EF4-FFF2-40B4-BE49-F238E27FC236}">
                <a16:creationId xmlns:a16="http://schemas.microsoft.com/office/drawing/2014/main" id="{55E15761-EE3B-92E5-5A96-AA439C155065}"/>
              </a:ext>
            </a:extLst>
          </p:cNvPr>
          <p:cNvSpPr/>
          <p:nvPr/>
        </p:nvSpPr>
        <p:spPr>
          <a:xfrm rot="5400000">
            <a:off x="11148492" y="333179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29F008F7-EF9F-E183-47C7-B0BFF543C6B5}"/>
                  </a:ext>
                </a:extLst>
              </p:cNvPr>
              <p:cNvSpPr txBox="1"/>
              <p:nvPr/>
            </p:nvSpPr>
            <p:spPr>
              <a:xfrm>
                <a:off x="10130007" y="2079000"/>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i="0">
                              <a:latin typeface="Cambria Math" panose="02040503050406030204" pitchFamily="18" charset="0"/>
                            </a:rPr>
                            <m:t>1</m:t>
                          </m:r>
                        </m:sub>
                      </m:sSub>
                    </m:oMath>
                  </m:oMathPara>
                </a14:m>
                <a:endParaRPr lang="en-IN" dirty="0"/>
              </a:p>
            </p:txBody>
          </p:sp>
        </mc:Choice>
        <mc:Fallback xmlns="">
          <p:sp>
            <p:nvSpPr>
              <p:cNvPr id="69" name="TextBox 68">
                <a:extLst>
                  <a:ext uri="{FF2B5EF4-FFF2-40B4-BE49-F238E27FC236}">
                    <a16:creationId xmlns:a16="http://schemas.microsoft.com/office/drawing/2014/main" id="{29F008F7-EF9F-E183-47C7-B0BFF543C6B5}"/>
                  </a:ext>
                </a:extLst>
              </p:cNvPr>
              <p:cNvSpPr txBox="1">
                <a:spLocks noRot="1" noChangeAspect="1" noMove="1" noResize="1" noEditPoints="1" noAdjustHandles="1" noChangeArrowheads="1" noChangeShapeType="1" noTextEdit="1"/>
              </p:cNvSpPr>
              <p:nvPr/>
            </p:nvSpPr>
            <p:spPr>
              <a:xfrm>
                <a:off x="10130007" y="2079000"/>
                <a:ext cx="517925"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D81DCFE4-F020-6D38-03D9-D6AF6634BDF5}"/>
                  </a:ext>
                </a:extLst>
              </p:cNvPr>
              <p:cNvSpPr txBox="1"/>
              <p:nvPr/>
            </p:nvSpPr>
            <p:spPr>
              <a:xfrm>
                <a:off x="10960091" y="2082277"/>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2</m:t>
                          </m:r>
                        </m:sub>
                      </m:sSub>
                    </m:oMath>
                  </m:oMathPara>
                </a14:m>
                <a:endParaRPr lang="en-IN" dirty="0"/>
              </a:p>
            </p:txBody>
          </p:sp>
        </mc:Choice>
        <mc:Fallback xmlns="">
          <p:sp>
            <p:nvSpPr>
              <p:cNvPr id="70" name="TextBox 69">
                <a:extLst>
                  <a:ext uri="{FF2B5EF4-FFF2-40B4-BE49-F238E27FC236}">
                    <a16:creationId xmlns:a16="http://schemas.microsoft.com/office/drawing/2014/main" id="{D81DCFE4-F020-6D38-03D9-D6AF6634BDF5}"/>
                  </a:ext>
                </a:extLst>
              </p:cNvPr>
              <p:cNvSpPr txBox="1">
                <a:spLocks noRot="1" noChangeAspect="1" noMove="1" noResize="1" noEditPoints="1" noAdjustHandles="1" noChangeArrowheads="1" noChangeShapeType="1" noTextEdit="1"/>
              </p:cNvSpPr>
              <p:nvPr/>
            </p:nvSpPr>
            <p:spPr>
              <a:xfrm>
                <a:off x="10960091" y="2082277"/>
                <a:ext cx="517925"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9D593FC-B313-8230-BFE0-4C7F716934DC}"/>
                  </a:ext>
                </a:extLst>
              </p:cNvPr>
              <p:cNvSpPr txBox="1"/>
              <p:nvPr/>
            </p:nvSpPr>
            <p:spPr>
              <a:xfrm>
                <a:off x="11039055" y="3448622"/>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3</m:t>
                          </m:r>
                        </m:sub>
                      </m:sSub>
                    </m:oMath>
                  </m:oMathPara>
                </a14:m>
                <a:endParaRPr lang="en-IN" dirty="0"/>
              </a:p>
            </p:txBody>
          </p:sp>
        </mc:Choice>
        <mc:Fallback xmlns="">
          <p:sp>
            <p:nvSpPr>
              <p:cNvPr id="71" name="TextBox 70">
                <a:extLst>
                  <a:ext uri="{FF2B5EF4-FFF2-40B4-BE49-F238E27FC236}">
                    <a16:creationId xmlns:a16="http://schemas.microsoft.com/office/drawing/2014/main" id="{D9D593FC-B313-8230-BFE0-4C7F716934DC}"/>
                  </a:ext>
                </a:extLst>
              </p:cNvPr>
              <p:cNvSpPr txBox="1">
                <a:spLocks noRot="1" noChangeAspect="1" noMove="1" noResize="1" noEditPoints="1" noAdjustHandles="1" noChangeArrowheads="1" noChangeShapeType="1" noTextEdit="1"/>
              </p:cNvSpPr>
              <p:nvPr/>
            </p:nvSpPr>
            <p:spPr>
              <a:xfrm>
                <a:off x="11039055" y="3448622"/>
                <a:ext cx="517925"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EEC3A29-0C86-0226-4A53-D0B9738EDD15}"/>
                  </a:ext>
                </a:extLst>
              </p:cNvPr>
              <p:cNvSpPr txBox="1"/>
              <p:nvPr/>
            </p:nvSpPr>
            <p:spPr>
              <a:xfrm>
                <a:off x="10139055" y="346259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4</m:t>
                          </m:r>
                        </m:sub>
                      </m:sSub>
                    </m:oMath>
                  </m:oMathPara>
                </a14:m>
                <a:endParaRPr lang="en-IN" dirty="0"/>
              </a:p>
            </p:txBody>
          </p:sp>
        </mc:Choice>
        <mc:Fallback xmlns="">
          <p:sp>
            <p:nvSpPr>
              <p:cNvPr id="72" name="TextBox 71">
                <a:extLst>
                  <a:ext uri="{FF2B5EF4-FFF2-40B4-BE49-F238E27FC236}">
                    <a16:creationId xmlns:a16="http://schemas.microsoft.com/office/drawing/2014/main" id="{6EEC3A29-0C86-0226-4A53-D0B9738EDD15}"/>
                  </a:ext>
                </a:extLst>
              </p:cNvPr>
              <p:cNvSpPr txBox="1">
                <a:spLocks noRot="1" noChangeAspect="1" noMove="1" noResize="1" noEditPoints="1" noAdjustHandles="1" noChangeArrowheads="1" noChangeShapeType="1" noTextEdit="1"/>
              </p:cNvSpPr>
              <p:nvPr/>
            </p:nvSpPr>
            <p:spPr>
              <a:xfrm>
                <a:off x="10139055" y="3462598"/>
                <a:ext cx="517925" cy="523220"/>
              </a:xfrm>
              <a:prstGeom prst="rect">
                <a:avLst/>
              </a:prstGeom>
              <a:blipFill>
                <a:blip r:embed="rId22"/>
                <a:stretch>
                  <a:fillRect/>
                </a:stretch>
              </a:blipFill>
            </p:spPr>
            <p:txBody>
              <a:bodyPr/>
              <a:lstStyle/>
              <a:p>
                <a:r>
                  <a:rPr lang="en-IN">
                    <a:noFill/>
                  </a:rPr>
                  <a:t> </a:t>
                </a:r>
              </a:p>
            </p:txBody>
          </p:sp>
        </mc:Fallback>
      </mc:AlternateContent>
      <p:sp>
        <p:nvSpPr>
          <p:cNvPr id="73" name="Oval 72">
            <a:extLst>
              <a:ext uri="{FF2B5EF4-FFF2-40B4-BE49-F238E27FC236}">
                <a16:creationId xmlns:a16="http://schemas.microsoft.com/office/drawing/2014/main" id="{3D92CD40-6EE1-B237-1C9E-F5A8BB61C7F8}"/>
              </a:ext>
            </a:extLst>
          </p:cNvPr>
          <p:cNvSpPr/>
          <p:nvPr/>
        </p:nvSpPr>
        <p:spPr>
          <a:xfrm rot="5400000">
            <a:off x="10246407" y="333179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Tree>
    <p:extLst>
      <p:ext uri="{BB962C8B-B14F-4D97-AF65-F5344CB8AC3E}">
        <p14:creationId xmlns:p14="http://schemas.microsoft.com/office/powerpoint/2010/main" val="2611859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mph" presetSubtype="2" fill="hold" nodeType="clickEffect">
                                  <p:stCondLst>
                                    <p:cond delay="0"/>
                                  </p:stCondLst>
                                  <p:childTnLst>
                                    <p:animClr clrSpc="rgb" dir="cw">
                                      <p:cBhvr>
                                        <p:cTn id="36" dur="750" fill="hold"/>
                                        <p:tgtEl>
                                          <p:spTgt spid="8"/>
                                        </p:tgtEl>
                                        <p:attrNameLst>
                                          <p:attrName>fillcolor</p:attrName>
                                        </p:attrNameLst>
                                      </p:cBhvr>
                                      <p:to>
                                        <a:srgbClr val="FFFFFF"/>
                                      </p:to>
                                    </p:animClr>
                                    <p:set>
                                      <p:cBhvr>
                                        <p:cTn id="37" dur="750" fill="hold"/>
                                        <p:tgtEl>
                                          <p:spTgt spid="8"/>
                                        </p:tgtEl>
                                        <p:attrNameLst>
                                          <p:attrName>fill.type</p:attrName>
                                        </p:attrNameLst>
                                      </p:cBhvr>
                                      <p:to>
                                        <p:strVal val="solid"/>
                                      </p:to>
                                    </p:set>
                                    <p:set>
                                      <p:cBhvr>
                                        <p:cTn id="38" dur="750" fill="hold"/>
                                        <p:tgtEl>
                                          <p:spTgt spid="8"/>
                                        </p:tgtEl>
                                        <p:attrNameLst>
                                          <p:attrName>fill.on</p:attrName>
                                        </p:attrNameLst>
                                      </p:cBhvr>
                                      <p:to>
                                        <p:strVal val="true"/>
                                      </p:to>
                                    </p:set>
                                  </p:childTnLst>
                                </p:cTn>
                              </p:par>
                            </p:childTnLst>
                          </p:cTn>
                        </p:par>
                        <p:par>
                          <p:cTn id="39" fill="hold">
                            <p:stCondLst>
                              <p:cond delay="750"/>
                            </p:stCondLst>
                            <p:childTnLst>
                              <p:par>
                                <p:cTn id="40" presetID="1" presetClass="emph" presetSubtype="2" fill="hold" nodeType="afterEffect">
                                  <p:stCondLst>
                                    <p:cond delay="0"/>
                                  </p:stCondLst>
                                  <p:childTnLst>
                                    <p:animClr clrSpc="rgb" dir="cw">
                                      <p:cBhvr>
                                        <p:cTn id="41" dur="750" fill="hold"/>
                                        <p:tgtEl>
                                          <p:spTgt spid="10"/>
                                        </p:tgtEl>
                                        <p:attrNameLst>
                                          <p:attrName>fillcolor</p:attrName>
                                        </p:attrNameLst>
                                      </p:cBhvr>
                                      <p:to>
                                        <a:srgbClr val="FFFFFF"/>
                                      </p:to>
                                    </p:animClr>
                                    <p:set>
                                      <p:cBhvr>
                                        <p:cTn id="42" dur="750" fill="hold"/>
                                        <p:tgtEl>
                                          <p:spTgt spid="10"/>
                                        </p:tgtEl>
                                        <p:attrNameLst>
                                          <p:attrName>fill.type</p:attrName>
                                        </p:attrNameLst>
                                      </p:cBhvr>
                                      <p:to>
                                        <p:strVal val="solid"/>
                                      </p:to>
                                    </p:set>
                                    <p:set>
                                      <p:cBhvr>
                                        <p:cTn id="43" dur="750" fill="hold"/>
                                        <p:tgtEl>
                                          <p:spTgt spid="10"/>
                                        </p:tgtEl>
                                        <p:attrNameLst>
                                          <p:attrName>fill.on</p:attrName>
                                        </p:attrNameLst>
                                      </p:cBhvr>
                                      <p:to>
                                        <p:strVal val="true"/>
                                      </p:to>
                                    </p:set>
                                  </p:childTnLst>
                                </p:cTn>
                              </p:par>
                            </p:childTnLst>
                          </p:cTn>
                        </p:par>
                        <p:par>
                          <p:cTn id="44" fill="hold">
                            <p:stCondLst>
                              <p:cond delay="1500"/>
                            </p:stCondLst>
                            <p:childTnLst>
                              <p:par>
                                <p:cTn id="45" presetID="1" presetClass="emph" presetSubtype="2" fill="hold" nodeType="afterEffect">
                                  <p:stCondLst>
                                    <p:cond delay="0"/>
                                  </p:stCondLst>
                                  <p:childTnLst>
                                    <p:animClr clrSpc="rgb" dir="cw">
                                      <p:cBhvr>
                                        <p:cTn id="46" dur="750" fill="hold"/>
                                        <p:tgtEl>
                                          <p:spTgt spid="28"/>
                                        </p:tgtEl>
                                        <p:attrNameLst>
                                          <p:attrName>fillcolor</p:attrName>
                                        </p:attrNameLst>
                                      </p:cBhvr>
                                      <p:to>
                                        <a:srgbClr val="FFFFFF"/>
                                      </p:to>
                                    </p:animClr>
                                    <p:set>
                                      <p:cBhvr>
                                        <p:cTn id="47" dur="750" fill="hold"/>
                                        <p:tgtEl>
                                          <p:spTgt spid="28"/>
                                        </p:tgtEl>
                                        <p:attrNameLst>
                                          <p:attrName>fill.type</p:attrName>
                                        </p:attrNameLst>
                                      </p:cBhvr>
                                      <p:to>
                                        <p:strVal val="solid"/>
                                      </p:to>
                                    </p:set>
                                    <p:set>
                                      <p:cBhvr>
                                        <p:cTn id="48" dur="750" fill="hold"/>
                                        <p:tgtEl>
                                          <p:spTgt spid="28"/>
                                        </p:tgtEl>
                                        <p:attrNameLst>
                                          <p:attrName>fill.on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mph" presetSubtype="2" fill="hold" nodeType="clickEffect">
                                  <p:stCondLst>
                                    <p:cond delay="0"/>
                                  </p:stCondLst>
                                  <p:childTnLst>
                                    <p:animClr clrSpc="rgb" dir="cw">
                                      <p:cBhvr>
                                        <p:cTn id="82" dur="750" fill="hold"/>
                                        <p:tgtEl>
                                          <p:spTgt spid="39"/>
                                        </p:tgtEl>
                                        <p:attrNameLst>
                                          <p:attrName>fillcolor</p:attrName>
                                        </p:attrNameLst>
                                      </p:cBhvr>
                                      <p:to>
                                        <a:srgbClr val="212121"/>
                                      </p:to>
                                    </p:animClr>
                                    <p:set>
                                      <p:cBhvr>
                                        <p:cTn id="83" dur="750" fill="hold"/>
                                        <p:tgtEl>
                                          <p:spTgt spid="39"/>
                                        </p:tgtEl>
                                        <p:attrNameLst>
                                          <p:attrName>fill.type</p:attrName>
                                        </p:attrNameLst>
                                      </p:cBhvr>
                                      <p:to>
                                        <p:strVal val="solid"/>
                                      </p:to>
                                    </p:set>
                                    <p:set>
                                      <p:cBhvr>
                                        <p:cTn id="84" dur="750" fill="hold"/>
                                        <p:tgtEl>
                                          <p:spTgt spid="39"/>
                                        </p:tgtEl>
                                        <p:attrNameLst>
                                          <p:attrName>fill.on</p:attrName>
                                        </p:attrNameLst>
                                      </p:cBhvr>
                                      <p:to>
                                        <p:strVal val="true"/>
                                      </p:to>
                                    </p:set>
                                  </p:childTnLst>
                                </p:cTn>
                              </p:par>
                            </p:childTnLst>
                          </p:cTn>
                        </p:par>
                        <p:par>
                          <p:cTn id="85" fill="hold">
                            <p:stCondLst>
                              <p:cond delay="750"/>
                            </p:stCondLst>
                            <p:childTnLst>
                              <p:par>
                                <p:cTn id="86" presetID="1" presetClass="emph" presetSubtype="2" fill="hold" nodeType="afterEffect">
                                  <p:stCondLst>
                                    <p:cond delay="0"/>
                                  </p:stCondLst>
                                  <p:childTnLst>
                                    <p:animClr clrSpc="rgb" dir="cw">
                                      <p:cBhvr>
                                        <p:cTn id="87" dur="750" fill="hold"/>
                                        <p:tgtEl>
                                          <p:spTgt spid="38"/>
                                        </p:tgtEl>
                                        <p:attrNameLst>
                                          <p:attrName>fillcolor</p:attrName>
                                        </p:attrNameLst>
                                      </p:cBhvr>
                                      <p:to>
                                        <a:srgbClr val="212121"/>
                                      </p:to>
                                    </p:animClr>
                                    <p:set>
                                      <p:cBhvr>
                                        <p:cTn id="88" dur="750" fill="hold"/>
                                        <p:tgtEl>
                                          <p:spTgt spid="38"/>
                                        </p:tgtEl>
                                        <p:attrNameLst>
                                          <p:attrName>fill.type</p:attrName>
                                        </p:attrNameLst>
                                      </p:cBhvr>
                                      <p:to>
                                        <p:strVal val="solid"/>
                                      </p:to>
                                    </p:set>
                                    <p:set>
                                      <p:cBhvr>
                                        <p:cTn id="89" dur="750" fill="hold"/>
                                        <p:tgtEl>
                                          <p:spTgt spid="38"/>
                                        </p:tgtEl>
                                        <p:attrNameLst>
                                          <p:attrName>fill.on</p:attrName>
                                        </p:attrNameLst>
                                      </p:cBhvr>
                                      <p:to>
                                        <p:strVal val="true"/>
                                      </p:to>
                                    </p:set>
                                  </p:childTnLst>
                                </p:cTn>
                              </p:par>
                            </p:childTnLst>
                          </p:cTn>
                        </p:par>
                        <p:par>
                          <p:cTn id="90" fill="hold">
                            <p:stCondLst>
                              <p:cond delay="1500"/>
                            </p:stCondLst>
                            <p:childTnLst>
                              <p:par>
                                <p:cTn id="91" presetID="1" presetClass="emph" presetSubtype="2" fill="hold" nodeType="afterEffect">
                                  <p:stCondLst>
                                    <p:cond delay="0"/>
                                  </p:stCondLst>
                                  <p:childTnLst>
                                    <p:animClr clrSpc="rgb" dir="cw">
                                      <p:cBhvr>
                                        <p:cTn id="92" dur="750" fill="hold"/>
                                        <p:tgtEl>
                                          <p:spTgt spid="40"/>
                                        </p:tgtEl>
                                        <p:attrNameLst>
                                          <p:attrName>fillcolor</p:attrName>
                                        </p:attrNameLst>
                                      </p:cBhvr>
                                      <p:to>
                                        <a:srgbClr val="FFFFFF"/>
                                      </p:to>
                                    </p:animClr>
                                    <p:set>
                                      <p:cBhvr>
                                        <p:cTn id="93" dur="750" fill="hold"/>
                                        <p:tgtEl>
                                          <p:spTgt spid="40"/>
                                        </p:tgtEl>
                                        <p:attrNameLst>
                                          <p:attrName>fill.type</p:attrName>
                                        </p:attrNameLst>
                                      </p:cBhvr>
                                      <p:to>
                                        <p:strVal val="solid"/>
                                      </p:to>
                                    </p:set>
                                    <p:set>
                                      <p:cBhvr>
                                        <p:cTn id="94" dur="750" fill="hold"/>
                                        <p:tgtEl>
                                          <p:spTgt spid="40"/>
                                        </p:tgtEl>
                                        <p:attrNameLst>
                                          <p:attrName>fill.on</p:attrName>
                                        </p:attrNameLst>
                                      </p:cBhvr>
                                      <p:to>
                                        <p:strVal val="tru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50"/>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5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5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4"/>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6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8"/>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mph" presetSubtype="2" fill="hold" nodeType="clickEffect">
                                  <p:stCondLst>
                                    <p:cond delay="0"/>
                                  </p:stCondLst>
                                  <p:childTnLst>
                                    <p:animClr clrSpc="rgb" dir="cw">
                                      <p:cBhvr>
                                        <p:cTn id="128" dur="750" fill="hold"/>
                                        <p:tgtEl>
                                          <p:spTgt spid="55"/>
                                        </p:tgtEl>
                                        <p:attrNameLst>
                                          <p:attrName>fillcolor</p:attrName>
                                        </p:attrNameLst>
                                      </p:cBhvr>
                                      <p:to>
                                        <a:srgbClr val="212121"/>
                                      </p:to>
                                    </p:animClr>
                                    <p:set>
                                      <p:cBhvr>
                                        <p:cTn id="129" dur="750" fill="hold"/>
                                        <p:tgtEl>
                                          <p:spTgt spid="55"/>
                                        </p:tgtEl>
                                        <p:attrNameLst>
                                          <p:attrName>fill.type</p:attrName>
                                        </p:attrNameLst>
                                      </p:cBhvr>
                                      <p:to>
                                        <p:strVal val="solid"/>
                                      </p:to>
                                    </p:set>
                                    <p:set>
                                      <p:cBhvr>
                                        <p:cTn id="130" dur="750" fill="hold"/>
                                        <p:tgtEl>
                                          <p:spTgt spid="55"/>
                                        </p:tgtEl>
                                        <p:attrNameLst>
                                          <p:attrName>fill.on</p:attrName>
                                        </p:attrNameLst>
                                      </p:cBhvr>
                                      <p:to>
                                        <p:strVal val="true"/>
                                      </p:to>
                                    </p:set>
                                  </p:childTnLst>
                                </p:cTn>
                              </p:par>
                            </p:childTnLst>
                          </p:cTn>
                        </p:par>
                        <p:par>
                          <p:cTn id="131" fill="hold">
                            <p:stCondLst>
                              <p:cond delay="750"/>
                            </p:stCondLst>
                            <p:childTnLst>
                              <p:par>
                                <p:cTn id="132" presetID="1" presetClass="emph" presetSubtype="2" fill="hold" nodeType="afterEffect">
                                  <p:stCondLst>
                                    <p:cond delay="0"/>
                                  </p:stCondLst>
                                  <p:childTnLst>
                                    <p:animClr clrSpc="rgb" dir="cw">
                                      <p:cBhvr>
                                        <p:cTn id="133" dur="750" fill="hold"/>
                                        <p:tgtEl>
                                          <p:spTgt spid="54"/>
                                        </p:tgtEl>
                                        <p:attrNameLst>
                                          <p:attrName>fillcolor</p:attrName>
                                        </p:attrNameLst>
                                      </p:cBhvr>
                                      <p:to>
                                        <a:srgbClr val="FFFFFF"/>
                                      </p:to>
                                    </p:animClr>
                                    <p:set>
                                      <p:cBhvr>
                                        <p:cTn id="134" dur="750" fill="hold"/>
                                        <p:tgtEl>
                                          <p:spTgt spid="54"/>
                                        </p:tgtEl>
                                        <p:attrNameLst>
                                          <p:attrName>fill.type</p:attrName>
                                        </p:attrNameLst>
                                      </p:cBhvr>
                                      <p:to>
                                        <p:strVal val="solid"/>
                                      </p:to>
                                    </p:set>
                                    <p:set>
                                      <p:cBhvr>
                                        <p:cTn id="135" dur="750" fill="hold"/>
                                        <p:tgtEl>
                                          <p:spTgt spid="54"/>
                                        </p:tgtEl>
                                        <p:attrNameLst>
                                          <p:attrName>fill.on</p:attrName>
                                        </p:attrNameLst>
                                      </p:cBhvr>
                                      <p:to>
                                        <p:strVal val="true"/>
                                      </p:to>
                                    </p:set>
                                  </p:childTnLst>
                                </p:cTn>
                              </p:par>
                            </p:childTnLst>
                          </p:cTn>
                        </p:par>
                        <p:par>
                          <p:cTn id="136" fill="hold">
                            <p:stCondLst>
                              <p:cond delay="1500"/>
                            </p:stCondLst>
                            <p:childTnLst>
                              <p:par>
                                <p:cTn id="137" presetID="1" presetClass="emph" presetSubtype="2" fill="hold" nodeType="afterEffect">
                                  <p:stCondLst>
                                    <p:cond delay="0"/>
                                  </p:stCondLst>
                                  <p:childTnLst>
                                    <p:animClr clrSpc="rgb" dir="cw">
                                      <p:cBhvr>
                                        <p:cTn id="138" dur="750" fill="hold"/>
                                        <p:tgtEl>
                                          <p:spTgt spid="60"/>
                                        </p:tgtEl>
                                        <p:attrNameLst>
                                          <p:attrName>fillcolor</p:attrName>
                                        </p:attrNameLst>
                                      </p:cBhvr>
                                      <p:to>
                                        <a:srgbClr val="212121"/>
                                      </p:to>
                                    </p:animClr>
                                    <p:set>
                                      <p:cBhvr>
                                        <p:cTn id="139" dur="750" fill="hold"/>
                                        <p:tgtEl>
                                          <p:spTgt spid="60"/>
                                        </p:tgtEl>
                                        <p:attrNameLst>
                                          <p:attrName>fill.type</p:attrName>
                                        </p:attrNameLst>
                                      </p:cBhvr>
                                      <p:to>
                                        <p:strVal val="solid"/>
                                      </p:to>
                                    </p:set>
                                    <p:set>
                                      <p:cBhvr>
                                        <p:cTn id="140" dur="750" fill="hold"/>
                                        <p:tgtEl>
                                          <p:spTgt spid="60"/>
                                        </p:tgtEl>
                                        <p:attrNameLst>
                                          <p:attrName>fill.on</p:attrName>
                                        </p:attrNameLst>
                                      </p:cBhvr>
                                      <p:to>
                                        <p:strVal val="tru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61"/>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7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71"/>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mph" presetSubtype="2" fill="hold" nodeType="clickEffect">
                                  <p:stCondLst>
                                    <p:cond delay="0"/>
                                  </p:stCondLst>
                                  <p:childTnLst>
                                    <p:animClr clrSpc="rgb" dir="cw">
                                      <p:cBhvr>
                                        <p:cTn id="174" dur="750" fill="hold"/>
                                        <p:tgtEl>
                                          <p:spTgt spid="73"/>
                                        </p:tgtEl>
                                        <p:attrNameLst>
                                          <p:attrName>fillcolor</p:attrName>
                                        </p:attrNameLst>
                                      </p:cBhvr>
                                      <p:to>
                                        <a:srgbClr val="FFFFFF"/>
                                      </p:to>
                                    </p:animClr>
                                    <p:set>
                                      <p:cBhvr>
                                        <p:cTn id="175" dur="750" fill="hold"/>
                                        <p:tgtEl>
                                          <p:spTgt spid="73"/>
                                        </p:tgtEl>
                                        <p:attrNameLst>
                                          <p:attrName>fill.type</p:attrName>
                                        </p:attrNameLst>
                                      </p:cBhvr>
                                      <p:to>
                                        <p:strVal val="solid"/>
                                      </p:to>
                                    </p:set>
                                    <p:set>
                                      <p:cBhvr>
                                        <p:cTn id="176" dur="750" fill="hold"/>
                                        <p:tgtEl>
                                          <p:spTgt spid="73"/>
                                        </p:tgtEl>
                                        <p:attrNameLst>
                                          <p:attrName>fill.on</p:attrName>
                                        </p:attrNameLst>
                                      </p:cBhvr>
                                      <p:to>
                                        <p:strVal val="true"/>
                                      </p:to>
                                    </p:set>
                                  </p:childTnLst>
                                </p:cTn>
                              </p:par>
                            </p:childTnLst>
                          </p:cTn>
                        </p:par>
                        <p:par>
                          <p:cTn id="177" fill="hold">
                            <p:stCondLst>
                              <p:cond delay="750"/>
                            </p:stCondLst>
                            <p:childTnLst>
                              <p:par>
                                <p:cTn id="178" presetID="1" presetClass="emph" presetSubtype="2" fill="hold" nodeType="afterEffect">
                                  <p:stCondLst>
                                    <p:cond delay="0"/>
                                  </p:stCondLst>
                                  <p:childTnLst>
                                    <p:animClr clrSpc="rgb" dir="cw">
                                      <p:cBhvr>
                                        <p:cTn id="179" dur="750" fill="hold"/>
                                        <p:tgtEl>
                                          <p:spTgt spid="66"/>
                                        </p:tgtEl>
                                        <p:attrNameLst>
                                          <p:attrName>fillcolor</p:attrName>
                                        </p:attrNameLst>
                                      </p:cBhvr>
                                      <p:to>
                                        <a:srgbClr val="FFFFFF"/>
                                      </p:to>
                                    </p:animClr>
                                    <p:set>
                                      <p:cBhvr>
                                        <p:cTn id="180" dur="750" fill="hold"/>
                                        <p:tgtEl>
                                          <p:spTgt spid="66"/>
                                        </p:tgtEl>
                                        <p:attrNameLst>
                                          <p:attrName>fill.type</p:attrName>
                                        </p:attrNameLst>
                                      </p:cBhvr>
                                      <p:to>
                                        <p:strVal val="solid"/>
                                      </p:to>
                                    </p:set>
                                    <p:set>
                                      <p:cBhvr>
                                        <p:cTn id="181" dur="750" fill="hold"/>
                                        <p:tgtEl>
                                          <p:spTgt spid="66"/>
                                        </p:tgtEl>
                                        <p:attrNameLst>
                                          <p:attrName>fill.on</p:attrName>
                                        </p:attrNameLst>
                                      </p:cBhvr>
                                      <p:to>
                                        <p:strVal val="true"/>
                                      </p:to>
                                    </p:set>
                                  </p:childTnLst>
                                </p:cTn>
                              </p:par>
                            </p:childTnLst>
                          </p:cTn>
                        </p:par>
                        <p:par>
                          <p:cTn id="182" fill="hold">
                            <p:stCondLst>
                              <p:cond delay="1500"/>
                            </p:stCondLst>
                            <p:childTnLst>
                              <p:par>
                                <p:cTn id="183" presetID="1" presetClass="emph" presetSubtype="2" fill="hold" nodeType="afterEffect">
                                  <p:stCondLst>
                                    <p:cond delay="0"/>
                                  </p:stCondLst>
                                  <p:childTnLst>
                                    <p:animClr clrSpc="rgb" dir="cw">
                                      <p:cBhvr>
                                        <p:cTn id="184" dur="750" fill="hold"/>
                                        <p:tgtEl>
                                          <p:spTgt spid="68"/>
                                        </p:tgtEl>
                                        <p:attrNameLst>
                                          <p:attrName>fillcolor</p:attrName>
                                        </p:attrNameLst>
                                      </p:cBhvr>
                                      <p:to>
                                        <a:srgbClr val="FFFFFF"/>
                                      </p:to>
                                    </p:animClr>
                                    <p:set>
                                      <p:cBhvr>
                                        <p:cTn id="185" dur="750" fill="hold"/>
                                        <p:tgtEl>
                                          <p:spTgt spid="68"/>
                                        </p:tgtEl>
                                        <p:attrNameLst>
                                          <p:attrName>fill.type</p:attrName>
                                        </p:attrNameLst>
                                      </p:cBhvr>
                                      <p:to>
                                        <p:strVal val="solid"/>
                                      </p:to>
                                    </p:set>
                                    <p:set>
                                      <p:cBhvr>
                                        <p:cTn id="186" dur="750" fill="hold"/>
                                        <p:tgtEl>
                                          <p:spTgt spid="6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6" grpId="0" animBg="1"/>
      <p:bldP spid="20" grpId="0"/>
      <p:bldP spid="21" grpId="0"/>
      <p:bldP spid="22" grpId="0"/>
      <p:bldP spid="23" grpId="0"/>
      <p:bldP spid="24" grpId="0"/>
      <p:bldP spid="37" grpId="0"/>
      <p:bldP spid="28" grpId="0" animBg="1"/>
      <p:bldP spid="38" grpId="0" animBg="1"/>
      <p:bldP spid="39" grpId="0" animBg="1"/>
      <p:bldP spid="40" grpId="0" animBg="1"/>
      <p:bldP spid="41" grpId="0"/>
      <p:bldP spid="42" grpId="0"/>
      <p:bldP spid="43" grpId="0"/>
      <p:bldP spid="44" grpId="0"/>
      <p:bldP spid="45" grpId="0" animBg="1"/>
      <p:bldP spid="46" grpId="0"/>
      <p:bldP spid="53" grpId="0" animBg="1"/>
      <p:bldP spid="54" grpId="0" animBg="1"/>
      <p:bldP spid="55" grpId="0" animBg="1"/>
      <p:bldP spid="56" grpId="0"/>
      <p:bldP spid="57" grpId="0"/>
      <p:bldP spid="58" grpId="0"/>
      <p:bldP spid="59" grpId="0"/>
      <p:bldP spid="60" grpId="0" animBg="1"/>
      <p:bldP spid="61" grpId="0"/>
      <p:bldP spid="66" grpId="0" animBg="1"/>
      <p:bldP spid="67" grpId="0" animBg="1"/>
      <p:bldP spid="68" grpId="0" animBg="1"/>
      <p:bldP spid="69" grpId="0"/>
      <p:bldP spid="70" grpId="0"/>
      <p:bldP spid="71" grpId="0"/>
      <p:bldP spid="72" grpId="0"/>
      <p:bldP spid="7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0DC24-F6C4-791A-1011-B38AF62CFF6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F8E08B7-2294-3146-4FDD-E57A7C36F532}"/>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Light Out on Graph</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5CC64A-0A13-F6B8-889E-2D9BE4BFDC46}"/>
                  </a:ext>
                </a:extLst>
              </p:cNvPr>
              <p:cNvSpPr>
                <a:spLocks noGrp="1"/>
              </p:cNvSpPr>
              <p:nvPr>
                <p:ph idx="1"/>
              </p:nvPr>
            </p:nvSpPr>
            <p:spPr>
              <a:xfrm>
                <a:off x="131180" y="863445"/>
                <a:ext cx="11454820" cy="2051118"/>
              </a:xfrm>
            </p:spPr>
            <p:txBody>
              <a:bodyPr/>
              <a:lstStyle/>
              <a:p>
                <a:pPr>
                  <a:lnSpc>
                    <a:spcPct val="150000"/>
                  </a:lnSpc>
                </a:pPr>
                <a:r>
                  <a:rPr lang="en-IN" dirty="0">
                    <a:solidFill>
                      <a:srgbClr val="FF0000"/>
                    </a:solidFill>
                  </a:rPr>
                  <a:t>What is the fewest number of light buttons that need to be pressed to go from all lights on to all lights out for the path </a:t>
                </a:r>
                <a14:m>
                  <m:oMath xmlns:m="http://schemas.openxmlformats.org/officeDocument/2006/math">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G</m:t>
                        </m:r>
                      </m:e>
                      <m:sub>
                        <m:r>
                          <a:rPr lang="en-IN">
                            <a:solidFill>
                              <a:srgbClr val="FF0000"/>
                            </a:solidFill>
                            <a:latin typeface="Cambria Math" panose="02040503050406030204" pitchFamily="18" charset="0"/>
                          </a:rPr>
                          <m:t>3</m:t>
                        </m:r>
                      </m:sub>
                    </m:sSub>
                    <m:r>
                      <a:rPr lang="en-IN">
                        <a:solidFill>
                          <a:srgbClr val="FF0000"/>
                        </a:solidFill>
                        <a:latin typeface="Cambria Math" panose="02040503050406030204" pitchFamily="18" charset="0"/>
                      </a:rPr>
                      <m:t>=</m:t>
                    </m:r>
                    <m:d>
                      <m:dPr>
                        <m:ctrlPr>
                          <a:rPr lang="en-IN" i="1">
                            <a:solidFill>
                              <a:srgbClr val="FF0000"/>
                            </a:solidFill>
                            <a:latin typeface="Cambria Math" panose="02040503050406030204" pitchFamily="18" charset="0"/>
                          </a:rPr>
                        </m:ctrlPr>
                      </m:dPr>
                      <m:e>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v</m:t>
                            </m:r>
                          </m:e>
                          <m:sub>
                            <m:r>
                              <a:rPr lang="en-IN">
                                <a:solidFill>
                                  <a:srgbClr val="FF0000"/>
                                </a:solidFill>
                                <a:latin typeface="Cambria Math" panose="02040503050406030204" pitchFamily="18" charset="0"/>
                              </a:rPr>
                              <m:t>1</m:t>
                            </m:r>
                          </m:sub>
                        </m:sSub>
                        <m:r>
                          <a:rPr lang="en-IN">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v</m:t>
                            </m:r>
                          </m:e>
                          <m:sub>
                            <m:r>
                              <a:rPr lang="en-IN">
                                <a:solidFill>
                                  <a:srgbClr val="FF0000"/>
                                </a:solidFill>
                                <a:latin typeface="Cambria Math" panose="02040503050406030204" pitchFamily="18" charset="0"/>
                              </a:rPr>
                              <m:t>2</m:t>
                            </m:r>
                          </m:sub>
                        </m:sSub>
                        <m:r>
                          <a:rPr lang="en-IN">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v</m:t>
                            </m:r>
                          </m:e>
                          <m:sub>
                            <m:r>
                              <a:rPr lang="en-IN">
                                <a:solidFill>
                                  <a:srgbClr val="FF0000"/>
                                </a:solidFill>
                                <a:latin typeface="Cambria Math" panose="02040503050406030204" pitchFamily="18" charset="0"/>
                              </a:rPr>
                              <m:t>3</m:t>
                            </m:r>
                          </m:sub>
                        </m:sSub>
                        <m:r>
                          <a:rPr lang="en-IN">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v</m:t>
                            </m:r>
                          </m:e>
                          <m:sub>
                            <m:r>
                              <a:rPr lang="en-IN">
                                <a:solidFill>
                                  <a:srgbClr val="FF0000"/>
                                </a:solidFill>
                                <a:latin typeface="Cambria Math" panose="02040503050406030204" pitchFamily="18" charset="0"/>
                              </a:rPr>
                              <m:t>4</m:t>
                            </m:r>
                          </m:sub>
                        </m:sSub>
                        <m:r>
                          <a:rPr lang="en-IN">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v</m:t>
                            </m:r>
                          </m:e>
                          <m:sub>
                            <m:r>
                              <a:rPr lang="en-IN">
                                <a:solidFill>
                                  <a:srgbClr val="FF0000"/>
                                </a:solidFill>
                                <a:latin typeface="Cambria Math" panose="02040503050406030204" pitchFamily="18" charset="0"/>
                              </a:rPr>
                              <m:t>5</m:t>
                            </m:r>
                          </m:sub>
                        </m:sSub>
                      </m:e>
                    </m:d>
                  </m:oMath>
                </a14:m>
                <a:r>
                  <a:rPr lang="en-IN" dirty="0">
                    <a:solidFill>
                      <a:srgbClr val="FF0000"/>
                    </a:solidFill>
                  </a:rPr>
                  <a:t>?</a:t>
                </a:r>
              </a:p>
              <a:p>
                <a:endParaRPr lang="en-IN" dirty="0"/>
              </a:p>
              <a:p>
                <a:pPr marL="514350" indent="-514350">
                  <a:buFont typeface="+mj-lt"/>
                  <a:buAutoNum type="arabicPeriod" startAt="3"/>
                </a:pPr>
                <a:endParaRPr lang="en-IN" dirty="0"/>
              </a:p>
            </p:txBody>
          </p:sp>
        </mc:Choice>
        <mc:Fallback xmlns="">
          <p:sp>
            <p:nvSpPr>
              <p:cNvPr id="3" name="Content Placeholder 2">
                <a:extLst>
                  <a:ext uri="{FF2B5EF4-FFF2-40B4-BE49-F238E27FC236}">
                    <a16:creationId xmlns:a16="http://schemas.microsoft.com/office/drawing/2014/main" id="{A55CC64A-0A13-F6B8-889E-2D9BE4BFDC46}"/>
                  </a:ext>
                </a:extLst>
              </p:cNvPr>
              <p:cNvSpPr>
                <a:spLocks noGrp="1" noRot="1" noChangeAspect="1" noMove="1" noResize="1" noEditPoints="1" noAdjustHandles="1" noChangeArrowheads="1" noChangeShapeType="1" noTextEdit="1"/>
              </p:cNvSpPr>
              <p:nvPr>
                <p:ph idx="1"/>
              </p:nvPr>
            </p:nvSpPr>
            <p:spPr>
              <a:xfrm>
                <a:off x="131180" y="863445"/>
                <a:ext cx="11454820" cy="2051118"/>
              </a:xfrm>
              <a:blipFill>
                <a:blip r:embed="rId2"/>
                <a:stretch>
                  <a:fillRect l="-1011" r="-1064"/>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275D0A38-4091-2187-DADB-E894A6D73D99}"/>
              </a:ext>
            </a:extLst>
          </p:cNvPr>
          <p:cNvCxnSpPr>
            <a:cxnSpLocks/>
            <a:stCxn id="10" idx="4"/>
            <a:endCxn id="8" idx="0"/>
          </p:cNvCxnSpPr>
          <p:nvPr/>
        </p:nvCxnSpPr>
        <p:spPr>
          <a:xfrm flipH="1">
            <a:off x="1204106" y="3392598"/>
            <a:ext cx="75601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 name="Oval 7">
            <a:extLst>
              <a:ext uri="{FF2B5EF4-FFF2-40B4-BE49-F238E27FC236}">
                <a16:creationId xmlns:a16="http://schemas.microsoft.com/office/drawing/2014/main" id="{846F1726-3362-E42B-2DE2-C1FE6DD20600}"/>
              </a:ext>
            </a:extLst>
          </p:cNvPr>
          <p:cNvSpPr/>
          <p:nvPr/>
        </p:nvSpPr>
        <p:spPr>
          <a:xfrm rot="5400000">
            <a:off x="1061543" y="332059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4EC9CB48-C694-9CDC-AB00-8EA04D4FD712}"/>
              </a:ext>
            </a:extLst>
          </p:cNvPr>
          <p:cNvSpPr/>
          <p:nvPr/>
        </p:nvSpPr>
        <p:spPr>
          <a:xfrm rot="5400000">
            <a:off x="1961559" y="332059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191BD171-FFFD-D3AE-5F08-309AFD74E1D6}"/>
              </a:ext>
            </a:extLst>
          </p:cNvPr>
          <p:cNvSpPr/>
          <p:nvPr/>
        </p:nvSpPr>
        <p:spPr>
          <a:xfrm rot="5400000">
            <a:off x="2845437" y="332059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706B319-12C2-7F8E-F84F-9F30E6B31656}"/>
              </a:ext>
            </a:extLst>
          </p:cNvPr>
          <p:cNvSpPr/>
          <p:nvPr/>
        </p:nvSpPr>
        <p:spPr>
          <a:xfrm rot="5400000">
            <a:off x="3758347" y="332059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 name="Straight Connector 12">
            <a:extLst>
              <a:ext uri="{FF2B5EF4-FFF2-40B4-BE49-F238E27FC236}">
                <a16:creationId xmlns:a16="http://schemas.microsoft.com/office/drawing/2014/main" id="{6E3677FD-0812-3AC5-0E94-2603D00A971D}"/>
              </a:ext>
            </a:extLst>
          </p:cNvPr>
          <p:cNvCxnSpPr>
            <a:cxnSpLocks/>
            <a:stCxn id="6" idx="4"/>
            <a:endCxn id="10" idx="0"/>
          </p:cNvCxnSpPr>
          <p:nvPr/>
        </p:nvCxnSpPr>
        <p:spPr>
          <a:xfrm flipH="1">
            <a:off x="2104122" y="3392598"/>
            <a:ext cx="739878"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AC2C5785-4DB7-FB9E-193F-C54C36EE7454}"/>
              </a:ext>
            </a:extLst>
          </p:cNvPr>
          <p:cNvCxnSpPr>
            <a:cxnSpLocks/>
            <a:stCxn id="7" idx="4"/>
            <a:endCxn id="6" idx="0"/>
          </p:cNvCxnSpPr>
          <p:nvPr/>
        </p:nvCxnSpPr>
        <p:spPr>
          <a:xfrm flipH="1">
            <a:off x="2988000" y="3392598"/>
            <a:ext cx="76891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315103F-5245-6A31-1957-F2C02BAB2A28}"/>
                  </a:ext>
                </a:extLst>
              </p:cNvPr>
              <p:cNvSpPr txBox="1"/>
              <p:nvPr/>
            </p:nvSpPr>
            <p:spPr>
              <a:xfrm>
                <a:off x="948348" y="343723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i="0">
                              <a:latin typeface="Cambria Math" panose="02040503050406030204" pitchFamily="18" charset="0"/>
                            </a:rPr>
                            <m:t>1</m:t>
                          </m:r>
                        </m:sub>
                      </m:sSub>
                    </m:oMath>
                  </m:oMathPara>
                </a14:m>
                <a:endParaRPr lang="en-IN" dirty="0"/>
              </a:p>
            </p:txBody>
          </p:sp>
        </mc:Choice>
        <mc:Fallback xmlns="">
          <p:sp>
            <p:nvSpPr>
              <p:cNvPr id="20" name="TextBox 19">
                <a:extLst>
                  <a:ext uri="{FF2B5EF4-FFF2-40B4-BE49-F238E27FC236}">
                    <a16:creationId xmlns:a16="http://schemas.microsoft.com/office/drawing/2014/main" id="{F315103F-5245-6A31-1957-F2C02BAB2A28}"/>
                  </a:ext>
                </a:extLst>
              </p:cNvPr>
              <p:cNvSpPr txBox="1">
                <a:spLocks noRot="1" noChangeAspect="1" noMove="1" noResize="1" noEditPoints="1" noAdjustHandles="1" noChangeArrowheads="1" noChangeShapeType="1" noTextEdit="1"/>
              </p:cNvSpPr>
              <p:nvPr/>
            </p:nvSpPr>
            <p:spPr>
              <a:xfrm>
                <a:off x="948348" y="3437238"/>
                <a:ext cx="51792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F68E2C8-CBE1-EB91-5996-73BF3A53F6B1}"/>
                  </a:ext>
                </a:extLst>
              </p:cNvPr>
              <p:cNvSpPr txBox="1"/>
              <p:nvPr/>
            </p:nvSpPr>
            <p:spPr>
              <a:xfrm>
                <a:off x="1826117" y="343723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2</m:t>
                          </m:r>
                        </m:sub>
                      </m:sSub>
                    </m:oMath>
                  </m:oMathPara>
                </a14:m>
                <a:endParaRPr lang="en-IN" dirty="0"/>
              </a:p>
            </p:txBody>
          </p:sp>
        </mc:Choice>
        <mc:Fallback xmlns="">
          <p:sp>
            <p:nvSpPr>
              <p:cNvPr id="21" name="TextBox 20">
                <a:extLst>
                  <a:ext uri="{FF2B5EF4-FFF2-40B4-BE49-F238E27FC236}">
                    <a16:creationId xmlns:a16="http://schemas.microsoft.com/office/drawing/2014/main" id="{2F68E2C8-CBE1-EB91-5996-73BF3A53F6B1}"/>
                  </a:ext>
                </a:extLst>
              </p:cNvPr>
              <p:cNvSpPr txBox="1">
                <a:spLocks noRot="1" noChangeAspect="1" noMove="1" noResize="1" noEditPoints="1" noAdjustHandles="1" noChangeArrowheads="1" noChangeShapeType="1" noTextEdit="1"/>
              </p:cNvSpPr>
              <p:nvPr/>
            </p:nvSpPr>
            <p:spPr>
              <a:xfrm>
                <a:off x="1826117" y="3437238"/>
                <a:ext cx="51792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5490FB8-459B-76E9-8776-06CCDADB0380}"/>
                  </a:ext>
                </a:extLst>
              </p:cNvPr>
              <p:cNvSpPr txBox="1"/>
              <p:nvPr/>
            </p:nvSpPr>
            <p:spPr>
              <a:xfrm>
                <a:off x="2721000" y="343723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3</m:t>
                          </m:r>
                        </m:sub>
                      </m:sSub>
                    </m:oMath>
                  </m:oMathPara>
                </a14:m>
                <a:endParaRPr lang="en-IN" dirty="0"/>
              </a:p>
            </p:txBody>
          </p:sp>
        </mc:Choice>
        <mc:Fallback xmlns="">
          <p:sp>
            <p:nvSpPr>
              <p:cNvPr id="22" name="TextBox 21">
                <a:extLst>
                  <a:ext uri="{FF2B5EF4-FFF2-40B4-BE49-F238E27FC236}">
                    <a16:creationId xmlns:a16="http://schemas.microsoft.com/office/drawing/2014/main" id="{E5490FB8-459B-76E9-8776-06CCDADB0380}"/>
                  </a:ext>
                </a:extLst>
              </p:cNvPr>
              <p:cNvSpPr txBox="1">
                <a:spLocks noRot="1" noChangeAspect="1" noMove="1" noResize="1" noEditPoints="1" noAdjustHandles="1" noChangeArrowheads="1" noChangeShapeType="1" noTextEdit="1"/>
              </p:cNvSpPr>
              <p:nvPr/>
            </p:nvSpPr>
            <p:spPr>
              <a:xfrm>
                <a:off x="2721000" y="3437238"/>
                <a:ext cx="51792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91B999D-B850-2172-61DA-72F06E6351A9}"/>
                  </a:ext>
                </a:extLst>
              </p:cNvPr>
              <p:cNvSpPr txBox="1"/>
              <p:nvPr/>
            </p:nvSpPr>
            <p:spPr>
              <a:xfrm>
                <a:off x="3569947" y="344061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4</m:t>
                          </m:r>
                        </m:sub>
                      </m:sSub>
                    </m:oMath>
                  </m:oMathPara>
                </a14:m>
                <a:endParaRPr lang="en-IN" dirty="0"/>
              </a:p>
            </p:txBody>
          </p:sp>
        </mc:Choice>
        <mc:Fallback xmlns="">
          <p:sp>
            <p:nvSpPr>
              <p:cNvPr id="23" name="TextBox 22">
                <a:extLst>
                  <a:ext uri="{FF2B5EF4-FFF2-40B4-BE49-F238E27FC236}">
                    <a16:creationId xmlns:a16="http://schemas.microsoft.com/office/drawing/2014/main" id="{D91B999D-B850-2172-61DA-72F06E6351A9}"/>
                  </a:ext>
                </a:extLst>
              </p:cNvPr>
              <p:cNvSpPr txBox="1">
                <a:spLocks noRot="1" noChangeAspect="1" noMove="1" noResize="1" noEditPoints="1" noAdjustHandles="1" noChangeArrowheads="1" noChangeShapeType="1" noTextEdit="1"/>
              </p:cNvSpPr>
              <p:nvPr/>
            </p:nvSpPr>
            <p:spPr>
              <a:xfrm>
                <a:off x="3569947" y="3440618"/>
                <a:ext cx="51792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ADF0C5B-D59C-F7FC-9B11-3AFB99BC3C34}"/>
                  </a:ext>
                </a:extLst>
              </p:cNvPr>
              <p:cNvSpPr txBox="1"/>
              <p:nvPr/>
            </p:nvSpPr>
            <p:spPr>
              <a:xfrm>
                <a:off x="6461766" y="3204000"/>
                <a:ext cx="5619234" cy="954107"/>
              </a:xfrm>
              <a:prstGeom prst="rect">
                <a:avLst/>
              </a:prstGeom>
              <a:noFill/>
            </p:spPr>
            <p:txBody>
              <a:bodyPr wrap="square" rtlCol="0">
                <a:spAutoFit/>
              </a:bodyPr>
              <a:lstStyle/>
              <a:p>
                <a:r>
                  <a:rPr lang="en-IN" sz="2800" dirty="0">
                    <a:solidFill>
                      <a:srgbClr val="002060"/>
                    </a:solidFill>
                  </a:rPr>
                  <a:t>When we select </a:t>
                </a:r>
                <a14:m>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v</m:t>
                        </m:r>
                      </m:e>
                      <m:sub>
                        <m:r>
                          <a:rPr lang="en-IN" sz="2800" b="0" i="0" smtClean="0">
                            <a:solidFill>
                              <a:srgbClr val="002060"/>
                            </a:solidFill>
                            <a:latin typeface="Cambria Math" panose="02040503050406030204" pitchFamily="18" charset="0"/>
                          </a:rPr>
                          <m:t>2</m:t>
                        </m:r>
                      </m:sub>
                    </m:sSub>
                  </m:oMath>
                </a14:m>
                <a:r>
                  <a:rPr lang="en-IN" sz="2800" dirty="0">
                    <a:solidFill>
                      <a:srgbClr val="002060"/>
                    </a:solidFill>
                  </a:rPr>
                  <a:t>that implies light out of</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b="0" i="1" dirty="0" smtClean="0">
                            <a:solidFill>
                              <a:srgbClr val="002060"/>
                            </a:solidFill>
                            <a:latin typeface="Cambria Math" panose="02040503050406030204" pitchFamily="18" charset="0"/>
                          </a:rPr>
                        </m:ctrlPr>
                      </m:sSubPr>
                      <m:e>
                        <m:r>
                          <m:rPr>
                            <m:sty m:val="p"/>
                          </m:rPr>
                          <a:rPr lang="en-IN" sz="2800" b="0" i="0" dirty="0" smtClean="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1</m:t>
                        </m:r>
                      </m:sub>
                    </m:sSub>
                    <m:r>
                      <a:rPr lang="en-IN" sz="2800" b="0" i="1" dirty="0" smtClean="0">
                        <a:solidFill>
                          <a:srgbClr val="002060"/>
                        </a:solidFill>
                        <a:latin typeface="Cambria Math" panose="02040503050406030204" pitchFamily="18" charset="0"/>
                      </a:rPr>
                      <m:t>,</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2</m:t>
                        </m:r>
                      </m:sub>
                    </m:sSub>
                  </m:oMath>
                </a14:m>
                <a:r>
                  <a:rPr lang="en-IN" sz="2800" dirty="0">
                    <a:solidFill>
                      <a:srgbClr val="002060"/>
                    </a:solidFill>
                  </a:rPr>
                  <a:t> and</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3</m:t>
                        </m:r>
                      </m:sub>
                    </m:sSub>
                  </m:oMath>
                </a14:m>
                <a:r>
                  <a:rPr lang="en-IN" sz="2800" dirty="0">
                    <a:solidFill>
                      <a:srgbClr val="002060"/>
                    </a:solidFill>
                  </a:rPr>
                  <a:t>.</a:t>
                </a:r>
              </a:p>
            </p:txBody>
          </p:sp>
        </mc:Choice>
        <mc:Fallback xmlns="">
          <p:sp>
            <p:nvSpPr>
              <p:cNvPr id="24" name="TextBox 23">
                <a:extLst>
                  <a:ext uri="{FF2B5EF4-FFF2-40B4-BE49-F238E27FC236}">
                    <a16:creationId xmlns:a16="http://schemas.microsoft.com/office/drawing/2014/main" id="{0ADF0C5B-D59C-F7FC-9B11-3AFB99BC3C34}"/>
                  </a:ext>
                </a:extLst>
              </p:cNvPr>
              <p:cNvSpPr txBox="1">
                <a:spLocks noRot="1" noChangeAspect="1" noMove="1" noResize="1" noEditPoints="1" noAdjustHandles="1" noChangeArrowheads="1" noChangeShapeType="1" noTextEdit="1"/>
              </p:cNvSpPr>
              <p:nvPr/>
            </p:nvSpPr>
            <p:spPr>
              <a:xfrm>
                <a:off x="6461766" y="3204000"/>
                <a:ext cx="5619234" cy="954107"/>
              </a:xfrm>
              <a:prstGeom prst="rect">
                <a:avLst/>
              </a:prstGeom>
              <a:blipFill>
                <a:blip r:embed="rId7"/>
                <a:stretch>
                  <a:fillRect l="-2169" t="-7051" b="-1730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58E65F-0B7E-F444-C43B-21A9486BABCE}"/>
                  </a:ext>
                </a:extLst>
              </p:cNvPr>
              <p:cNvSpPr txBox="1"/>
              <p:nvPr/>
            </p:nvSpPr>
            <p:spPr>
              <a:xfrm>
                <a:off x="6461766" y="4345780"/>
                <a:ext cx="5619234" cy="954107"/>
              </a:xfrm>
              <a:prstGeom prst="rect">
                <a:avLst/>
              </a:prstGeom>
              <a:noFill/>
            </p:spPr>
            <p:txBody>
              <a:bodyPr wrap="square" rtlCol="0">
                <a:spAutoFit/>
              </a:bodyPr>
              <a:lstStyle/>
              <a:p>
                <a:r>
                  <a:rPr lang="en-IN" sz="2800" dirty="0">
                    <a:solidFill>
                      <a:srgbClr val="002060"/>
                    </a:solidFill>
                  </a:rPr>
                  <a:t>When we select </a:t>
                </a:r>
                <a14:m>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v</m:t>
                        </m:r>
                      </m:e>
                      <m:sub>
                        <m:r>
                          <a:rPr lang="en-IN" sz="2800" b="0" i="0" smtClean="0">
                            <a:solidFill>
                              <a:srgbClr val="002060"/>
                            </a:solidFill>
                            <a:latin typeface="Cambria Math" panose="02040503050406030204" pitchFamily="18" charset="0"/>
                          </a:rPr>
                          <m:t>5</m:t>
                        </m:r>
                      </m:sub>
                    </m:sSub>
                  </m:oMath>
                </a14:m>
                <a:r>
                  <a:rPr lang="en-IN" sz="2800" dirty="0">
                    <a:solidFill>
                      <a:srgbClr val="002060"/>
                    </a:solidFill>
                  </a:rPr>
                  <a:t>that implies light out of</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5</m:t>
                        </m:r>
                      </m:sub>
                    </m:sSub>
                  </m:oMath>
                </a14:m>
                <a:r>
                  <a:rPr lang="en-IN" sz="2800" dirty="0">
                    <a:solidFill>
                      <a:srgbClr val="002060"/>
                    </a:solidFill>
                  </a:rPr>
                  <a:t> and</a:t>
                </a:r>
                <a14:m>
                  <m:oMath xmlns:m="http://schemas.openxmlformats.org/officeDocument/2006/math">
                    <m:r>
                      <a:rPr lang="en-IN" sz="2800" i="0" dirty="0">
                        <a:solidFill>
                          <a:srgbClr val="002060"/>
                        </a:solidFill>
                        <a:latin typeface="Cambria Math" panose="02040503050406030204" pitchFamily="18" charset="0"/>
                      </a:rPr>
                      <m:t> </m:t>
                    </m:r>
                    <m:sSub>
                      <m:sSubPr>
                        <m:ctrlPr>
                          <a:rPr lang="en-IN" sz="2800" i="1" dirty="0">
                            <a:solidFill>
                              <a:srgbClr val="002060"/>
                            </a:solidFill>
                            <a:latin typeface="Cambria Math" panose="02040503050406030204" pitchFamily="18" charset="0"/>
                          </a:rPr>
                        </m:ctrlPr>
                      </m:sSubPr>
                      <m:e>
                        <m:r>
                          <m:rPr>
                            <m:sty m:val="p"/>
                          </m:rPr>
                          <a:rPr lang="en-IN" sz="2800" i="0" dirty="0">
                            <a:solidFill>
                              <a:srgbClr val="002060"/>
                            </a:solidFill>
                            <a:latin typeface="Cambria Math" panose="02040503050406030204" pitchFamily="18" charset="0"/>
                          </a:rPr>
                          <m:t>v</m:t>
                        </m:r>
                      </m:e>
                      <m:sub>
                        <m:r>
                          <a:rPr lang="en-IN" sz="2800" b="0" i="0" dirty="0" smtClean="0">
                            <a:solidFill>
                              <a:srgbClr val="002060"/>
                            </a:solidFill>
                            <a:latin typeface="Cambria Math" panose="02040503050406030204" pitchFamily="18" charset="0"/>
                          </a:rPr>
                          <m:t>4</m:t>
                        </m:r>
                      </m:sub>
                    </m:sSub>
                  </m:oMath>
                </a14:m>
                <a:r>
                  <a:rPr lang="en-IN" sz="2800" dirty="0">
                    <a:solidFill>
                      <a:srgbClr val="002060"/>
                    </a:solidFill>
                  </a:rPr>
                  <a:t>.</a:t>
                </a:r>
              </a:p>
            </p:txBody>
          </p:sp>
        </mc:Choice>
        <mc:Fallback xmlns="">
          <p:sp>
            <p:nvSpPr>
              <p:cNvPr id="37" name="TextBox 36">
                <a:extLst>
                  <a:ext uri="{FF2B5EF4-FFF2-40B4-BE49-F238E27FC236}">
                    <a16:creationId xmlns:a16="http://schemas.microsoft.com/office/drawing/2014/main" id="{E158E65F-0B7E-F444-C43B-21A9486BABCE}"/>
                  </a:ext>
                </a:extLst>
              </p:cNvPr>
              <p:cNvSpPr txBox="1">
                <a:spLocks noRot="1" noChangeAspect="1" noMove="1" noResize="1" noEditPoints="1" noAdjustHandles="1" noChangeArrowheads="1" noChangeShapeType="1" noTextEdit="1"/>
              </p:cNvSpPr>
              <p:nvPr/>
            </p:nvSpPr>
            <p:spPr>
              <a:xfrm>
                <a:off x="6461766" y="4345780"/>
                <a:ext cx="5619234" cy="954107"/>
              </a:xfrm>
              <a:prstGeom prst="rect">
                <a:avLst/>
              </a:prstGeom>
              <a:blipFill>
                <a:blip r:embed="rId8"/>
                <a:stretch>
                  <a:fillRect l="-2169" t="-7051" b="-17308"/>
                </a:stretch>
              </a:blipFill>
            </p:spPr>
            <p:txBody>
              <a:bodyPr/>
              <a:lstStyle/>
              <a:p>
                <a:r>
                  <a:rPr lang="en-IN">
                    <a:noFill/>
                  </a:rPr>
                  <a:t> </a:t>
                </a:r>
              </a:p>
            </p:txBody>
          </p:sp>
        </mc:Fallback>
      </mc:AlternateContent>
      <p:sp>
        <p:nvSpPr>
          <p:cNvPr id="49" name="Oval 48">
            <a:extLst>
              <a:ext uri="{FF2B5EF4-FFF2-40B4-BE49-F238E27FC236}">
                <a16:creationId xmlns:a16="http://schemas.microsoft.com/office/drawing/2014/main" id="{81E048D7-4A35-EC03-FC2B-AB34F2EE81FD}"/>
              </a:ext>
            </a:extLst>
          </p:cNvPr>
          <p:cNvSpPr/>
          <p:nvPr/>
        </p:nvSpPr>
        <p:spPr>
          <a:xfrm>
            <a:off x="1856417" y="3242100"/>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1" name="Oval 50">
            <a:extLst>
              <a:ext uri="{FF2B5EF4-FFF2-40B4-BE49-F238E27FC236}">
                <a16:creationId xmlns:a16="http://schemas.microsoft.com/office/drawing/2014/main" id="{AB508A0B-C5BA-B756-C7B9-C67A8DF35531}"/>
              </a:ext>
            </a:extLst>
          </p:cNvPr>
          <p:cNvSpPr/>
          <p:nvPr/>
        </p:nvSpPr>
        <p:spPr>
          <a:xfrm>
            <a:off x="4582264" y="3242100"/>
            <a:ext cx="322633" cy="310330"/>
          </a:xfrm>
          <a:prstGeom prst="ellipse">
            <a:avLst/>
          </a:prstGeom>
          <a:no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Oval 1">
            <a:extLst>
              <a:ext uri="{FF2B5EF4-FFF2-40B4-BE49-F238E27FC236}">
                <a16:creationId xmlns:a16="http://schemas.microsoft.com/office/drawing/2014/main" id="{7D5D4BD1-D1EB-3C1F-2E6D-7462A8DC89C5}"/>
              </a:ext>
            </a:extLst>
          </p:cNvPr>
          <p:cNvSpPr/>
          <p:nvPr/>
        </p:nvSpPr>
        <p:spPr>
          <a:xfrm rot="5400000">
            <a:off x="4666416" y="331721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 name="Straight Connector 4">
            <a:extLst>
              <a:ext uri="{FF2B5EF4-FFF2-40B4-BE49-F238E27FC236}">
                <a16:creationId xmlns:a16="http://schemas.microsoft.com/office/drawing/2014/main" id="{51A5C447-A43E-DC38-F164-39B76102F7DF}"/>
              </a:ext>
            </a:extLst>
          </p:cNvPr>
          <p:cNvCxnSpPr>
            <a:cxnSpLocks/>
            <a:stCxn id="2" idx="4"/>
            <a:endCxn id="7" idx="0"/>
          </p:cNvCxnSpPr>
          <p:nvPr/>
        </p:nvCxnSpPr>
        <p:spPr>
          <a:xfrm flipH="1">
            <a:off x="3900910" y="3389218"/>
            <a:ext cx="764069" cy="3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C6782F5-1197-A7FB-EC65-32ED074C1BDF}"/>
                  </a:ext>
                </a:extLst>
              </p:cNvPr>
              <p:cNvSpPr txBox="1"/>
              <p:nvPr/>
            </p:nvSpPr>
            <p:spPr>
              <a:xfrm>
                <a:off x="4478016" y="3437238"/>
                <a:ext cx="5179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IN" sz="2800" i="0">
                              <a:latin typeface="Cambria Math" panose="02040503050406030204" pitchFamily="18" charset="0"/>
                            </a:rPr>
                            <m:t>v</m:t>
                          </m:r>
                        </m:e>
                        <m:sub>
                          <m:r>
                            <a:rPr lang="en-IN" sz="2800" b="0" i="0" smtClean="0">
                              <a:latin typeface="Cambria Math" panose="02040503050406030204" pitchFamily="18" charset="0"/>
                            </a:rPr>
                            <m:t>5</m:t>
                          </m:r>
                        </m:sub>
                      </m:sSub>
                    </m:oMath>
                  </m:oMathPara>
                </a14:m>
                <a:endParaRPr lang="en-IN" dirty="0"/>
              </a:p>
            </p:txBody>
          </p:sp>
        </mc:Choice>
        <mc:Fallback xmlns="">
          <p:sp>
            <p:nvSpPr>
              <p:cNvPr id="11" name="TextBox 10">
                <a:extLst>
                  <a:ext uri="{FF2B5EF4-FFF2-40B4-BE49-F238E27FC236}">
                    <a16:creationId xmlns:a16="http://schemas.microsoft.com/office/drawing/2014/main" id="{9C6782F5-1197-A7FB-EC65-32ED074C1BDF}"/>
                  </a:ext>
                </a:extLst>
              </p:cNvPr>
              <p:cNvSpPr txBox="1">
                <a:spLocks noRot="1" noChangeAspect="1" noMove="1" noResize="1" noEditPoints="1" noAdjustHandles="1" noChangeArrowheads="1" noChangeShapeType="1" noTextEdit="1"/>
              </p:cNvSpPr>
              <p:nvPr/>
            </p:nvSpPr>
            <p:spPr>
              <a:xfrm>
                <a:off x="4478016" y="3437238"/>
                <a:ext cx="517925" cy="523220"/>
              </a:xfrm>
              <a:prstGeom prst="rect">
                <a:avLst/>
              </a:prstGeom>
              <a:blipFill>
                <a:blip r:embed="rId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60305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mph" presetSubtype="2" fill="hold" nodeType="clickEffect">
                                  <p:stCondLst>
                                    <p:cond delay="0"/>
                                  </p:stCondLst>
                                  <p:childTnLst>
                                    <p:animClr clrSpc="rgb" dir="cw">
                                      <p:cBhvr>
                                        <p:cTn id="44" dur="750" fill="hold"/>
                                        <p:tgtEl>
                                          <p:spTgt spid="10"/>
                                        </p:tgtEl>
                                        <p:attrNameLst>
                                          <p:attrName>fillcolor</p:attrName>
                                        </p:attrNameLst>
                                      </p:cBhvr>
                                      <p:to>
                                        <a:srgbClr val="FFFFFF"/>
                                      </p:to>
                                    </p:animClr>
                                    <p:set>
                                      <p:cBhvr>
                                        <p:cTn id="45" dur="750" fill="hold"/>
                                        <p:tgtEl>
                                          <p:spTgt spid="10"/>
                                        </p:tgtEl>
                                        <p:attrNameLst>
                                          <p:attrName>fill.type</p:attrName>
                                        </p:attrNameLst>
                                      </p:cBhvr>
                                      <p:to>
                                        <p:strVal val="solid"/>
                                      </p:to>
                                    </p:set>
                                    <p:set>
                                      <p:cBhvr>
                                        <p:cTn id="46" dur="750" fill="hold"/>
                                        <p:tgtEl>
                                          <p:spTgt spid="10"/>
                                        </p:tgtEl>
                                        <p:attrNameLst>
                                          <p:attrName>fill.on</p:attrName>
                                        </p:attrNameLst>
                                      </p:cBhvr>
                                      <p:to>
                                        <p:strVal val="true"/>
                                      </p:to>
                                    </p:set>
                                  </p:childTnLst>
                                </p:cTn>
                              </p:par>
                            </p:childTnLst>
                          </p:cTn>
                        </p:par>
                        <p:par>
                          <p:cTn id="47" fill="hold">
                            <p:stCondLst>
                              <p:cond delay="750"/>
                            </p:stCondLst>
                            <p:childTnLst>
                              <p:par>
                                <p:cTn id="48" presetID="1" presetClass="emph" presetSubtype="2" fill="hold" nodeType="afterEffect">
                                  <p:stCondLst>
                                    <p:cond delay="0"/>
                                  </p:stCondLst>
                                  <p:childTnLst>
                                    <p:animClr clrSpc="rgb" dir="cw">
                                      <p:cBhvr>
                                        <p:cTn id="49" dur="750" fill="hold"/>
                                        <p:tgtEl>
                                          <p:spTgt spid="8"/>
                                        </p:tgtEl>
                                        <p:attrNameLst>
                                          <p:attrName>fillcolor</p:attrName>
                                        </p:attrNameLst>
                                      </p:cBhvr>
                                      <p:to>
                                        <a:srgbClr val="FFFFFF"/>
                                      </p:to>
                                    </p:animClr>
                                    <p:set>
                                      <p:cBhvr>
                                        <p:cTn id="50" dur="750" fill="hold"/>
                                        <p:tgtEl>
                                          <p:spTgt spid="8"/>
                                        </p:tgtEl>
                                        <p:attrNameLst>
                                          <p:attrName>fill.type</p:attrName>
                                        </p:attrNameLst>
                                      </p:cBhvr>
                                      <p:to>
                                        <p:strVal val="solid"/>
                                      </p:to>
                                    </p:set>
                                    <p:set>
                                      <p:cBhvr>
                                        <p:cTn id="51" dur="750" fill="hold"/>
                                        <p:tgtEl>
                                          <p:spTgt spid="8"/>
                                        </p:tgtEl>
                                        <p:attrNameLst>
                                          <p:attrName>fill.on</p:attrName>
                                        </p:attrNameLst>
                                      </p:cBhvr>
                                      <p:to>
                                        <p:strVal val="true"/>
                                      </p:to>
                                    </p:set>
                                  </p:childTnLst>
                                </p:cTn>
                              </p:par>
                            </p:childTnLst>
                          </p:cTn>
                        </p:par>
                        <p:par>
                          <p:cTn id="52" fill="hold">
                            <p:stCondLst>
                              <p:cond delay="1500"/>
                            </p:stCondLst>
                            <p:childTnLst>
                              <p:par>
                                <p:cTn id="53" presetID="1" presetClass="emph" presetSubtype="2" fill="hold" nodeType="afterEffect">
                                  <p:stCondLst>
                                    <p:cond delay="0"/>
                                  </p:stCondLst>
                                  <p:childTnLst>
                                    <p:animClr clrSpc="rgb" dir="cw">
                                      <p:cBhvr>
                                        <p:cTn id="54" dur="750" fill="hold"/>
                                        <p:tgtEl>
                                          <p:spTgt spid="6"/>
                                        </p:tgtEl>
                                        <p:attrNameLst>
                                          <p:attrName>fillcolor</p:attrName>
                                        </p:attrNameLst>
                                      </p:cBhvr>
                                      <p:to>
                                        <a:srgbClr val="FFFFFF"/>
                                      </p:to>
                                    </p:animClr>
                                    <p:set>
                                      <p:cBhvr>
                                        <p:cTn id="55" dur="750" fill="hold"/>
                                        <p:tgtEl>
                                          <p:spTgt spid="6"/>
                                        </p:tgtEl>
                                        <p:attrNameLst>
                                          <p:attrName>fill.type</p:attrName>
                                        </p:attrNameLst>
                                      </p:cBhvr>
                                      <p:to>
                                        <p:strVal val="solid"/>
                                      </p:to>
                                    </p:set>
                                    <p:set>
                                      <p:cBhvr>
                                        <p:cTn id="56" dur="750" fill="hold"/>
                                        <p:tgtEl>
                                          <p:spTgt spid="6"/>
                                        </p:tgtEl>
                                        <p:attrNameLst>
                                          <p:attrName>fill.on</p:attrName>
                                        </p:attrNameLst>
                                      </p:cBhvr>
                                      <p:to>
                                        <p:strVal val="tru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mph" presetSubtype="2" fill="hold" nodeType="clickEffect">
                                  <p:stCondLst>
                                    <p:cond delay="0"/>
                                  </p:stCondLst>
                                  <p:childTnLst>
                                    <p:animClr clrSpc="rgb" dir="cw">
                                      <p:cBhvr>
                                        <p:cTn id="68" dur="750" fill="hold"/>
                                        <p:tgtEl>
                                          <p:spTgt spid="7"/>
                                        </p:tgtEl>
                                        <p:attrNameLst>
                                          <p:attrName>fillcolor</p:attrName>
                                        </p:attrNameLst>
                                      </p:cBhvr>
                                      <p:to>
                                        <a:srgbClr val="FFFFFF"/>
                                      </p:to>
                                    </p:animClr>
                                    <p:set>
                                      <p:cBhvr>
                                        <p:cTn id="69" dur="750" fill="hold"/>
                                        <p:tgtEl>
                                          <p:spTgt spid="7"/>
                                        </p:tgtEl>
                                        <p:attrNameLst>
                                          <p:attrName>fill.type</p:attrName>
                                        </p:attrNameLst>
                                      </p:cBhvr>
                                      <p:to>
                                        <p:strVal val="solid"/>
                                      </p:to>
                                    </p:set>
                                    <p:set>
                                      <p:cBhvr>
                                        <p:cTn id="70" dur="750" fill="hold"/>
                                        <p:tgtEl>
                                          <p:spTgt spid="7"/>
                                        </p:tgtEl>
                                        <p:attrNameLst>
                                          <p:attrName>fill.on</p:attrName>
                                        </p:attrNameLst>
                                      </p:cBhvr>
                                      <p:to>
                                        <p:strVal val="true"/>
                                      </p:to>
                                    </p:set>
                                  </p:childTnLst>
                                </p:cTn>
                              </p:par>
                              <p:par>
                                <p:cTn id="71" presetID="1" presetClass="emph" presetSubtype="2" fill="hold" nodeType="withEffect">
                                  <p:stCondLst>
                                    <p:cond delay="0"/>
                                  </p:stCondLst>
                                  <p:childTnLst>
                                    <p:animClr clrSpc="rgb" dir="cw">
                                      <p:cBhvr>
                                        <p:cTn id="72" dur="750" fill="hold"/>
                                        <p:tgtEl>
                                          <p:spTgt spid="2"/>
                                        </p:tgtEl>
                                        <p:attrNameLst>
                                          <p:attrName>fillcolor</p:attrName>
                                        </p:attrNameLst>
                                      </p:cBhvr>
                                      <p:to>
                                        <a:srgbClr val="FFFFFF"/>
                                      </p:to>
                                    </p:animClr>
                                    <p:set>
                                      <p:cBhvr>
                                        <p:cTn id="73" dur="750" fill="hold"/>
                                        <p:tgtEl>
                                          <p:spTgt spid="2"/>
                                        </p:tgtEl>
                                        <p:attrNameLst>
                                          <p:attrName>fill.type</p:attrName>
                                        </p:attrNameLst>
                                      </p:cBhvr>
                                      <p:to>
                                        <p:strVal val="solid"/>
                                      </p:to>
                                    </p:set>
                                    <p:set>
                                      <p:cBhvr>
                                        <p:cTn id="74" dur="750" fill="hold"/>
                                        <p:tgtEl>
                                          <p:spTgt spid="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6" grpId="0" animBg="1"/>
      <p:bldP spid="7" grpId="0" animBg="1"/>
      <p:bldP spid="20" grpId="0"/>
      <p:bldP spid="21" grpId="0"/>
      <p:bldP spid="22" grpId="0"/>
      <p:bldP spid="23" grpId="0"/>
      <p:bldP spid="24" grpId="0"/>
      <p:bldP spid="37" grpId="0"/>
      <p:bldP spid="49" grpId="0" animBg="1"/>
      <p:bldP spid="51" grpId="0" animBg="1"/>
      <p:bldP spid="2" grpId="0" animBg="1"/>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21B61-CC7A-567A-D0FB-787D9CCC5FA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C4C8993A-2EC8-0EC4-B37B-02D49102B3D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 Light out on Graph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35309C-436F-9272-ADF9-4B29851C0D20}"/>
                  </a:ext>
                </a:extLst>
              </p:cNvPr>
              <p:cNvSpPr>
                <a:spLocks noGrp="1"/>
              </p:cNvSpPr>
              <p:nvPr>
                <p:ph idx="1"/>
              </p:nvPr>
            </p:nvSpPr>
            <p:spPr>
              <a:xfrm>
                <a:off x="131180" y="863445"/>
                <a:ext cx="8681520" cy="2565556"/>
              </a:xfrm>
            </p:spPr>
            <p:txBody>
              <a:bodyPr/>
              <a:lstStyle/>
              <a:p>
                <a:pPr>
                  <a:lnSpc>
                    <a:spcPct val="150000"/>
                  </a:lnSpc>
                </a:pPr>
                <a:r>
                  <a:rPr lang="en-IN" sz="2600" dirty="0">
                    <a:latin typeface="+mj-lt"/>
                  </a:rPr>
                  <a:t>Observe that the graph has one light on, namely the light at </a:t>
                </a:r>
                <a14:m>
                  <m:oMath xmlns:m="http://schemas.openxmlformats.org/officeDocument/2006/math">
                    <m:r>
                      <m:rPr>
                        <m:sty m:val="p"/>
                      </m:rPr>
                      <a:rPr lang="en-IN" sz="2600" b="0" i="0" smtClean="0">
                        <a:latin typeface="Cambria Math" panose="02040503050406030204" pitchFamily="18" charset="0"/>
                      </a:rPr>
                      <m:t>b</m:t>
                    </m:r>
                  </m:oMath>
                </a14:m>
                <a:r>
                  <a:rPr lang="en-IN" sz="2600" dirty="0">
                    <a:latin typeface="+mj-lt"/>
                  </a:rPr>
                  <a:t>. However, we would like all lights to be out. What do we do? Change the rules for Lights Out and play the game under the new rules for a graph that you choose.</a:t>
                </a:r>
              </a:p>
              <a:p>
                <a:endParaRPr lang="en-IN" dirty="0"/>
              </a:p>
            </p:txBody>
          </p:sp>
        </mc:Choice>
        <mc:Fallback xmlns="">
          <p:sp>
            <p:nvSpPr>
              <p:cNvPr id="3" name="Content Placeholder 2">
                <a:extLst>
                  <a:ext uri="{FF2B5EF4-FFF2-40B4-BE49-F238E27FC236}">
                    <a16:creationId xmlns:a16="http://schemas.microsoft.com/office/drawing/2014/main" id="{8135309C-436F-9272-ADF9-4B29851C0D20}"/>
                  </a:ext>
                </a:extLst>
              </p:cNvPr>
              <p:cNvSpPr>
                <a:spLocks noGrp="1" noRot="1" noChangeAspect="1" noMove="1" noResize="1" noEditPoints="1" noAdjustHandles="1" noChangeArrowheads="1" noChangeShapeType="1" noTextEdit="1"/>
              </p:cNvSpPr>
              <p:nvPr>
                <p:ph idx="1"/>
              </p:nvPr>
            </p:nvSpPr>
            <p:spPr>
              <a:xfrm>
                <a:off x="131180" y="863445"/>
                <a:ext cx="8681520" cy="2565556"/>
              </a:xfrm>
              <a:blipFill>
                <a:blip r:embed="rId2"/>
                <a:stretch>
                  <a:fillRect l="-1124" r="-1264"/>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45E72C6F-4C9D-7136-E89F-C03FEA369530}"/>
              </a:ext>
            </a:extLst>
          </p:cNvPr>
          <p:cNvSpPr txBox="1"/>
          <p:nvPr/>
        </p:nvSpPr>
        <p:spPr>
          <a:xfrm>
            <a:off x="131180" y="3411225"/>
            <a:ext cx="11020002" cy="3139321"/>
          </a:xfrm>
          <a:prstGeom prst="rect">
            <a:avLst/>
          </a:prstGeom>
          <a:noFill/>
        </p:spPr>
        <p:txBody>
          <a:bodyPr wrap="square" rtlCol="0">
            <a:spAutoFit/>
          </a:bodyPr>
          <a:lstStyle/>
          <a:p>
            <a:pPr marL="914400" lvl="1" indent="-457200">
              <a:lnSpc>
                <a:spcPct val="150000"/>
              </a:lnSpc>
              <a:buFont typeface="Wingdings" panose="05000000000000000000" pitchFamily="2" charset="2"/>
              <a:buChar char="ü"/>
            </a:pPr>
            <a:r>
              <a:rPr lang="en-IN" sz="2400" dirty="0">
                <a:solidFill>
                  <a:srgbClr val="002060"/>
                </a:solidFill>
              </a:rPr>
              <a:t>There is </a:t>
            </a:r>
            <a:r>
              <a:rPr lang="en-IN" sz="2400" b="1" dirty="0">
                <a:solidFill>
                  <a:srgbClr val="002060"/>
                </a:solidFill>
              </a:rPr>
              <a:t>no sequence of button presses</a:t>
            </a:r>
            <a:r>
              <a:rPr lang="en-IN" sz="2400" dirty="0">
                <a:solidFill>
                  <a:srgbClr val="002060"/>
                </a:solidFill>
              </a:rPr>
              <a:t> that turns off all the lights.</a:t>
            </a:r>
          </a:p>
          <a:p>
            <a:pPr marL="914400" lvl="1" indent="-457200">
              <a:lnSpc>
                <a:spcPct val="150000"/>
              </a:lnSpc>
              <a:buFont typeface="Wingdings" panose="05000000000000000000" pitchFamily="2" charset="2"/>
              <a:buChar char="ü"/>
            </a:pPr>
            <a:r>
              <a:rPr lang="en-IN" sz="2400" dirty="0">
                <a:solidFill>
                  <a:srgbClr val="002060"/>
                </a:solidFill>
              </a:rPr>
              <a:t>Rule 1: Pressing a button toggles only the pressed vertex (not its neighbours).</a:t>
            </a:r>
          </a:p>
          <a:p>
            <a:pPr marL="914400" lvl="1" indent="-457200">
              <a:lnSpc>
                <a:spcPct val="150000"/>
              </a:lnSpc>
              <a:buFont typeface="Wingdings" panose="05000000000000000000" pitchFamily="2" charset="2"/>
              <a:buChar char="ü"/>
            </a:pPr>
            <a:r>
              <a:rPr lang="en-IN" sz="2400" dirty="0">
                <a:solidFill>
                  <a:srgbClr val="002060"/>
                </a:solidFill>
              </a:rPr>
              <a:t>Rule 2: Pressing a button toggles only its neighbours, not itself.</a:t>
            </a:r>
          </a:p>
          <a:p>
            <a:pPr marL="914400" lvl="1" indent="-457200">
              <a:lnSpc>
                <a:spcPct val="150000"/>
              </a:lnSpc>
              <a:buFont typeface="Wingdings" panose="05000000000000000000" pitchFamily="2" charset="2"/>
              <a:buChar char="ü"/>
            </a:pPr>
            <a:r>
              <a:rPr lang="en-IN" sz="2400" dirty="0">
                <a:solidFill>
                  <a:srgbClr val="002060"/>
                </a:solidFill>
              </a:rPr>
              <a:t>Rule 3: </a:t>
            </a:r>
            <a:r>
              <a:rPr lang="en-US" sz="2400" dirty="0">
                <a:solidFill>
                  <a:srgbClr val="002060"/>
                </a:solidFill>
              </a:rPr>
              <a:t>Pressing a button toggles the pressed vertex and only its leaf neighbors.</a:t>
            </a:r>
          </a:p>
          <a:p>
            <a:pPr marL="914400" lvl="1" indent="-457200">
              <a:lnSpc>
                <a:spcPct val="150000"/>
              </a:lnSpc>
              <a:buFont typeface="Wingdings" panose="05000000000000000000" pitchFamily="2" charset="2"/>
              <a:buChar char="ü"/>
            </a:pPr>
            <a:r>
              <a:rPr lang="en-US" sz="2400" dirty="0">
                <a:solidFill>
                  <a:srgbClr val="002060"/>
                </a:solidFill>
              </a:rPr>
              <a:t>Rule 4: _________________________________</a:t>
            </a:r>
            <a:endParaRPr lang="en-IN" sz="2400" dirty="0">
              <a:solidFill>
                <a:srgbClr val="002060"/>
              </a:solidFill>
            </a:endParaRPr>
          </a:p>
          <a:p>
            <a:endParaRPr lang="en-IN" dirty="0"/>
          </a:p>
        </p:txBody>
      </p:sp>
      <p:sp>
        <p:nvSpPr>
          <p:cNvPr id="5" name="Oval 4">
            <a:extLst>
              <a:ext uri="{FF2B5EF4-FFF2-40B4-BE49-F238E27FC236}">
                <a16:creationId xmlns:a16="http://schemas.microsoft.com/office/drawing/2014/main" id="{0BBDDBC5-DA26-B7DE-55DC-58DD3D4B97CA}"/>
              </a:ext>
            </a:extLst>
          </p:cNvPr>
          <p:cNvSpPr/>
          <p:nvPr/>
        </p:nvSpPr>
        <p:spPr>
          <a:xfrm rot="5400000">
            <a:off x="9129218" y="14670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2F67EC1-E287-EC04-AA2E-CF98E4FB8303}"/>
              </a:ext>
            </a:extLst>
          </p:cNvPr>
          <p:cNvSpPr/>
          <p:nvPr/>
        </p:nvSpPr>
        <p:spPr>
          <a:xfrm rot="5400000">
            <a:off x="9129218" y="2427064"/>
            <a:ext cx="144000" cy="1440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 name="Straight Connector 10">
            <a:extLst>
              <a:ext uri="{FF2B5EF4-FFF2-40B4-BE49-F238E27FC236}">
                <a16:creationId xmlns:a16="http://schemas.microsoft.com/office/drawing/2014/main" id="{B9B7B823-CF9D-FF85-F08A-BE9DFF352AB9}"/>
              </a:ext>
            </a:extLst>
          </p:cNvPr>
          <p:cNvCxnSpPr>
            <a:cxnSpLocks/>
            <a:stCxn id="5" idx="7"/>
            <a:endCxn id="14" idx="3"/>
          </p:cNvCxnSpPr>
          <p:nvPr/>
        </p:nvCxnSpPr>
        <p:spPr>
          <a:xfrm>
            <a:off x="9252130" y="1589912"/>
            <a:ext cx="1269297" cy="8597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80CF7C57-881B-392F-BD28-3D8D9EBF264D}"/>
              </a:ext>
            </a:extLst>
          </p:cNvPr>
          <p:cNvCxnSpPr>
            <a:cxnSpLocks/>
            <a:stCxn id="14" idx="4"/>
            <a:endCxn id="10" idx="0"/>
          </p:cNvCxnSpPr>
          <p:nvPr/>
        </p:nvCxnSpPr>
        <p:spPr>
          <a:xfrm flipH="1" flipV="1">
            <a:off x="9273218" y="2499064"/>
            <a:ext cx="1227121" cy="15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a:extLst>
              <a:ext uri="{FF2B5EF4-FFF2-40B4-BE49-F238E27FC236}">
                <a16:creationId xmlns:a16="http://schemas.microsoft.com/office/drawing/2014/main" id="{A0A36E4A-24EF-60A2-F86E-30E714D69299}"/>
              </a:ext>
            </a:extLst>
          </p:cNvPr>
          <p:cNvSpPr/>
          <p:nvPr/>
        </p:nvSpPr>
        <p:spPr>
          <a:xfrm rot="5400000">
            <a:off x="10500339" y="2428568"/>
            <a:ext cx="144000" cy="1440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 name="Straight Connector 14">
            <a:extLst>
              <a:ext uri="{FF2B5EF4-FFF2-40B4-BE49-F238E27FC236}">
                <a16:creationId xmlns:a16="http://schemas.microsoft.com/office/drawing/2014/main" id="{B3E0A228-241F-B9C1-ABC1-DD72B1C35A2D}"/>
              </a:ext>
            </a:extLst>
          </p:cNvPr>
          <p:cNvCxnSpPr>
            <a:cxnSpLocks/>
            <a:stCxn id="14" idx="0"/>
            <a:endCxn id="16" idx="4"/>
          </p:cNvCxnSpPr>
          <p:nvPr/>
        </p:nvCxnSpPr>
        <p:spPr>
          <a:xfrm>
            <a:off x="10644339" y="2500568"/>
            <a:ext cx="828000" cy="405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6" name="Oval 15">
            <a:extLst>
              <a:ext uri="{FF2B5EF4-FFF2-40B4-BE49-F238E27FC236}">
                <a16:creationId xmlns:a16="http://schemas.microsoft.com/office/drawing/2014/main" id="{51EB6051-C4E3-8B90-7F78-ABE86A979905}"/>
              </a:ext>
            </a:extLst>
          </p:cNvPr>
          <p:cNvSpPr/>
          <p:nvPr/>
        </p:nvSpPr>
        <p:spPr>
          <a:xfrm rot="5400000">
            <a:off x="11472339" y="2432620"/>
            <a:ext cx="144000" cy="1440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TextBox 16">
            <a:extLst>
              <a:ext uri="{FF2B5EF4-FFF2-40B4-BE49-F238E27FC236}">
                <a16:creationId xmlns:a16="http://schemas.microsoft.com/office/drawing/2014/main" id="{D6BB9B4C-A351-BE19-F735-BB6990D77AC6}"/>
              </a:ext>
            </a:extLst>
          </p:cNvPr>
          <p:cNvSpPr txBox="1"/>
          <p:nvPr/>
        </p:nvSpPr>
        <p:spPr>
          <a:xfrm>
            <a:off x="8982248" y="966372"/>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8" name="TextBox 17">
            <a:extLst>
              <a:ext uri="{FF2B5EF4-FFF2-40B4-BE49-F238E27FC236}">
                <a16:creationId xmlns:a16="http://schemas.microsoft.com/office/drawing/2014/main" id="{FC73A864-A264-0C06-C287-D3B4D9775173}"/>
              </a:ext>
            </a:extLst>
          </p:cNvPr>
          <p:cNvSpPr txBox="1"/>
          <p:nvPr/>
        </p:nvSpPr>
        <p:spPr>
          <a:xfrm>
            <a:off x="10391039" y="2512264"/>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9" name="TextBox 18">
            <a:extLst>
              <a:ext uri="{FF2B5EF4-FFF2-40B4-BE49-F238E27FC236}">
                <a16:creationId xmlns:a16="http://schemas.microsoft.com/office/drawing/2014/main" id="{0001D3E8-1B09-E31F-7832-19AB6D524000}"/>
              </a:ext>
            </a:extLst>
          </p:cNvPr>
          <p:cNvSpPr txBox="1"/>
          <p:nvPr/>
        </p:nvSpPr>
        <p:spPr>
          <a:xfrm>
            <a:off x="11358400" y="2512264"/>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0" name="TextBox 19">
            <a:extLst>
              <a:ext uri="{FF2B5EF4-FFF2-40B4-BE49-F238E27FC236}">
                <a16:creationId xmlns:a16="http://schemas.microsoft.com/office/drawing/2014/main" id="{1514AA54-8976-064F-5008-8DCA84297797}"/>
              </a:ext>
            </a:extLst>
          </p:cNvPr>
          <p:cNvSpPr txBox="1"/>
          <p:nvPr/>
        </p:nvSpPr>
        <p:spPr>
          <a:xfrm>
            <a:off x="9058001" y="2543188"/>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Tree>
    <p:extLst>
      <p:ext uri="{BB962C8B-B14F-4D97-AF65-F5344CB8AC3E}">
        <p14:creationId xmlns:p14="http://schemas.microsoft.com/office/powerpoint/2010/main" val="136191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E40FC-AF0E-3BCC-5C80-1FA1DBD43F04}"/>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00DB5E02-EA56-9B61-3B60-67FA20683292}"/>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 Light out on Graph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962E78-DC85-E856-451A-AAFBC48EC7EF}"/>
                  </a:ext>
                </a:extLst>
              </p:cNvPr>
              <p:cNvSpPr>
                <a:spLocks noGrp="1"/>
              </p:cNvSpPr>
              <p:nvPr>
                <p:ph idx="1"/>
              </p:nvPr>
            </p:nvSpPr>
            <p:spPr>
              <a:xfrm>
                <a:off x="131180" y="863444"/>
                <a:ext cx="8079820" cy="5355555"/>
              </a:xfrm>
            </p:spPr>
            <p:txBody>
              <a:bodyPr/>
              <a:lstStyle/>
              <a:p>
                <a:pPr>
                  <a:lnSpc>
                    <a:spcPct val="150000"/>
                  </a:lnSpc>
                </a:pPr>
                <a:r>
                  <a:rPr lang="en-IN" dirty="0"/>
                  <a:t>Consider the graph </a:t>
                </a:r>
                <a14:m>
                  <m:oMath xmlns:m="http://schemas.openxmlformats.org/officeDocument/2006/math">
                    <m:r>
                      <m:rPr>
                        <m:sty m:val="p"/>
                      </m:rPr>
                      <a:rPr lang="en-IN" i="0">
                        <a:latin typeface="Cambria Math" panose="02040503050406030204" pitchFamily="18" charset="0"/>
                      </a:rPr>
                      <m:t>G</m:t>
                    </m:r>
                  </m:oMath>
                </a14:m>
                <a:r>
                  <a:rPr lang="en-IN" dirty="0"/>
                  <a:t> of where all lights of </a:t>
                </a:r>
                <a14:m>
                  <m:oMath xmlns:m="http://schemas.openxmlformats.org/officeDocument/2006/math">
                    <m:r>
                      <m:rPr>
                        <m:sty m:val="p"/>
                      </m:rPr>
                      <a:rPr lang="en-IN" i="0">
                        <a:latin typeface="Cambria Math" panose="02040503050406030204" pitchFamily="18" charset="0"/>
                      </a:rPr>
                      <m:t>G</m:t>
                    </m:r>
                  </m:oMath>
                </a14:m>
                <a:r>
                  <a:rPr lang="en-IN" dirty="0"/>
                  <a:t> are on. </a:t>
                </a:r>
              </a:p>
              <a:p>
                <a:pPr marL="514350" indent="-514350">
                  <a:lnSpc>
                    <a:spcPct val="150000"/>
                  </a:lnSpc>
                  <a:buAutoNum type="alphaLcParenBoth"/>
                </a:pPr>
                <a:r>
                  <a:rPr lang="en-IN" dirty="0"/>
                  <a:t>What is the smallest number of vertices whose light buttons need to be pressed to turn off all the lights? </a:t>
                </a:r>
              </a:p>
              <a:p>
                <a:pPr marL="514350" indent="-514350">
                  <a:lnSpc>
                    <a:spcPct val="150000"/>
                  </a:lnSpc>
                  <a:buAutoNum type="alphaLcParenBoth"/>
                </a:pPr>
                <a:r>
                  <a:rPr lang="en-IN" dirty="0"/>
                  <a:t>Let </a:t>
                </a:r>
                <a14:m>
                  <m:oMath xmlns:m="http://schemas.openxmlformats.org/officeDocument/2006/math">
                    <m:r>
                      <m:rPr>
                        <m:sty m:val="p"/>
                      </m:rPr>
                      <a:rPr lang="en-IN" i="0">
                        <a:latin typeface="Cambria Math" panose="02040503050406030204" pitchFamily="18" charset="0"/>
                      </a:rPr>
                      <m:t>S</m:t>
                    </m:r>
                    <m:r>
                      <a:rPr lang="en-IN" i="0">
                        <a:latin typeface="Cambria Math" panose="02040503050406030204" pitchFamily="18" charset="0"/>
                      </a:rPr>
                      <m:t>=</m:t>
                    </m:r>
                    <m:d>
                      <m:dPr>
                        <m:begChr m:val="{"/>
                        <m:endChr m:val="}"/>
                        <m:ctrlPr>
                          <a:rPr lang="en-IN" i="1">
                            <a:latin typeface="Cambria Math" panose="02040503050406030204" pitchFamily="18" charset="0"/>
                          </a:rPr>
                        </m:ctrlPr>
                      </m:dPr>
                      <m:e>
                        <m:r>
                          <m:rPr>
                            <m:sty m:val="p"/>
                          </m:rPr>
                          <a:rPr lang="en-IN" b="0" i="0" smtClean="0">
                            <a:latin typeface="Cambria Math" panose="02040503050406030204" pitchFamily="18" charset="0"/>
                          </a:rPr>
                          <m:t>a</m:t>
                        </m:r>
                        <m:r>
                          <a:rPr lang="en-IN" b="0" i="0" smtClean="0">
                            <a:latin typeface="Cambria Math" panose="02040503050406030204" pitchFamily="18" charset="0"/>
                          </a:rPr>
                          <m:t>,</m:t>
                        </m:r>
                        <m:r>
                          <m:rPr>
                            <m:sty m:val="p"/>
                          </m:rPr>
                          <a:rPr lang="en-IN" b="0" i="0" smtClean="0">
                            <a:latin typeface="Cambria Math" panose="02040503050406030204" pitchFamily="18" charset="0"/>
                          </a:rPr>
                          <m:t>b</m:t>
                        </m:r>
                        <m:r>
                          <a:rPr lang="en-IN" b="0" i="0" smtClean="0">
                            <a:latin typeface="Cambria Math" panose="02040503050406030204" pitchFamily="18" charset="0"/>
                          </a:rPr>
                          <m:t>,</m:t>
                        </m:r>
                        <m:r>
                          <m:rPr>
                            <m:sty m:val="p"/>
                          </m:rPr>
                          <a:rPr lang="en-IN" b="0" i="0" smtClean="0">
                            <a:latin typeface="Cambria Math" panose="02040503050406030204" pitchFamily="18" charset="0"/>
                          </a:rPr>
                          <m:t>c</m:t>
                        </m:r>
                        <m:r>
                          <a:rPr lang="en-IN" b="0" i="0" smtClean="0">
                            <a:latin typeface="Cambria Math" panose="02040503050406030204" pitchFamily="18" charset="0"/>
                          </a:rPr>
                          <m:t>,</m:t>
                        </m:r>
                        <m:r>
                          <m:rPr>
                            <m:sty m:val="p"/>
                          </m:rPr>
                          <a:rPr lang="en-IN" b="0" i="0" smtClean="0">
                            <a:latin typeface="Cambria Math" panose="02040503050406030204" pitchFamily="18" charset="0"/>
                          </a:rPr>
                          <m:t>d</m:t>
                        </m:r>
                      </m:e>
                    </m:d>
                  </m:oMath>
                </a14:m>
                <a:r>
                  <a:rPr lang="en-IN" dirty="0"/>
                  <a:t>. Show that if the light buttons of </a:t>
                </a:r>
                <a14:m>
                  <m:oMath xmlns:m="http://schemas.openxmlformats.org/officeDocument/2006/math">
                    <m:r>
                      <m:rPr>
                        <m:sty m:val="p"/>
                      </m:rPr>
                      <a:rPr lang="en-IN" i="0">
                        <a:latin typeface="Cambria Math" panose="02040503050406030204" pitchFamily="18" charset="0"/>
                      </a:rPr>
                      <m:t>S</m:t>
                    </m:r>
                  </m:oMath>
                </a14:m>
                <a:r>
                  <a:rPr lang="en-IN" dirty="0"/>
                  <a:t>are pressed, then all lights of </a:t>
                </a:r>
                <a14:m>
                  <m:oMath xmlns:m="http://schemas.openxmlformats.org/officeDocument/2006/math">
                    <m:r>
                      <m:rPr>
                        <m:sty m:val="p"/>
                      </m:rPr>
                      <a:rPr lang="en-IN" i="0">
                        <a:latin typeface="Cambria Math" panose="02040503050406030204" pitchFamily="18" charset="0"/>
                      </a:rPr>
                      <m:t>G</m:t>
                    </m:r>
                  </m:oMath>
                </a14:m>
                <a:r>
                  <a:rPr lang="en-IN" dirty="0"/>
                  <a:t> are out. Is there a proper subset of </a:t>
                </a:r>
                <a14:m>
                  <m:oMath xmlns:m="http://schemas.openxmlformats.org/officeDocument/2006/math">
                    <m:r>
                      <m:rPr>
                        <m:sty m:val="p"/>
                      </m:rPr>
                      <a:rPr lang="en-IN" i="0">
                        <a:latin typeface="Cambria Math" panose="02040503050406030204" pitchFamily="18" charset="0"/>
                      </a:rPr>
                      <m:t>S</m:t>
                    </m:r>
                  </m:oMath>
                </a14:m>
                <a:r>
                  <a:rPr lang="en-IN" dirty="0"/>
                  <a:t> that will turn out all lights of </a:t>
                </a:r>
                <a14:m>
                  <m:oMath xmlns:m="http://schemas.openxmlformats.org/officeDocument/2006/math">
                    <m:r>
                      <m:rPr>
                        <m:sty m:val="p"/>
                      </m:rPr>
                      <a:rPr lang="en-IN" i="0">
                        <a:latin typeface="Cambria Math" panose="02040503050406030204" pitchFamily="18" charset="0"/>
                      </a:rPr>
                      <m:t>G</m:t>
                    </m:r>
                  </m:oMath>
                </a14:m>
                <a:r>
                  <a:rPr lang="en-IN" dirty="0"/>
                  <a:t>?</a:t>
                </a:r>
              </a:p>
              <a:p>
                <a:pPr marL="514350" indent="-514350">
                  <a:lnSpc>
                    <a:spcPct val="150000"/>
                  </a:lnSpc>
                  <a:buAutoNum type="alphaLcParenBoth"/>
                </a:pPr>
                <a:r>
                  <a:rPr lang="en-IN" dirty="0"/>
                  <a:t>Choose a graph of your own which to play Light Out. </a:t>
                </a:r>
              </a:p>
              <a:p>
                <a:endParaRPr lang="en-IN" dirty="0"/>
              </a:p>
              <a:p>
                <a:endParaRPr lang="en-IN" dirty="0"/>
              </a:p>
              <a:p>
                <a:pPr marL="514350" indent="-514350">
                  <a:buFont typeface="+mj-lt"/>
                  <a:buAutoNum type="arabicPeriod" startAt="3"/>
                </a:pPr>
                <a:endParaRPr lang="en-IN" dirty="0"/>
              </a:p>
            </p:txBody>
          </p:sp>
        </mc:Choice>
        <mc:Fallback xmlns="">
          <p:sp>
            <p:nvSpPr>
              <p:cNvPr id="3" name="Content Placeholder 2">
                <a:extLst>
                  <a:ext uri="{FF2B5EF4-FFF2-40B4-BE49-F238E27FC236}">
                    <a16:creationId xmlns:a16="http://schemas.microsoft.com/office/drawing/2014/main" id="{F4962E78-DC85-E856-451A-AAFBC48EC7EF}"/>
                  </a:ext>
                </a:extLst>
              </p:cNvPr>
              <p:cNvSpPr>
                <a:spLocks noGrp="1" noRot="1" noChangeAspect="1" noMove="1" noResize="1" noEditPoints="1" noAdjustHandles="1" noChangeArrowheads="1" noChangeShapeType="1" noTextEdit="1"/>
              </p:cNvSpPr>
              <p:nvPr>
                <p:ph idx="1"/>
              </p:nvPr>
            </p:nvSpPr>
            <p:spPr>
              <a:xfrm>
                <a:off x="131180" y="863444"/>
                <a:ext cx="8079820" cy="5355555"/>
              </a:xfrm>
              <a:blipFill>
                <a:blip r:embed="rId2"/>
                <a:stretch>
                  <a:fillRect l="-1585" r="-1509"/>
                </a:stretch>
              </a:blipFill>
            </p:spPr>
            <p:txBody>
              <a:bodyPr/>
              <a:lstStyle/>
              <a:p>
                <a:r>
                  <a:rPr lang="en-IN">
                    <a:noFill/>
                  </a:rPr>
                  <a:t> </a:t>
                </a:r>
              </a:p>
            </p:txBody>
          </p:sp>
        </mc:Fallback>
      </mc:AlternateContent>
      <p:sp>
        <p:nvSpPr>
          <p:cNvPr id="2" name="Oval 1">
            <a:extLst>
              <a:ext uri="{FF2B5EF4-FFF2-40B4-BE49-F238E27FC236}">
                <a16:creationId xmlns:a16="http://schemas.microsoft.com/office/drawing/2014/main" id="{20BECCE8-003A-583F-EBED-4543EBA4976C}"/>
              </a:ext>
            </a:extLst>
          </p:cNvPr>
          <p:cNvSpPr/>
          <p:nvPr/>
        </p:nvSpPr>
        <p:spPr>
          <a:xfrm rot="5400000">
            <a:off x="8832000" y="23969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 name="Oval 3">
            <a:extLst>
              <a:ext uri="{FF2B5EF4-FFF2-40B4-BE49-F238E27FC236}">
                <a16:creationId xmlns:a16="http://schemas.microsoft.com/office/drawing/2014/main" id="{6E972550-EC5F-4770-B2E4-8236E048F8FD}"/>
              </a:ext>
            </a:extLst>
          </p:cNvPr>
          <p:cNvSpPr/>
          <p:nvPr/>
        </p:nvSpPr>
        <p:spPr>
          <a:xfrm rot="5400000">
            <a:off x="8832000" y="33570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 name="Oval 4">
            <a:extLst>
              <a:ext uri="{FF2B5EF4-FFF2-40B4-BE49-F238E27FC236}">
                <a16:creationId xmlns:a16="http://schemas.microsoft.com/office/drawing/2014/main" id="{E80F2E78-27E7-F4A4-02C5-1DFFF401531D}"/>
              </a:ext>
            </a:extLst>
          </p:cNvPr>
          <p:cNvSpPr/>
          <p:nvPr/>
        </p:nvSpPr>
        <p:spPr>
          <a:xfrm rot="5400000">
            <a:off x="10203121" y="23892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 name="Straight Connector 5">
            <a:extLst>
              <a:ext uri="{FF2B5EF4-FFF2-40B4-BE49-F238E27FC236}">
                <a16:creationId xmlns:a16="http://schemas.microsoft.com/office/drawing/2014/main" id="{9C59BFEA-0A17-DCE3-A872-63A1D1F8555B}"/>
              </a:ext>
            </a:extLst>
          </p:cNvPr>
          <p:cNvCxnSpPr>
            <a:cxnSpLocks/>
            <a:stCxn id="2" idx="6"/>
            <a:endCxn id="4" idx="2"/>
          </p:cNvCxnSpPr>
          <p:nvPr/>
        </p:nvCxnSpPr>
        <p:spPr>
          <a:xfrm>
            <a:off x="8904000" y="2540936"/>
            <a:ext cx="0" cy="81606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 name="Straight Connector 6">
            <a:extLst>
              <a:ext uri="{FF2B5EF4-FFF2-40B4-BE49-F238E27FC236}">
                <a16:creationId xmlns:a16="http://schemas.microsoft.com/office/drawing/2014/main" id="{2D249803-C1E3-29CE-A185-4DDF90E69774}"/>
              </a:ext>
            </a:extLst>
          </p:cNvPr>
          <p:cNvCxnSpPr>
            <a:cxnSpLocks/>
            <a:stCxn id="2" idx="0"/>
            <a:endCxn id="5" idx="4"/>
          </p:cNvCxnSpPr>
          <p:nvPr/>
        </p:nvCxnSpPr>
        <p:spPr>
          <a:xfrm flipV="1">
            <a:off x="8976000" y="2461282"/>
            <a:ext cx="1227121" cy="765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a:extLst>
              <a:ext uri="{FF2B5EF4-FFF2-40B4-BE49-F238E27FC236}">
                <a16:creationId xmlns:a16="http://schemas.microsoft.com/office/drawing/2014/main" id="{26A8FF8B-4647-C4B1-90BD-978B9B108116}"/>
              </a:ext>
            </a:extLst>
          </p:cNvPr>
          <p:cNvCxnSpPr>
            <a:cxnSpLocks/>
            <a:stCxn id="21" idx="4"/>
            <a:endCxn id="4" idx="0"/>
          </p:cNvCxnSpPr>
          <p:nvPr/>
        </p:nvCxnSpPr>
        <p:spPr>
          <a:xfrm flipH="1" flipV="1">
            <a:off x="8976000" y="3429000"/>
            <a:ext cx="1227121" cy="15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1" name="Oval 20">
            <a:extLst>
              <a:ext uri="{FF2B5EF4-FFF2-40B4-BE49-F238E27FC236}">
                <a16:creationId xmlns:a16="http://schemas.microsoft.com/office/drawing/2014/main" id="{617B1E91-11E1-6420-2014-9FD7CB2C1D0B}"/>
              </a:ext>
            </a:extLst>
          </p:cNvPr>
          <p:cNvSpPr/>
          <p:nvPr/>
        </p:nvSpPr>
        <p:spPr>
          <a:xfrm rot="5400000">
            <a:off x="10203121" y="33585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9" name="Straight Connector 28">
            <a:extLst>
              <a:ext uri="{FF2B5EF4-FFF2-40B4-BE49-F238E27FC236}">
                <a16:creationId xmlns:a16="http://schemas.microsoft.com/office/drawing/2014/main" id="{8B57819A-7C85-475F-4852-9DCB6D438069}"/>
              </a:ext>
            </a:extLst>
          </p:cNvPr>
          <p:cNvCxnSpPr>
            <a:cxnSpLocks/>
            <a:stCxn id="5" idx="6"/>
            <a:endCxn id="21" idx="2"/>
          </p:cNvCxnSpPr>
          <p:nvPr/>
        </p:nvCxnSpPr>
        <p:spPr>
          <a:xfrm>
            <a:off x="10275121" y="2533282"/>
            <a:ext cx="0" cy="82522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86D39473-D070-2389-02C5-0E5A20A19945}"/>
              </a:ext>
            </a:extLst>
          </p:cNvPr>
          <p:cNvCxnSpPr>
            <a:cxnSpLocks/>
            <a:stCxn id="21" idx="0"/>
            <a:endCxn id="37" idx="4"/>
          </p:cNvCxnSpPr>
          <p:nvPr/>
        </p:nvCxnSpPr>
        <p:spPr>
          <a:xfrm>
            <a:off x="10347121" y="3430504"/>
            <a:ext cx="828000" cy="405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7" name="Oval 36">
            <a:extLst>
              <a:ext uri="{FF2B5EF4-FFF2-40B4-BE49-F238E27FC236}">
                <a16:creationId xmlns:a16="http://schemas.microsoft.com/office/drawing/2014/main" id="{7BBB363D-2873-66F1-87F1-F4254D9B0446}"/>
              </a:ext>
            </a:extLst>
          </p:cNvPr>
          <p:cNvSpPr/>
          <p:nvPr/>
        </p:nvSpPr>
        <p:spPr>
          <a:xfrm rot="5400000">
            <a:off x="11175121" y="336255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1" name="TextBox 40">
            <a:extLst>
              <a:ext uri="{FF2B5EF4-FFF2-40B4-BE49-F238E27FC236}">
                <a16:creationId xmlns:a16="http://schemas.microsoft.com/office/drawing/2014/main" id="{A797781C-D2D3-0B81-8EE3-023D4DABBE66}"/>
              </a:ext>
            </a:extLst>
          </p:cNvPr>
          <p:cNvSpPr txBox="1"/>
          <p:nvPr/>
        </p:nvSpPr>
        <p:spPr>
          <a:xfrm>
            <a:off x="8759464" y="343240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42" name="TextBox 41">
            <a:extLst>
              <a:ext uri="{FF2B5EF4-FFF2-40B4-BE49-F238E27FC236}">
                <a16:creationId xmlns:a16="http://schemas.microsoft.com/office/drawing/2014/main" id="{A06EED6A-EE45-9F7E-C611-D1799C6B5222}"/>
              </a:ext>
            </a:extLst>
          </p:cNvPr>
          <p:cNvSpPr txBox="1"/>
          <p:nvPr/>
        </p:nvSpPr>
        <p:spPr>
          <a:xfrm>
            <a:off x="10109503" y="1966404"/>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43" name="TextBox 42">
            <a:extLst>
              <a:ext uri="{FF2B5EF4-FFF2-40B4-BE49-F238E27FC236}">
                <a16:creationId xmlns:a16="http://schemas.microsoft.com/office/drawing/2014/main" id="{64483013-0541-A91E-67F8-4FE0EA8535A0}"/>
              </a:ext>
            </a:extLst>
          </p:cNvPr>
          <p:cNvSpPr txBox="1"/>
          <p:nvPr/>
        </p:nvSpPr>
        <p:spPr>
          <a:xfrm>
            <a:off x="8732390" y="1966404"/>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44" name="TextBox 43">
            <a:extLst>
              <a:ext uri="{FF2B5EF4-FFF2-40B4-BE49-F238E27FC236}">
                <a16:creationId xmlns:a16="http://schemas.microsoft.com/office/drawing/2014/main" id="{6AFCD73C-5DDA-1358-B4DE-6D4F6CBFB1AC}"/>
              </a:ext>
            </a:extLst>
          </p:cNvPr>
          <p:cNvSpPr txBox="1"/>
          <p:nvPr/>
        </p:nvSpPr>
        <p:spPr>
          <a:xfrm>
            <a:off x="10093821" y="3442200"/>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45" name="TextBox 44">
            <a:extLst>
              <a:ext uri="{FF2B5EF4-FFF2-40B4-BE49-F238E27FC236}">
                <a16:creationId xmlns:a16="http://schemas.microsoft.com/office/drawing/2014/main" id="{A4E6293D-AFD4-9E69-58C1-8A98AD7EAC4E}"/>
              </a:ext>
            </a:extLst>
          </p:cNvPr>
          <p:cNvSpPr txBox="1"/>
          <p:nvPr/>
        </p:nvSpPr>
        <p:spPr>
          <a:xfrm>
            <a:off x="11061182" y="3442200"/>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Tree>
    <p:extLst>
      <p:ext uri="{BB962C8B-B14F-4D97-AF65-F5344CB8AC3E}">
        <p14:creationId xmlns:p14="http://schemas.microsoft.com/office/powerpoint/2010/main" val="1329112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uFill>
                  <a:solidFill>
                    <a:schemeClr val="bg1"/>
                  </a:solidFill>
                </a:uFill>
              </a:rPr>
              <a:t>Method – 3</a:t>
            </a:r>
            <a:br>
              <a:rPr lang="en-US" dirty="0">
                <a:hlinkClick r:id="" action="ppaction://noaction">
                  <a:extLst>
                    <a:ext uri="{A12FA001-AC4F-418D-AE19-62706E023703}">
                      <ahyp:hlinkClr xmlns:ahyp="http://schemas.microsoft.com/office/drawing/2018/hyperlinkcolor" val="tx"/>
                    </a:ext>
                  </a:extLst>
                </a:hlinkClick>
              </a:rPr>
            </a:br>
            <a:r>
              <a:rPr lang="en-US" dirty="0"/>
              <a:t>Matching, Maximal Matching and Maximum Matching</a:t>
            </a:r>
          </a:p>
        </p:txBody>
      </p:sp>
    </p:spTree>
    <p:extLst>
      <p:ext uri="{BB962C8B-B14F-4D97-AF65-F5344CB8AC3E}">
        <p14:creationId xmlns:p14="http://schemas.microsoft.com/office/powerpoint/2010/main" val="33599511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Matching</a:t>
            </a:r>
          </a:p>
        </p:txBody>
      </p:sp>
      <p:sp>
        <p:nvSpPr>
          <p:cNvPr id="5" name="Content Placeholder 4"/>
          <p:cNvSpPr>
            <a:spLocks noGrp="1"/>
          </p:cNvSpPr>
          <p:nvPr>
            <p:ph idx="1"/>
          </p:nvPr>
        </p:nvSpPr>
        <p:spPr>
          <a:xfrm>
            <a:off x="131180" y="863444"/>
            <a:ext cx="11730262" cy="1001627"/>
          </a:xfrm>
        </p:spPr>
        <p:txBody>
          <a:bodyPr/>
          <a:lstStyle/>
          <a:p>
            <a:pPr lvl="0"/>
            <a:r>
              <a:rPr lang="en-US" dirty="0"/>
              <a:t>A </a:t>
            </a:r>
            <a:r>
              <a:rPr lang="en-US" b="1" dirty="0"/>
              <a:t>matching</a:t>
            </a:r>
            <a:r>
              <a:rPr lang="en-US" dirty="0"/>
              <a:t> in a graph is a subset of edges in which no two edges are adjacent.</a:t>
            </a:r>
          </a:p>
        </p:txBody>
      </p:sp>
      <p:sp>
        <p:nvSpPr>
          <p:cNvPr id="4" name="Oval 3">
            <a:extLst>
              <a:ext uri="{FF2B5EF4-FFF2-40B4-BE49-F238E27FC236}">
                <a16:creationId xmlns:a16="http://schemas.microsoft.com/office/drawing/2014/main" id="{BDD11F87-DA81-9510-C1CB-0AF4093562CB}"/>
              </a:ext>
            </a:extLst>
          </p:cNvPr>
          <p:cNvSpPr/>
          <p:nvPr/>
        </p:nvSpPr>
        <p:spPr>
          <a:xfrm rot="5400000">
            <a:off x="1357191" y="26856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300614"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2413769"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4" idx="5"/>
            <a:endCxn id="6" idx="1"/>
          </p:cNvCxnSpPr>
          <p:nvPr/>
        </p:nvCxnSpPr>
        <p:spPr>
          <a:xfrm flipH="1">
            <a:off x="423526" y="2808536"/>
            <a:ext cx="954753"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6205DD86-315C-53B6-CEEF-A9919650168E}"/>
              </a:ext>
            </a:extLst>
          </p:cNvPr>
          <p:cNvCxnSpPr>
            <a:cxnSpLocks/>
            <a:stCxn id="4" idx="7"/>
            <a:endCxn id="7" idx="3"/>
          </p:cNvCxnSpPr>
          <p:nvPr/>
        </p:nvCxnSpPr>
        <p:spPr>
          <a:xfrm>
            <a:off x="1480103" y="2808536"/>
            <a:ext cx="954754"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6205DD86-315C-53B6-CEEF-A9919650168E}"/>
              </a:ext>
            </a:extLst>
          </p:cNvPr>
          <p:cNvCxnSpPr>
            <a:cxnSpLocks/>
            <a:stCxn id="7" idx="4"/>
            <a:endCxn id="6" idx="0"/>
          </p:cNvCxnSpPr>
          <p:nvPr/>
        </p:nvCxnSpPr>
        <p:spPr>
          <a:xfrm flipH="1">
            <a:off x="444614" y="4142155"/>
            <a:ext cx="196915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 name="TextBox 16"/>
          <p:cNvSpPr txBox="1"/>
          <p:nvPr/>
        </p:nvSpPr>
        <p:spPr>
          <a:xfrm>
            <a:off x="197726" y="409124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8" name="TextBox 17"/>
          <p:cNvSpPr txBox="1"/>
          <p:nvPr/>
        </p:nvSpPr>
        <p:spPr>
          <a:xfrm>
            <a:off x="2305271" y="414215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9" name="TextBox 18"/>
          <p:cNvSpPr txBox="1"/>
          <p:nvPr/>
        </p:nvSpPr>
        <p:spPr>
          <a:xfrm>
            <a:off x="1240766" y="2234404"/>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30" name="Oval 29">
            <a:extLst>
              <a:ext uri="{FF2B5EF4-FFF2-40B4-BE49-F238E27FC236}">
                <a16:creationId xmlns:a16="http://schemas.microsoft.com/office/drawing/2014/main" id="{BDD11F87-DA81-9510-C1CB-0AF4093562CB}"/>
              </a:ext>
            </a:extLst>
          </p:cNvPr>
          <p:cNvSpPr/>
          <p:nvPr/>
        </p:nvSpPr>
        <p:spPr>
          <a:xfrm rot="5400000">
            <a:off x="4237551" y="26856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3180974"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2" name="Oval 31">
            <a:extLst>
              <a:ext uri="{FF2B5EF4-FFF2-40B4-BE49-F238E27FC236}">
                <a16:creationId xmlns:a16="http://schemas.microsoft.com/office/drawing/2014/main" id="{BDD11F87-DA81-9510-C1CB-0AF4093562CB}"/>
              </a:ext>
            </a:extLst>
          </p:cNvPr>
          <p:cNvSpPr/>
          <p:nvPr/>
        </p:nvSpPr>
        <p:spPr>
          <a:xfrm rot="5400000">
            <a:off x="5294129"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3" name="Straight Connector 32">
            <a:extLst>
              <a:ext uri="{FF2B5EF4-FFF2-40B4-BE49-F238E27FC236}">
                <a16:creationId xmlns:a16="http://schemas.microsoft.com/office/drawing/2014/main" id="{6205DD86-315C-53B6-CEEF-A9919650168E}"/>
              </a:ext>
            </a:extLst>
          </p:cNvPr>
          <p:cNvCxnSpPr>
            <a:cxnSpLocks/>
            <a:stCxn id="30" idx="5"/>
            <a:endCxn id="31" idx="1"/>
          </p:cNvCxnSpPr>
          <p:nvPr/>
        </p:nvCxnSpPr>
        <p:spPr>
          <a:xfrm flipH="1">
            <a:off x="3303886" y="2808536"/>
            <a:ext cx="954753"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30" idx="7"/>
            <a:endCxn id="32" idx="3"/>
          </p:cNvCxnSpPr>
          <p:nvPr/>
        </p:nvCxnSpPr>
        <p:spPr>
          <a:xfrm>
            <a:off x="4360463" y="2808536"/>
            <a:ext cx="954754"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6205DD86-315C-53B6-CEEF-A9919650168E}"/>
              </a:ext>
            </a:extLst>
          </p:cNvPr>
          <p:cNvCxnSpPr>
            <a:cxnSpLocks/>
            <a:stCxn id="32" idx="4"/>
            <a:endCxn id="31" idx="0"/>
          </p:cNvCxnSpPr>
          <p:nvPr/>
        </p:nvCxnSpPr>
        <p:spPr>
          <a:xfrm flipH="1">
            <a:off x="3324974" y="4142155"/>
            <a:ext cx="196915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6" name="TextBox 35"/>
          <p:cNvSpPr txBox="1"/>
          <p:nvPr/>
        </p:nvSpPr>
        <p:spPr>
          <a:xfrm>
            <a:off x="3078086" y="409124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37" name="TextBox 36"/>
          <p:cNvSpPr txBox="1"/>
          <p:nvPr/>
        </p:nvSpPr>
        <p:spPr>
          <a:xfrm>
            <a:off x="5185631" y="414215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38" name="TextBox 37"/>
          <p:cNvSpPr txBox="1"/>
          <p:nvPr/>
        </p:nvSpPr>
        <p:spPr>
          <a:xfrm>
            <a:off x="4230484" y="2213317"/>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39" name="Oval 38">
            <a:extLst>
              <a:ext uri="{FF2B5EF4-FFF2-40B4-BE49-F238E27FC236}">
                <a16:creationId xmlns:a16="http://schemas.microsoft.com/office/drawing/2014/main" id="{BDD11F87-DA81-9510-C1CB-0AF4093562CB}"/>
              </a:ext>
            </a:extLst>
          </p:cNvPr>
          <p:cNvSpPr/>
          <p:nvPr/>
        </p:nvSpPr>
        <p:spPr>
          <a:xfrm rot="5400000">
            <a:off x="7117911" y="26856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6061334"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1" name="Oval 40">
            <a:extLst>
              <a:ext uri="{FF2B5EF4-FFF2-40B4-BE49-F238E27FC236}">
                <a16:creationId xmlns:a16="http://schemas.microsoft.com/office/drawing/2014/main" id="{BDD11F87-DA81-9510-C1CB-0AF4093562CB}"/>
              </a:ext>
            </a:extLst>
          </p:cNvPr>
          <p:cNvSpPr/>
          <p:nvPr/>
        </p:nvSpPr>
        <p:spPr>
          <a:xfrm rot="5400000">
            <a:off x="8174489"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2" name="Straight Connector 41">
            <a:extLst>
              <a:ext uri="{FF2B5EF4-FFF2-40B4-BE49-F238E27FC236}">
                <a16:creationId xmlns:a16="http://schemas.microsoft.com/office/drawing/2014/main" id="{6205DD86-315C-53B6-CEEF-A9919650168E}"/>
              </a:ext>
            </a:extLst>
          </p:cNvPr>
          <p:cNvCxnSpPr>
            <a:cxnSpLocks/>
            <a:stCxn id="39" idx="5"/>
            <a:endCxn id="40" idx="1"/>
          </p:cNvCxnSpPr>
          <p:nvPr/>
        </p:nvCxnSpPr>
        <p:spPr>
          <a:xfrm flipH="1">
            <a:off x="6184246" y="2808536"/>
            <a:ext cx="954753"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39" idx="7"/>
            <a:endCxn id="41" idx="3"/>
          </p:cNvCxnSpPr>
          <p:nvPr/>
        </p:nvCxnSpPr>
        <p:spPr>
          <a:xfrm>
            <a:off x="7240823" y="2808536"/>
            <a:ext cx="954754"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41" idx="4"/>
            <a:endCxn id="40" idx="0"/>
          </p:cNvCxnSpPr>
          <p:nvPr/>
        </p:nvCxnSpPr>
        <p:spPr>
          <a:xfrm flipH="1">
            <a:off x="6205334" y="4142155"/>
            <a:ext cx="196915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5" name="TextBox 44"/>
          <p:cNvSpPr txBox="1"/>
          <p:nvPr/>
        </p:nvSpPr>
        <p:spPr>
          <a:xfrm>
            <a:off x="5958446" y="409124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46" name="TextBox 45"/>
          <p:cNvSpPr txBox="1"/>
          <p:nvPr/>
        </p:nvSpPr>
        <p:spPr>
          <a:xfrm>
            <a:off x="8065991" y="414215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47" name="TextBox 46"/>
          <p:cNvSpPr txBox="1"/>
          <p:nvPr/>
        </p:nvSpPr>
        <p:spPr>
          <a:xfrm>
            <a:off x="7001486" y="2234404"/>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48" name="Oval 47">
            <a:extLst>
              <a:ext uri="{FF2B5EF4-FFF2-40B4-BE49-F238E27FC236}">
                <a16:creationId xmlns:a16="http://schemas.microsoft.com/office/drawing/2014/main" id="{BDD11F87-DA81-9510-C1CB-0AF4093562CB}"/>
              </a:ext>
            </a:extLst>
          </p:cNvPr>
          <p:cNvSpPr/>
          <p:nvPr/>
        </p:nvSpPr>
        <p:spPr>
          <a:xfrm rot="5400000">
            <a:off x="9998271" y="26856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9" name="Oval 48">
            <a:extLst>
              <a:ext uri="{FF2B5EF4-FFF2-40B4-BE49-F238E27FC236}">
                <a16:creationId xmlns:a16="http://schemas.microsoft.com/office/drawing/2014/main" id="{BDD11F87-DA81-9510-C1CB-0AF4093562CB}"/>
              </a:ext>
            </a:extLst>
          </p:cNvPr>
          <p:cNvSpPr/>
          <p:nvPr/>
        </p:nvSpPr>
        <p:spPr>
          <a:xfrm rot="5400000">
            <a:off x="8941694"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0" name="Oval 49">
            <a:extLst>
              <a:ext uri="{FF2B5EF4-FFF2-40B4-BE49-F238E27FC236}">
                <a16:creationId xmlns:a16="http://schemas.microsoft.com/office/drawing/2014/main" id="{BDD11F87-DA81-9510-C1CB-0AF4093562CB}"/>
              </a:ext>
            </a:extLst>
          </p:cNvPr>
          <p:cNvSpPr/>
          <p:nvPr/>
        </p:nvSpPr>
        <p:spPr>
          <a:xfrm rot="5400000">
            <a:off x="11054849"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1" name="Straight Connector 50">
            <a:extLst>
              <a:ext uri="{FF2B5EF4-FFF2-40B4-BE49-F238E27FC236}">
                <a16:creationId xmlns:a16="http://schemas.microsoft.com/office/drawing/2014/main" id="{6205DD86-315C-53B6-CEEF-A9919650168E}"/>
              </a:ext>
            </a:extLst>
          </p:cNvPr>
          <p:cNvCxnSpPr>
            <a:cxnSpLocks/>
            <a:stCxn id="48" idx="5"/>
            <a:endCxn id="49" idx="1"/>
          </p:cNvCxnSpPr>
          <p:nvPr/>
        </p:nvCxnSpPr>
        <p:spPr>
          <a:xfrm flipH="1">
            <a:off x="9064606" y="2808536"/>
            <a:ext cx="954753"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6205DD86-315C-53B6-CEEF-A9919650168E}"/>
              </a:ext>
            </a:extLst>
          </p:cNvPr>
          <p:cNvCxnSpPr>
            <a:cxnSpLocks/>
            <a:stCxn id="48" idx="7"/>
            <a:endCxn id="50" idx="3"/>
          </p:cNvCxnSpPr>
          <p:nvPr/>
        </p:nvCxnSpPr>
        <p:spPr>
          <a:xfrm>
            <a:off x="10121183" y="2808536"/>
            <a:ext cx="954754"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6205DD86-315C-53B6-CEEF-A9919650168E}"/>
              </a:ext>
            </a:extLst>
          </p:cNvPr>
          <p:cNvCxnSpPr>
            <a:cxnSpLocks/>
            <a:stCxn id="50" idx="4"/>
            <a:endCxn id="49" idx="0"/>
          </p:cNvCxnSpPr>
          <p:nvPr/>
        </p:nvCxnSpPr>
        <p:spPr>
          <a:xfrm flipH="1">
            <a:off x="9085694" y="4142155"/>
            <a:ext cx="196915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4" name="TextBox 53"/>
          <p:cNvSpPr txBox="1"/>
          <p:nvPr/>
        </p:nvSpPr>
        <p:spPr>
          <a:xfrm>
            <a:off x="8838806" y="409124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55" name="TextBox 54"/>
          <p:cNvSpPr txBox="1"/>
          <p:nvPr/>
        </p:nvSpPr>
        <p:spPr>
          <a:xfrm>
            <a:off x="10946351" y="414215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6" name="TextBox 55"/>
          <p:cNvSpPr txBox="1"/>
          <p:nvPr/>
        </p:nvSpPr>
        <p:spPr>
          <a:xfrm>
            <a:off x="9881846" y="2234404"/>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67" name="TextBox 66"/>
          <p:cNvSpPr txBox="1"/>
          <p:nvPr/>
        </p:nvSpPr>
        <p:spPr>
          <a:xfrm>
            <a:off x="1240766" y="4501756"/>
            <a:ext cx="396262" cy="523220"/>
          </a:xfrm>
          <a:prstGeom prst="rect">
            <a:avLst/>
          </a:prstGeom>
          <a:noFill/>
        </p:spPr>
        <p:txBody>
          <a:bodyPr wrap="none" rtlCol="0">
            <a:spAutoFit/>
          </a:bodyPr>
          <a:lstStyle/>
          <a:p>
            <a:r>
              <a:rPr lang="en-US" sz="2800" dirty="0">
                <a:solidFill>
                  <a:srgbClr val="002060"/>
                </a:solidFill>
              </a:rPr>
              <a:t>G</a:t>
            </a:r>
          </a:p>
        </p:txBody>
      </p:sp>
      <mc:AlternateContent xmlns:mc="http://schemas.openxmlformats.org/markup-compatibility/2006" xmlns:a14="http://schemas.microsoft.com/office/drawing/2010/main">
        <mc:Choice Requires="a14">
          <p:sp>
            <p:nvSpPr>
              <p:cNvPr id="68" name="TextBox 67"/>
              <p:cNvSpPr txBox="1"/>
              <p:nvPr/>
            </p:nvSpPr>
            <p:spPr>
              <a:xfrm>
                <a:off x="4022222" y="4501756"/>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4022222" y="4501756"/>
                <a:ext cx="718658"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6823642" y="4501756"/>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69" name="TextBox 68"/>
              <p:cNvSpPr txBox="1">
                <a:spLocks noRot="1" noChangeAspect="1" noMove="1" noResize="1" noEditPoints="1" noAdjustHandles="1" noChangeArrowheads="1" noChangeShapeType="1" noTextEdit="1"/>
              </p:cNvSpPr>
              <p:nvPr/>
            </p:nvSpPr>
            <p:spPr>
              <a:xfrm>
                <a:off x="6823642" y="4501756"/>
                <a:ext cx="726929"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9706470" y="4501756"/>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9706470" y="4501756"/>
                <a:ext cx="726929" cy="523220"/>
              </a:xfrm>
              <a:prstGeom prst="rect">
                <a:avLst/>
              </a:prstGeom>
              <a:blipFill rotWithShape="0">
                <a:blip r:embed="rId4"/>
                <a:stretch>
                  <a:fillRect/>
                </a:stretch>
              </a:blipFill>
            </p:spPr>
            <p:txBody>
              <a:bodyPr/>
              <a:lstStyle/>
              <a:p>
                <a:r>
                  <a:rPr lang="en-US">
                    <a:noFill/>
                  </a:rPr>
                  <a:t> </a:t>
                </a:r>
              </a:p>
            </p:txBody>
          </p:sp>
        </mc:Fallback>
      </mc:AlternateContent>
      <p:sp>
        <p:nvSpPr>
          <p:cNvPr id="3" name="Rectangle 2"/>
          <p:cNvSpPr/>
          <p:nvPr/>
        </p:nvSpPr>
        <p:spPr>
          <a:xfrm>
            <a:off x="2599353" y="5396406"/>
            <a:ext cx="5647700" cy="523220"/>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none">
            <a:spAutoFit/>
          </a:bodyPr>
          <a:lstStyle/>
          <a:p>
            <a:pPr lvl="0"/>
            <a:r>
              <a:rPr lang="en-US" sz="2800" dirty="0">
                <a:solidFill>
                  <a:srgbClr val="002060"/>
                </a:solidFill>
              </a:rPr>
              <a:t>A single edge in a graph is a matching.</a:t>
            </a:r>
          </a:p>
        </p:txBody>
      </p:sp>
      <p:cxnSp>
        <p:nvCxnSpPr>
          <p:cNvPr id="57" name="Straight Connector 56"/>
          <p:cNvCxnSpPr/>
          <p:nvPr/>
        </p:nvCxnSpPr>
        <p:spPr>
          <a:xfrm>
            <a:off x="2872501" y="2020638"/>
            <a:ext cx="6487" cy="28561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5842812" y="2018975"/>
            <a:ext cx="13810" cy="285948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8670358" y="2020638"/>
            <a:ext cx="0" cy="28561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26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7" presetClass="emph" presetSubtype="2" fill="hold" nodeType="clickEffect">
                                  <p:stCondLst>
                                    <p:cond delay="0"/>
                                  </p:stCondLst>
                                  <p:childTnLst>
                                    <p:animClr clrSpc="rgb" dir="cw">
                                      <p:cBhvr>
                                        <p:cTn id="56" dur="500" fill="hold"/>
                                        <p:tgtEl>
                                          <p:spTgt spid="33"/>
                                        </p:tgtEl>
                                        <p:attrNameLst>
                                          <p:attrName>stroke.color</p:attrName>
                                        </p:attrNameLst>
                                      </p:cBhvr>
                                      <p:to>
                                        <a:srgbClr val="00BBD3"/>
                                      </p:to>
                                    </p:animClr>
                                    <p:set>
                                      <p:cBhvr>
                                        <p:cTn id="57" dur="500" fill="hold"/>
                                        <p:tgtEl>
                                          <p:spTgt spid="33"/>
                                        </p:tgtEl>
                                        <p:attrNameLst>
                                          <p:attrName>stroke.on</p:attrName>
                                        </p:attrNameLst>
                                      </p:cBhvr>
                                      <p:to>
                                        <p:strVal val="true"/>
                                      </p:to>
                                    </p:set>
                                  </p:childTnLst>
                                </p:cTn>
                              </p:par>
                            </p:childTnLst>
                          </p:cTn>
                        </p:par>
                      </p:childTnLst>
                    </p:cTn>
                  </p:par>
                  <p:par>
                    <p:cTn id="58" fill="hold">
                      <p:stCondLst>
                        <p:cond delay="indefinite"/>
                      </p:stCondLst>
                      <p:childTnLst>
                        <p:par>
                          <p:cTn id="59" fill="hold">
                            <p:stCondLst>
                              <p:cond delay="0"/>
                            </p:stCondLst>
                            <p:childTnLst>
                              <p:par>
                                <p:cTn id="60" presetID="42" presetClass="exit" presetSubtype="0" fill="hold" nodeType="clickEffect">
                                  <p:stCondLst>
                                    <p:cond delay="0"/>
                                  </p:stCondLst>
                                  <p:childTnLst>
                                    <p:animEffect transition="out" filter="fade">
                                      <p:cBhvr>
                                        <p:cTn id="61" dur="1000"/>
                                        <p:tgtEl>
                                          <p:spTgt spid="34"/>
                                        </p:tgtEl>
                                      </p:cBhvr>
                                    </p:animEffect>
                                    <p:anim calcmode="lin" valueType="num">
                                      <p:cBhvr>
                                        <p:cTn id="62" dur="1000"/>
                                        <p:tgtEl>
                                          <p:spTgt spid="34"/>
                                        </p:tgtEl>
                                        <p:attrNameLst>
                                          <p:attrName>ppt_x</p:attrName>
                                        </p:attrNameLst>
                                      </p:cBhvr>
                                      <p:tavLst>
                                        <p:tav tm="0">
                                          <p:val>
                                            <p:strVal val="ppt_x"/>
                                          </p:val>
                                        </p:tav>
                                        <p:tav tm="100000">
                                          <p:val>
                                            <p:strVal val="ppt_x"/>
                                          </p:val>
                                        </p:tav>
                                      </p:tavLst>
                                    </p:anim>
                                    <p:anim calcmode="lin" valueType="num">
                                      <p:cBhvr>
                                        <p:cTn id="63" dur="1000"/>
                                        <p:tgtEl>
                                          <p:spTgt spid="34"/>
                                        </p:tgtEl>
                                        <p:attrNameLst>
                                          <p:attrName>ppt_y</p:attrName>
                                        </p:attrNameLst>
                                      </p:cBhvr>
                                      <p:tavLst>
                                        <p:tav tm="0">
                                          <p:val>
                                            <p:strVal val="ppt_y"/>
                                          </p:val>
                                        </p:tav>
                                        <p:tav tm="100000">
                                          <p:val>
                                            <p:strVal val="ppt_y+.1"/>
                                          </p:val>
                                        </p:tav>
                                      </p:tavLst>
                                    </p:anim>
                                    <p:set>
                                      <p:cBhvr>
                                        <p:cTn id="64" dur="1" fill="hold">
                                          <p:stCondLst>
                                            <p:cond delay="999"/>
                                          </p:stCondLst>
                                        </p:cTn>
                                        <p:tgtEl>
                                          <p:spTgt spid="34"/>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42" presetClass="exit" presetSubtype="0" fill="hold" nodeType="clickEffect">
                                  <p:stCondLst>
                                    <p:cond delay="0"/>
                                  </p:stCondLst>
                                  <p:childTnLst>
                                    <p:animEffect transition="out" filter="fade">
                                      <p:cBhvr>
                                        <p:cTn id="68" dur="1000"/>
                                        <p:tgtEl>
                                          <p:spTgt spid="35"/>
                                        </p:tgtEl>
                                      </p:cBhvr>
                                    </p:animEffect>
                                    <p:anim calcmode="lin" valueType="num">
                                      <p:cBhvr>
                                        <p:cTn id="69" dur="1000"/>
                                        <p:tgtEl>
                                          <p:spTgt spid="35"/>
                                        </p:tgtEl>
                                        <p:attrNameLst>
                                          <p:attrName>ppt_x</p:attrName>
                                        </p:attrNameLst>
                                      </p:cBhvr>
                                      <p:tavLst>
                                        <p:tav tm="0">
                                          <p:val>
                                            <p:strVal val="ppt_x"/>
                                          </p:val>
                                        </p:tav>
                                        <p:tav tm="100000">
                                          <p:val>
                                            <p:strVal val="ppt_x"/>
                                          </p:val>
                                        </p:tav>
                                      </p:tavLst>
                                    </p:anim>
                                    <p:anim calcmode="lin" valueType="num">
                                      <p:cBhvr>
                                        <p:cTn id="70" dur="1000"/>
                                        <p:tgtEl>
                                          <p:spTgt spid="35"/>
                                        </p:tgtEl>
                                        <p:attrNameLst>
                                          <p:attrName>ppt_y</p:attrName>
                                        </p:attrNameLst>
                                      </p:cBhvr>
                                      <p:tavLst>
                                        <p:tav tm="0">
                                          <p:val>
                                            <p:strVal val="ppt_y"/>
                                          </p:val>
                                        </p:tav>
                                        <p:tav tm="100000">
                                          <p:val>
                                            <p:strVal val="ppt_y+.1"/>
                                          </p:val>
                                        </p:tav>
                                      </p:tavLst>
                                    </p:anim>
                                    <p:set>
                                      <p:cBhvr>
                                        <p:cTn id="71" dur="1" fill="hold">
                                          <p:stCondLst>
                                            <p:cond delay="999"/>
                                          </p:stCondLst>
                                        </p:cTn>
                                        <p:tgtEl>
                                          <p:spTgt spid="35"/>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68"/>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58"/>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39"/>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41"/>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42"/>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43"/>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4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4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47"/>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7" presetClass="emph" presetSubtype="2" fill="hold" nodeType="clickEffect">
                                  <p:stCondLst>
                                    <p:cond delay="0"/>
                                  </p:stCondLst>
                                  <p:childTnLst>
                                    <p:animClr clrSpc="rgb" dir="cw">
                                      <p:cBhvr>
                                        <p:cTn id="103" dur="500" fill="hold"/>
                                        <p:tgtEl>
                                          <p:spTgt spid="43"/>
                                        </p:tgtEl>
                                        <p:attrNameLst>
                                          <p:attrName>stroke.color</p:attrName>
                                        </p:attrNameLst>
                                      </p:cBhvr>
                                      <p:to>
                                        <a:srgbClr val="00BBD3"/>
                                      </p:to>
                                    </p:animClr>
                                    <p:set>
                                      <p:cBhvr>
                                        <p:cTn id="104" dur="500" fill="hold"/>
                                        <p:tgtEl>
                                          <p:spTgt spid="43"/>
                                        </p:tgtEl>
                                        <p:attrNameLst>
                                          <p:attrName>stroke.on</p:attrName>
                                        </p:attrNameLst>
                                      </p:cBhvr>
                                      <p:to>
                                        <p:strVal val="true"/>
                                      </p:to>
                                    </p:set>
                                  </p:childTnLst>
                                </p:cTn>
                              </p:par>
                            </p:childTnLst>
                          </p:cTn>
                        </p:par>
                      </p:childTnLst>
                    </p:cTn>
                  </p:par>
                  <p:par>
                    <p:cTn id="105" fill="hold">
                      <p:stCondLst>
                        <p:cond delay="indefinite"/>
                      </p:stCondLst>
                      <p:childTnLst>
                        <p:par>
                          <p:cTn id="106" fill="hold">
                            <p:stCondLst>
                              <p:cond delay="0"/>
                            </p:stCondLst>
                            <p:childTnLst>
                              <p:par>
                                <p:cTn id="107" presetID="1" presetClass="exit" presetSubtype="0" fill="hold" nodeType="clickEffect">
                                  <p:stCondLst>
                                    <p:cond delay="0"/>
                                  </p:stCondLst>
                                  <p:childTnLst>
                                    <p:set>
                                      <p:cBhvr>
                                        <p:cTn id="108" dur="1" fill="hold">
                                          <p:stCondLst>
                                            <p:cond delay="0"/>
                                          </p:stCondLst>
                                        </p:cTn>
                                        <p:tgtEl>
                                          <p:spTgt spid="44"/>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42"/>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6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9"/>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50"/>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51"/>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52"/>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53"/>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5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5"/>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6"/>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70"/>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7" presetClass="emph" presetSubtype="2" fill="hold" nodeType="clickEffect">
                                  <p:stCondLst>
                                    <p:cond delay="0"/>
                                  </p:stCondLst>
                                  <p:childTnLst>
                                    <p:animClr clrSpc="rgb" dir="cw">
                                      <p:cBhvr>
                                        <p:cTn id="144" dur="500" fill="hold"/>
                                        <p:tgtEl>
                                          <p:spTgt spid="53"/>
                                        </p:tgtEl>
                                        <p:attrNameLst>
                                          <p:attrName>stroke.color</p:attrName>
                                        </p:attrNameLst>
                                      </p:cBhvr>
                                      <p:to>
                                        <a:srgbClr val="00BBD3"/>
                                      </p:to>
                                    </p:animClr>
                                    <p:set>
                                      <p:cBhvr>
                                        <p:cTn id="145" dur="500" fill="hold"/>
                                        <p:tgtEl>
                                          <p:spTgt spid="53"/>
                                        </p:tgtEl>
                                        <p:attrNameLst>
                                          <p:attrName>stroke.on</p:attrName>
                                        </p:attrNameLst>
                                      </p:cBhvr>
                                      <p:to>
                                        <p:strVal val="true"/>
                                      </p:to>
                                    </p:set>
                                  </p:childTnLst>
                                </p:cTn>
                              </p:par>
                            </p:childTnLst>
                          </p:cTn>
                        </p:par>
                      </p:childTnLst>
                    </p:cTn>
                  </p:par>
                  <p:par>
                    <p:cTn id="146" fill="hold">
                      <p:stCondLst>
                        <p:cond delay="indefinite"/>
                      </p:stCondLst>
                      <p:childTnLst>
                        <p:par>
                          <p:cTn id="147" fill="hold">
                            <p:stCondLst>
                              <p:cond delay="0"/>
                            </p:stCondLst>
                            <p:childTnLst>
                              <p:par>
                                <p:cTn id="148" presetID="1" presetClass="exit" presetSubtype="0" fill="hold" nodeType="clickEffect">
                                  <p:stCondLst>
                                    <p:cond delay="0"/>
                                  </p:stCondLst>
                                  <p:childTnLst>
                                    <p:set>
                                      <p:cBhvr>
                                        <p:cTn id="149" dur="1" fill="hold">
                                          <p:stCondLst>
                                            <p:cond delay="0"/>
                                          </p:stCondLst>
                                        </p:cTn>
                                        <p:tgtEl>
                                          <p:spTgt spid="51"/>
                                        </p:tgtEl>
                                        <p:attrNameLst>
                                          <p:attrName>style.visibility</p:attrName>
                                        </p:attrNameLst>
                                      </p:cBhvr>
                                      <p:to>
                                        <p:strVal val="hidden"/>
                                      </p:to>
                                    </p:set>
                                  </p:childTnLst>
                                </p:cTn>
                              </p:par>
                              <p:par>
                                <p:cTn id="150" presetID="1" presetClass="exit" presetSubtype="0" fill="hold" nodeType="withEffect">
                                  <p:stCondLst>
                                    <p:cond delay="0"/>
                                  </p:stCondLst>
                                  <p:childTnLst>
                                    <p:set>
                                      <p:cBhvr>
                                        <p:cTn id="151" dur="1" fill="hold">
                                          <p:stCondLst>
                                            <p:cond delay="0"/>
                                          </p:stCondLst>
                                        </p:cTn>
                                        <p:tgtEl>
                                          <p:spTgt spid="52"/>
                                        </p:tgtEl>
                                        <p:attrNameLst>
                                          <p:attrName>style.visibility</p:attrName>
                                        </p:attrNameLst>
                                      </p:cBhvr>
                                      <p:to>
                                        <p:strVal val="hidden"/>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7" grpId="0"/>
      <p:bldP spid="18" grpId="0"/>
      <p:bldP spid="19" grpId="0"/>
      <p:bldP spid="30" grpId="0" animBg="1"/>
      <p:bldP spid="31" grpId="0" animBg="1"/>
      <p:bldP spid="32" grpId="0" animBg="1"/>
      <p:bldP spid="36" grpId="0"/>
      <p:bldP spid="37" grpId="0"/>
      <p:bldP spid="38" grpId="0"/>
      <p:bldP spid="39" grpId="0" animBg="1"/>
      <p:bldP spid="40" grpId="0" animBg="1"/>
      <p:bldP spid="41" grpId="0" animBg="1"/>
      <p:bldP spid="45" grpId="0"/>
      <p:bldP spid="46" grpId="0"/>
      <p:bldP spid="47" grpId="0"/>
      <p:bldP spid="48" grpId="0" animBg="1"/>
      <p:bldP spid="49" grpId="0" animBg="1"/>
      <p:bldP spid="50" grpId="0" animBg="1"/>
      <p:bldP spid="54" grpId="0"/>
      <p:bldP spid="55" grpId="0"/>
      <p:bldP spid="56" grpId="0"/>
      <p:bldP spid="67" grpId="0"/>
      <p:bldP spid="68" grpId="0"/>
      <p:bldP spid="69" grpId="0"/>
      <p:bldP spid="70" grpId="0"/>
      <p:bldP spid="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Matching</a:t>
            </a:r>
          </a:p>
        </p:txBody>
      </p:sp>
      <p:sp>
        <p:nvSpPr>
          <p:cNvPr id="5" name="Content Placeholder 4"/>
          <p:cNvSpPr>
            <a:spLocks noGrp="1"/>
          </p:cNvSpPr>
          <p:nvPr>
            <p:ph idx="1"/>
          </p:nvPr>
        </p:nvSpPr>
        <p:spPr>
          <a:xfrm>
            <a:off x="131180" y="863444"/>
            <a:ext cx="11730262" cy="1001627"/>
          </a:xfrm>
        </p:spPr>
        <p:txBody>
          <a:bodyPr/>
          <a:lstStyle/>
          <a:p>
            <a:pPr lvl="0"/>
            <a:r>
              <a:rPr lang="en-US" dirty="0"/>
              <a:t>A </a:t>
            </a:r>
            <a:r>
              <a:rPr lang="en-US" b="1" dirty="0"/>
              <a:t>matching</a:t>
            </a:r>
            <a:r>
              <a:rPr lang="en-US" dirty="0"/>
              <a:t> in a graph is a subset of edges in which no two edges are adjacent.</a:t>
            </a:r>
          </a:p>
        </p:txBody>
      </p:sp>
      <p:sp>
        <p:nvSpPr>
          <p:cNvPr id="67" name="TextBox 66"/>
          <p:cNvSpPr txBox="1"/>
          <p:nvPr/>
        </p:nvSpPr>
        <p:spPr>
          <a:xfrm>
            <a:off x="1332159" y="5445070"/>
            <a:ext cx="396262" cy="523220"/>
          </a:xfrm>
          <a:prstGeom prst="rect">
            <a:avLst/>
          </a:prstGeom>
          <a:noFill/>
        </p:spPr>
        <p:txBody>
          <a:bodyPr wrap="none" rtlCol="0">
            <a:spAutoFit/>
          </a:bodyPr>
          <a:lstStyle/>
          <a:p>
            <a:r>
              <a:rPr lang="en-US" sz="2800" dirty="0">
                <a:solidFill>
                  <a:srgbClr val="002060"/>
                </a:solidFill>
              </a:rPr>
              <a:t>G</a:t>
            </a:r>
          </a:p>
        </p:txBody>
      </p:sp>
      <mc:AlternateContent xmlns:mc="http://schemas.openxmlformats.org/markup-compatibility/2006" xmlns:a14="http://schemas.microsoft.com/office/drawing/2010/main">
        <mc:Choice Requires="a14">
          <p:sp>
            <p:nvSpPr>
              <p:cNvPr id="68" name="TextBox 67"/>
              <p:cNvSpPr txBox="1"/>
              <p:nvPr/>
            </p:nvSpPr>
            <p:spPr>
              <a:xfrm>
                <a:off x="3524991" y="5445070"/>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3524991" y="5445070"/>
                <a:ext cx="718658"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5676754" y="5445070"/>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69" name="TextBox 68"/>
              <p:cNvSpPr txBox="1">
                <a:spLocks noRot="1" noChangeAspect="1" noMove="1" noResize="1" noEditPoints="1" noAdjustHandles="1" noChangeArrowheads="1" noChangeShapeType="1" noTextEdit="1"/>
              </p:cNvSpPr>
              <p:nvPr/>
            </p:nvSpPr>
            <p:spPr>
              <a:xfrm>
                <a:off x="5676754" y="5445070"/>
                <a:ext cx="726929"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7922944" y="5445070"/>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7922944" y="5445070"/>
                <a:ext cx="726929" cy="523220"/>
              </a:xfrm>
              <a:prstGeom prst="rect">
                <a:avLst/>
              </a:prstGeom>
              <a:blipFill rotWithShape="0">
                <a:blip r:embed="rId4"/>
                <a:stretch>
                  <a:fillRect/>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BDD11F87-DA81-9510-C1CB-0AF4093562CB}"/>
              </a:ext>
            </a:extLst>
          </p:cNvPr>
          <p:cNvSpPr/>
          <p:nvPr/>
        </p:nvSpPr>
        <p:spPr>
          <a:xfrm rot="5400000">
            <a:off x="677936" y="24748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2432361" y="24748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 name="Straight Connector 17">
            <a:extLst>
              <a:ext uri="{FF2B5EF4-FFF2-40B4-BE49-F238E27FC236}">
                <a16:creationId xmlns:a16="http://schemas.microsoft.com/office/drawing/2014/main" id="{6205DD86-315C-53B6-CEEF-A9919650168E}"/>
              </a:ext>
            </a:extLst>
          </p:cNvPr>
          <p:cNvCxnSpPr>
            <a:cxnSpLocks/>
            <a:stCxn id="15" idx="4"/>
            <a:endCxn id="14" idx="0"/>
          </p:cNvCxnSpPr>
          <p:nvPr/>
        </p:nvCxnSpPr>
        <p:spPr>
          <a:xfrm flipH="1">
            <a:off x="821936" y="2546813"/>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BDD11F87-DA81-9510-C1CB-0AF4093562CB}"/>
              </a:ext>
            </a:extLst>
          </p:cNvPr>
          <p:cNvSpPr/>
          <p:nvPr/>
        </p:nvSpPr>
        <p:spPr>
          <a:xfrm rot="5400000">
            <a:off x="680897" y="47778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1" name="Oval 20">
            <a:extLst>
              <a:ext uri="{FF2B5EF4-FFF2-40B4-BE49-F238E27FC236}">
                <a16:creationId xmlns:a16="http://schemas.microsoft.com/office/drawing/2014/main" id="{BDD11F87-DA81-9510-C1CB-0AF4093562CB}"/>
              </a:ext>
            </a:extLst>
          </p:cNvPr>
          <p:cNvSpPr/>
          <p:nvPr/>
        </p:nvSpPr>
        <p:spPr>
          <a:xfrm rot="5400000">
            <a:off x="2432361" y="47778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 name="Straight Connector 21">
            <a:extLst>
              <a:ext uri="{FF2B5EF4-FFF2-40B4-BE49-F238E27FC236}">
                <a16:creationId xmlns:a16="http://schemas.microsoft.com/office/drawing/2014/main" id="{6205DD86-315C-53B6-CEEF-A9919650168E}"/>
              </a:ext>
            </a:extLst>
          </p:cNvPr>
          <p:cNvCxnSpPr>
            <a:cxnSpLocks/>
            <a:stCxn id="14" idx="6"/>
            <a:endCxn id="20" idx="2"/>
          </p:cNvCxnSpPr>
          <p:nvPr/>
        </p:nvCxnSpPr>
        <p:spPr>
          <a:xfrm>
            <a:off x="749936" y="2618813"/>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15" idx="6"/>
            <a:endCxn id="21" idx="2"/>
          </p:cNvCxnSpPr>
          <p:nvPr/>
        </p:nvCxnSpPr>
        <p:spPr>
          <a:xfrm>
            <a:off x="2504361" y="2618813"/>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6205DD86-315C-53B6-CEEF-A9919650168E}"/>
              </a:ext>
            </a:extLst>
          </p:cNvPr>
          <p:cNvCxnSpPr>
            <a:cxnSpLocks/>
            <a:stCxn id="21" idx="4"/>
            <a:endCxn id="20" idx="0"/>
          </p:cNvCxnSpPr>
          <p:nvPr/>
        </p:nvCxnSpPr>
        <p:spPr>
          <a:xfrm flipH="1" flipV="1">
            <a:off x="824897" y="4849857"/>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Straight Connector 24">
            <a:extLst>
              <a:ext uri="{FF2B5EF4-FFF2-40B4-BE49-F238E27FC236}">
                <a16:creationId xmlns:a16="http://schemas.microsoft.com/office/drawing/2014/main" id="{6205DD86-315C-53B6-CEEF-A9919650168E}"/>
              </a:ext>
            </a:extLst>
          </p:cNvPr>
          <p:cNvCxnSpPr>
            <a:cxnSpLocks/>
            <a:stCxn id="21" idx="3"/>
            <a:endCxn id="14" idx="7"/>
          </p:cNvCxnSpPr>
          <p:nvPr/>
        </p:nvCxnSpPr>
        <p:spPr>
          <a:xfrm flipH="1" flipV="1">
            <a:off x="800848" y="2597725"/>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1" name="Oval 40">
            <a:extLst>
              <a:ext uri="{FF2B5EF4-FFF2-40B4-BE49-F238E27FC236}">
                <a16:creationId xmlns:a16="http://schemas.microsoft.com/office/drawing/2014/main" id="{BDD11F87-DA81-9510-C1CB-0AF4093562CB}"/>
              </a:ext>
            </a:extLst>
          </p:cNvPr>
          <p:cNvSpPr/>
          <p:nvPr/>
        </p:nvSpPr>
        <p:spPr>
          <a:xfrm rot="5400000">
            <a:off x="2886911" y="24748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2" name="Oval 41">
            <a:extLst>
              <a:ext uri="{FF2B5EF4-FFF2-40B4-BE49-F238E27FC236}">
                <a16:creationId xmlns:a16="http://schemas.microsoft.com/office/drawing/2014/main" id="{BDD11F87-DA81-9510-C1CB-0AF4093562CB}"/>
              </a:ext>
            </a:extLst>
          </p:cNvPr>
          <p:cNvSpPr/>
          <p:nvPr/>
        </p:nvSpPr>
        <p:spPr>
          <a:xfrm rot="5400000">
            <a:off x="4641336" y="24748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3" name="Straight Connector 42">
            <a:extLst>
              <a:ext uri="{FF2B5EF4-FFF2-40B4-BE49-F238E27FC236}">
                <a16:creationId xmlns:a16="http://schemas.microsoft.com/office/drawing/2014/main" id="{6205DD86-315C-53B6-CEEF-A9919650168E}"/>
              </a:ext>
            </a:extLst>
          </p:cNvPr>
          <p:cNvCxnSpPr>
            <a:cxnSpLocks/>
            <a:stCxn id="42" idx="4"/>
            <a:endCxn id="41" idx="0"/>
          </p:cNvCxnSpPr>
          <p:nvPr/>
        </p:nvCxnSpPr>
        <p:spPr>
          <a:xfrm flipH="1">
            <a:off x="3030911" y="2546810"/>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4" name="Oval 43">
            <a:extLst>
              <a:ext uri="{FF2B5EF4-FFF2-40B4-BE49-F238E27FC236}">
                <a16:creationId xmlns:a16="http://schemas.microsoft.com/office/drawing/2014/main" id="{BDD11F87-DA81-9510-C1CB-0AF4093562CB}"/>
              </a:ext>
            </a:extLst>
          </p:cNvPr>
          <p:cNvSpPr/>
          <p:nvPr/>
        </p:nvSpPr>
        <p:spPr>
          <a:xfrm rot="5400000">
            <a:off x="2889872" y="47778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4641336" y="47778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6" name="Straight Connector 45">
            <a:extLst>
              <a:ext uri="{FF2B5EF4-FFF2-40B4-BE49-F238E27FC236}">
                <a16:creationId xmlns:a16="http://schemas.microsoft.com/office/drawing/2014/main" id="{6205DD86-315C-53B6-CEEF-A9919650168E}"/>
              </a:ext>
            </a:extLst>
          </p:cNvPr>
          <p:cNvCxnSpPr>
            <a:cxnSpLocks/>
            <a:stCxn id="41" idx="6"/>
            <a:endCxn id="44" idx="2"/>
          </p:cNvCxnSpPr>
          <p:nvPr/>
        </p:nvCxnSpPr>
        <p:spPr>
          <a:xfrm>
            <a:off x="2958911" y="2618810"/>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42" idx="6"/>
            <a:endCxn id="45" idx="2"/>
          </p:cNvCxnSpPr>
          <p:nvPr/>
        </p:nvCxnSpPr>
        <p:spPr>
          <a:xfrm>
            <a:off x="4713336" y="2618810"/>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45" idx="4"/>
            <a:endCxn id="44" idx="0"/>
          </p:cNvCxnSpPr>
          <p:nvPr/>
        </p:nvCxnSpPr>
        <p:spPr>
          <a:xfrm flipH="1" flipV="1">
            <a:off x="3033872" y="4849854"/>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45" idx="3"/>
            <a:endCxn id="41" idx="7"/>
          </p:cNvCxnSpPr>
          <p:nvPr/>
        </p:nvCxnSpPr>
        <p:spPr>
          <a:xfrm flipH="1" flipV="1">
            <a:off x="3009823" y="2597722"/>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1" name="Oval 50">
            <a:extLst>
              <a:ext uri="{FF2B5EF4-FFF2-40B4-BE49-F238E27FC236}">
                <a16:creationId xmlns:a16="http://schemas.microsoft.com/office/drawing/2014/main" id="{BDD11F87-DA81-9510-C1CB-0AF4093562CB}"/>
              </a:ext>
            </a:extLst>
          </p:cNvPr>
          <p:cNvSpPr/>
          <p:nvPr/>
        </p:nvSpPr>
        <p:spPr>
          <a:xfrm rot="5400000">
            <a:off x="5112054" y="24748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2" name="Oval 51">
            <a:extLst>
              <a:ext uri="{FF2B5EF4-FFF2-40B4-BE49-F238E27FC236}">
                <a16:creationId xmlns:a16="http://schemas.microsoft.com/office/drawing/2014/main" id="{BDD11F87-DA81-9510-C1CB-0AF4093562CB}"/>
              </a:ext>
            </a:extLst>
          </p:cNvPr>
          <p:cNvSpPr/>
          <p:nvPr/>
        </p:nvSpPr>
        <p:spPr>
          <a:xfrm rot="5400000">
            <a:off x="6866479" y="24748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3" name="Straight Connector 52">
            <a:extLst>
              <a:ext uri="{FF2B5EF4-FFF2-40B4-BE49-F238E27FC236}">
                <a16:creationId xmlns:a16="http://schemas.microsoft.com/office/drawing/2014/main" id="{6205DD86-315C-53B6-CEEF-A9919650168E}"/>
              </a:ext>
            </a:extLst>
          </p:cNvPr>
          <p:cNvCxnSpPr>
            <a:cxnSpLocks/>
            <a:stCxn id="52" idx="4"/>
            <a:endCxn id="51" idx="0"/>
          </p:cNvCxnSpPr>
          <p:nvPr/>
        </p:nvCxnSpPr>
        <p:spPr>
          <a:xfrm flipH="1">
            <a:off x="5256054" y="2546810"/>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4" name="Oval 53">
            <a:extLst>
              <a:ext uri="{FF2B5EF4-FFF2-40B4-BE49-F238E27FC236}">
                <a16:creationId xmlns:a16="http://schemas.microsoft.com/office/drawing/2014/main" id="{BDD11F87-DA81-9510-C1CB-0AF4093562CB}"/>
              </a:ext>
            </a:extLst>
          </p:cNvPr>
          <p:cNvSpPr/>
          <p:nvPr/>
        </p:nvSpPr>
        <p:spPr>
          <a:xfrm rot="5400000">
            <a:off x="5115015" y="47778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6866479" y="47778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8" name="Straight Connector 57">
            <a:extLst>
              <a:ext uri="{FF2B5EF4-FFF2-40B4-BE49-F238E27FC236}">
                <a16:creationId xmlns:a16="http://schemas.microsoft.com/office/drawing/2014/main" id="{6205DD86-315C-53B6-CEEF-A9919650168E}"/>
              </a:ext>
            </a:extLst>
          </p:cNvPr>
          <p:cNvCxnSpPr>
            <a:cxnSpLocks/>
            <a:stCxn id="51" idx="6"/>
            <a:endCxn id="54" idx="2"/>
          </p:cNvCxnSpPr>
          <p:nvPr/>
        </p:nvCxnSpPr>
        <p:spPr>
          <a:xfrm>
            <a:off x="5184054" y="2618810"/>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205DD86-315C-53B6-CEEF-A9919650168E}"/>
              </a:ext>
            </a:extLst>
          </p:cNvPr>
          <p:cNvCxnSpPr>
            <a:cxnSpLocks/>
            <a:stCxn id="52" idx="6"/>
            <a:endCxn id="55" idx="2"/>
          </p:cNvCxnSpPr>
          <p:nvPr/>
        </p:nvCxnSpPr>
        <p:spPr>
          <a:xfrm>
            <a:off x="6938479" y="2618810"/>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6205DD86-315C-53B6-CEEF-A9919650168E}"/>
              </a:ext>
            </a:extLst>
          </p:cNvPr>
          <p:cNvCxnSpPr>
            <a:cxnSpLocks/>
            <a:stCxn id="55" idx="4"/>
            <a:endCxn id="54" idx="0"/>
          </p:cNvCxnSpPr>
          <p:nvPr/>
        </p:nvCxnSpPr>
        <p:spPr>
          <a:xfrm flipH="1" flipV="1">
            <a:off x="5259015" y="4849854"/>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205DD86-315C-53B6-CEEF-A9919650168E}"/>
              </a:ext>
            </a:extLst>
          </p:cNvPr>
          <p:cNvCxnSpPr>
            <a:cxnSpLocks/>
            <a:stCxn id="55" idx="3"/>
            <a:endCxn id="51" idx="7"/>
          </p:cNvCxnSpPr>
          <p:nvPr/>
        </p:nvCxnSpPr>
        <p:spPr>
          <a:xfrm flipH="1" flipV="1">
            <a:off x="5234966" y="2597722"/>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2" name="Oval 61">
            <a:extLst>
              <a:ext uri="{FF2B5EF4-FFF2-40B4-BE49-F238E27FC236}">
                <a16:creationId xmlns:a16="http://schemas.microsoft.com/office/drawing/2014/main" id="{BDD11F87-DA81-9510-C1CB-0AF4093562CB}"/>
              </a:ext>
            </a:extLst>
          </p:cNvPr>
          <p:cNvSpPr/>
          <p:nvPr/>
        </p:nvSpPr>
        <p:spPr>
          <a:xfrm rot="5400000">
            <a:off x="7337197" y="24748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3" name="Oval 62">
            <a:extLst>
              <a:ext uri="{FF2B5EF4-FFF2-40B4-BE49-F238E27FC236}">
                <a16:creationId xmlns:a16="http://schemas.microsoft.com/office/drawing/2014/main" id="{BDD11F87-DA81-9510-C1CB-0AF4093562CB}"/>
              </a:ext>
            </a:extLst>
          </p:cNvPr>
          <p:cNvSpPr/>
          <p:nvPr/>
        </p:nvSpPr>
        <p:spPr>
          <a:xfrm rot="5400000">
            <a:off x="9091622" y="24748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4" name="Straight Connector 63">
            <a:extLst>
              <a:ext uri="{FF2B5EF4-FFF2-40B4-BE49-F238E27FC236}">
                <a16:creationId xmlns:a16="http://schemas.microsoft.com/office/drawing/2014/main" id="{6205DD86-315C-53B6-CEEF-A9919650168E}"/>
              </a:ext>
            </a:extLst>
          </p:cNvPr>
          <p:cNvCxnSpPr>
            <a:cxnSpLocks/>
            <a:stCxn id="63" idx="4"/>
            <a:endCxn id="62" idx="0"/>
          </p:cNvCxnSpPr>
          <p:nvPr/>
        </p:nvCxnSpPr>
        <p:spPr>
          <a:xfrm flipH="1">
            <a:off x="7481197" y="2546810"/>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5" name="Oval 64">
            <a:extLst>
              <a:ext uri="{FF2B5EF4-FFF2-40B4-BE49-F238E27FC236}">
                <a16:creationId xmlns:a16="http://schemas.microsoft.com/office/drawing/2014/main" id="{BDD11F87-DA81-9510-C1CB-0AF4093562CB}"/>
              </a:ext>
            </a:extLst>
          </p:cNvPr>
          <p:cNvSpPr/>
          <p:nvPr/>
        </p:nvSpPr>
        <p:spPr>
          <a:xfrm rot="5400000">
            <a:off x="7340158" y="47778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6" name="Oval 65">
            <a:extLst>
              <a:ext uri="{FF2B5EF4-FFF2-40B4-BE49-F238E27FC236}">
                <a16:creationId xmlns:a16="http://schemas.microsoft.com/office/drawing/2014/main" id="{BDD11F87-DA81-9510-C1CB-0AF4093562CB}"/>
              </a:ext>
            </a:extLst>
          </p:cNvPr>
          <p:cNvSpPr/>
          <p:nvPr/>
        </p:nvSpPr>
        <p:spPr>
          <a:xfrm rot="5400000">
            <a:off x="9091622" y="47778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1" name="Straight Connector 70">
            <a:extLst>
              <a:ext uri="{FF2B5EF4-FFF2-40B4-BE49-F238E27FC236}">
                <a16:creationId xmlns:a16="http://schemas.microsoft.com/office/drawing/2014/main" id="{6205DD86-315C-53B6-CEEF-A9919650168E}"/>
              </a:ext>
            </a:extLst>
          </p:cNvPr>
          <p:cNvCxnSpPr>
            <a:cxnSpLocks/>
            <a:stCxn id="62" idx="6"/>
            <a:endCxn id="65" idx="2"/>
          </p:cNvCxnSpPr>
          <p:nvPr/>
        </p:nvCxnSpPr>
        <p:spPr>
          <a:xfrm>
            <a:off x="7409197" y="2618810"/>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a:extLst>
              <a:ext uri="{FF2B5EF4-FFF2-40B4-BE49-F238E27FC236}">
                <a16:creationId xmlns:a16="http://schemas.microsoft.com/office/drawing/2014/main" id="{6205DD86-315C-53B6-CEEF-A9919650168E}"/>
              </a:ext>
            </a:extLst>
          </p:cNvPr>
          <p:cNvCxnSpPr>
            <a:cxnSpLocks/>
            <a:stCxn id="63" idx="6"/>
            <a:endCxn id="66" idx="2"/>
          </p:cNvCxnSpPr>
          <p:nvPr/>
        </p:nvCxnSpPr>
        <p:spPr>
          <a:xfrm>
            <a:off x="9163622" y="2618810"/>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a:extLst>
              <a:ext uri="{FF2B5EF4-FFF2-40B4-BE49-F238E27FC236}">
                <a16:creationId xmlns:a16="http://schemas.microsoft.com/office/drawing/2014/main" id="{6205DD86-315C-53B6-CEEF-A9919650168E}"/>
              </a:ext>
            </a:extLst>
          </p:cNvPr>
          <p:cNvCxnSpPr>
            <a:cxnSpLocks/>
            <a:stCxn id="66" idx="4"/>
            <a:endCxn id="65" idx="0"/>
          </p:cNvCxnSpPr>
          <p:nvPr/>
        </p:nvCxnSpPr>
        <p:spPr>
          <a:xfrm flipH="1" flipV="1">
            <a:off x="7484158" y="4849854"/>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a:extLst>
              <a:ext uri="{FF2B5EF4-FFF2-40B4-BE49-F238E27FC236}">
                <a16:creationId xmlns:a16="http://schemas.microsoft.com/office/drawing/2014/main" id="{6205DD86-315C-53B6-CEEF-A9919650168E}"/>
              </a:ext>
            </a:extLst>
          </p:cNvPr>
          <p:cNvCxnSpPr>
            <a:cxnSpLocks/>
            <a:stCxn id="66" idx="3"/>
            <a:endCxn id="62" idx="7"/>
          </p:cNvCxnSpPr>
          <p:nvPr/>
        </p:nvCxnSpPr>
        <p:spPr>
          <a:xfrm flipH="1" flipV="1">
            <a:off x="7460109" y="2597722"/>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5" name="Oval 74">
            <a:extLst>
              <a:ext uri="{FF2B5EF4-FFF2-40B4-BE49-F238E27FC236}">
                <a16:creationId xmlns:a16="http://schemas.microsoft.com/office/drawing/2014/main" id="{BDD11F87-DA81-9510-C1CB-0AF4093562CB}"/>
              </a:ext>
            </a:extLst>
          </p:cNvPr>
          <p:cNvSpPr/>
          <p:nvPr/>
        </p:nvSpPr>
        <p:spPr>
          <a:xfrm rot="5400000">
            <a:off x="9666740" y="24748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6" name="Oval 75">
            <a:extLst>
              <a:ext uri="{FF2B5EF4-FFF2-40B4-BE49-F238E27FC236}">
                <a16:creationId xmlns:a16="http://schemas.microsoft.com/office/drawing/2014/main" id="{BDD11F87-DA81-9510-C1CB-0AF4093562CB}"/>
              </a:ext>
            </a:extLst>
          </p:cNvPr>
          <p:cNvSpPr/>
          <p:nvPr/>
        </p:nvSpPr>
        <p:spPr>
          <a:xfrm rot="5400000">
            <a:off x="11421165" y="24748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7" name="Straight Connector 76">
            <a:extLst>
              <a:ext uri="{FF2B5EF4-FFF2-40B4-BE49-F238E27FC236}">
                <a16:creationId xmlns:a16="http://schemas.microsoft.com/office/drawing/2014/main" id="{6205DD86-315C-53B6-CEEF-A9919650168E}"/>
              </a:ext>
            </a:extLst>
          </p:cNvPr>
          <p:cNvCxnSpPr>
            <a:cxnSpLocks/>
            <a:stCxn id="76" idx="4"/>
            <a:endCxn id="75" idx="0"/>
          </p:cNvCxnSpPr>
          <p:nvPr/>
        </p:nvCxnSpPr>
        <p:spPr>
          <a:xfrm flipH="1">
            <a:off x="9810740" y="2546809"/>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8" name="Oval 77">
            <a:extLst>
              <a:ext uri="{FF2B5EF4-FFF2-40B4-BE49-F238E27FC236}">
                <a16:creationId xmlns:a16="http://schemas.microsoft.com/office/drawing/2014/main" id="{BDD11F87-DA81-9510-C1CB-0AF4093562CB}"/>
              </a:ext>
            </a:extLst>
          </p:cNvPr>
          <p:cNvSpPr/>
          <p:nvPr/>
        </p:nvSpPr>
        <p:spPr>
          <a:xfrm rot="5400000">
            <a:off x="9669701" y="47778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9" name="Oval 78">
            <a:extLst>
              <a:ext uri="{FF2B5EF4-FFF2-40B4-BE49-F238E27FC236}">
                <a16:creationId xmlns:a16="http://schemas.microsoft.com/office/drawing/2014/main" id="{BDD11F87-DA81-9510-C1CB-0AF4093562CB}"/>
              </a:ext>
            </a:extLst>
          </p:cNvPr>
          <p:cNvSpPr/>
          <p:nvPr/>
        </p:nvSpPr>
        <p:spPr>
          <a:xfrm rot="5400000">
            <a:off x="11421165" y="47778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0" name="Straight Connector 79">
            <a:extLst>
              <a:ext uri="{FF2B5EF4-FFF2-40B4-BE49-F238E27FC236}">
                <a16:creationId xmlns:a16="http://schemas.microsoft.com/office/drawing/2014/main" id="{6205DD86-315C-53B6-CEEF-A9919650168E}"/>
              </a:ext>
            </a:extLst>
          </p:cNvPr>
          <p:cNvCxnSpPr>
            <a:cxnSpLocks/>
            <a:stCxn id="75" idx="6"/>
            <a:endCxn id="78" idx="2"/>
          </p:cNvCxnSpPr>
          <p:nvPr/>
        </p:nvCxnSpPr>
        <p:spPr>
          <a:xfrm>
            <a:off x="9738740" y="2618809"/>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76" idx="6"/>
            <a:endCxn id="79" idx="2"/>
          </p:cNvCxnSpPr>
          <p:nvPr/>
        </p:nvCxnSpPr>
        <p:spPr>
          <a:xfrm>
            <a:off x="11493165" y="2618809"/>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6205DD86-315C-53B6-CEEF-A9919650168E}"/>
              </a:ext>
            </a:extLst>
          </p:cNvPr>
          <p:cNvCxnSpPr>
            <a:cxnSpLocks/>
            <a:stCxn id="79" idx="4"/>
            <a:endCxn id="78" idx="0"/>
          </p:cNvCxnSpPr>
          <p:nvPr/>
        </p:nvCxnSpPr>
        <p:spPr>
          <a:xfrm flipH="1" flipV="1">
            <a:off x="9813701" y="4849853"/>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79" idx="3"/>
            <a:endCxn id="75" idx="7"/>
          </p:cNvCxnSpPr>
          <p:nvPr/>
        </p:nvCxnSpPr>
        <p:spPr>
          <a:xfrm flipH="1" flipV="1">
            <a:off x="9789652" y="2597721"/>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84" name="TextBox 83"/>
              <p:cNvSpPr txBox="1"/>
              <p:nvPr/>
            </p:nvSpPr>
            <p:spPr>
              <a:xfrm>
                <a:off x="10169134" y="5445070"/>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4</m:t>
                          </m:r>
                        </m:sub>
                      </m:sSub>
                    </m:oMath>
                  </m:oMathPara>
                </a14:m>
                <a:endParaRPr lang="en-US" sz="2800" dirty="0">
                  <a:solidFill>
                    <a:srgbClr val="002060"/>
                  </a:solidFill>
                </a:endParaRPr>
              </a:p>
            </p:txBody>
          </p:sp>
        </mc:Choice>
        <mc:Fallback xmlns="">
          <p:sp>
            <p:nvSpPr>
              <p:cNvPr id="84" name="TextBox 83"/>
              <p:cNvSpPr txBox="1">
                <a:spLocks noRot="1" noChangeAspect="1" noMove="1" noResize="1" noEditPoints="1" noAdjustHandles="1" noChangeArrowheads="1" noChangeShapeType="1" noTextEdit="1"/>
              </p:cNvSpPr>
              <p:nvPr/>
            </p:nvSpPr>
            <p:spPr>
              <a:xfrm>
                <a:off x="10169134" y="5445070"/>
                <a:ext cx="726930" cy="523220"/>
              </a:xfrm>
              <a:prstGeom prst="rect">
                <a:avLst/>
              </a:prstGeom>
              <a:blipFill rotWithShape="0">
                <a:blip r:embed="rId5"/>
                <a:stretch>
                  <a:fillRect/>
                </a:stretch>
              </a:blipFill>
            </p:spPr>
            <p:txBody>
              <a:bodyPr/>
              <a:lstStyle/>
              <a:p>
                <a:r>
                  <a:rPr lang="en-US">
                    <a:noFill/>
                  </a:rPr>
                  <a:t> </a:t>
                </a:r>
              </a:p>
            </p:txBody>
          </p:sp>
        </mc:Fallback>
      </mc:AlternateContent>
      <p:cxnSp>
        <p:nvCxnSpPr>
          <p:cNvPr id="12" name="Straight Connector 11"/>
          <p:cNvCxnSpPr/>
          <p:nvPr/>
        </p:nvCxnSpPr>
        <p:spPr>
          <a:xfrm>
            <a:off x="2732314" y="2030693"/>
            <a:ext cx="0" cy="39375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4971142" y="2020640"/>
            <a:ext cx="0" cy="39375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7170056" y="2020638"/>
            <a:ext cx="0" cy="39375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9412512" y="2012924"/>
            <a:ext cx="0" cy="39375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027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7" presetClass="emph" presetSubtype="2" fill="hold" nodeType="clickEffect">
                                  <p:stCondLst>
                                    <p:cond delay="0"/>
                                  </p:stCondLst>
                                  <p:childTnLst>
                                    <p:animClr clrSpc="rgb" dir="cw">
                                      <p:cBhvr>
                                        <p:cTn id="52" dur="500" fill="hold"/>
                                        <p:tgtEl>
                                          <p:spTgt spid="46"/>
                                        </p:tgtEl>
                                        <p:attrNameLst>
                                          <p:attrName>stroke.color</p:attrName>
                                        </p:attrNameLst>
                                      </p:cBhvr>
                                      <p:to>
                                        <a:srgbClr val="00BBD3"/>
                                      </p:to>
                                    </p:animClr>
                                    <p:set>
                                      <p:cBhvr>
                                        <p:cTn id="53" dur="500" fill="hold"/>
                                        <p:tgtEl>
                                          <p:spTgt spid="46"/>
                                        </p:tgtEl>
                                        <p:attrNameLst>
                                          <p:attrName>stroke.on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42" presetClass="exit" presetSubtype="0" fill="hold" nodeType="clickEffect">
                                  <p:stCondLst>
                                    <p:cond delay="0"/>
                                  </p:stCondLst>
                                  <p:childTnLst>
                                    <p:animEffect transition="out" filter="fade">
                                      <p:cBhvr>
                                        <p:cTn id="57" dur="1000"/>
                                        <p:tgtEl>
                                          <p:spTgt spid="43"/>
                                        </p:tgtEl>
                                      </p:cBhvr>
                                    </p:animEffect>
                                    <p:anim calcmode="lin" valueType="num">
                                      <p:cBhvr>
                                        <p:cTn id="58" dur="1000"/>
                                        <p:tgtEl>
                                          <p:spTgt spid="43"/>
                                        </p:tgtEl>
                                        <p:attrNameLst>
                                          <p:attrName>ppt_x</p:attrName>
                                        </p:attrNameLst>
                                      </p:cBhvr>
                                      <p:tavLst>
                                        <p:tav tm="0">
                                          <p:val>
                                            <p:strVal val="ppt_x"/>
                                          </p:val>
                                        </p:tav>
                                        <p:tav tm="100000">
                                          <p:val>
                                            <p:strVal val="ppt_x"/>
                                          </p:val>
                                        </p:tav>
                                      </p:tavLst>
                                    </p:anim>
                                    <p:anim calcmode="lin" valueType="num">
                                      <p:cBhvr>
                                        <p:cTn id="59" dur="1000"/>
                                        <p:tgtEl>
                                          <p:spTgt spid="43"/>
                                        </p:tgtEl>
                                        <p:attrNameLst>
                                          <p:attrName>ppt_y</p:attrName>
                                        </p:attrNameLst>
                                      </p:cBhvr>
                                      <p:tavLst>
                                        <p:tav tm="0">
                                          <p:val>
                                            <p:strVal val="ppt_y"/>
                                          </p:val>
                                        </p:tav>
                                        <p:tav tm="100000">
                                          <p:val>
                                            <p:strVal val="ppt_y+.1"/>
                                          </p:val>
                                        </p:tav>
                                      </p:tavLst>
                                    </p:anim>
                                    <p:set>
                                      <p:cBhvr>
                                        <p:cTn id="60" dur="1" fill="hold">
                                          <p:stCondLst>
                                            <p:cond delay="999"/>
                                          </p:stCondLst>
                                        </p:cTn>
                                        <p:tgtEl>
                                          <p:spTgt spid="43"/>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42" presetClass="exit" presetSubtype="0" fill="hold" nodeType="clickEffect">
                                  <p:stCondLst>
                                    <p:cond delay="0"/>
                                  </p:stCondLst>
                                  <p:childTnLst>
                                    <p:animEffect transition="out" filter="fade">
                                      <p:cBhvr>
                                        <p:cTn id="64" dur="1000"/>
                                        <p:tgtEl>
                                          <p:spTgt spid="49"/>
                                        </p:tgtEl>
                                      </p:cBhvr>
                                    </p:animEffect>
                                    <p:anim calcmode="lin" valueType="num">
                                      <p:cBhvr>
                                        <p:cTn id="65" dur="1000"/>
                                        <p:tgtEl>
                                          <p:spTgt spid="49"/>
                                        </p:tgtEl>
                                        <p:attrNameLst>
                                          <p:attrName>ppt_x</p:attrName>
                                        </p:attrNameLst>
                                      </p:cBhvr>
                                      <p:tavLst>
                                        <p:tav tm="0">
                                          <p:val>
                                            <p:strVal val="ppt_x"/>
                                          </p:val>
                                        </p:tav>
                                        <p:tav tm="100000">
                                          <p:val>
                                            <p:strVal val="ppt_x"/>
                                          </p:val>
                                        </p:tav>
                                      </p:tavLst>
                                    </p:anim>
                                    <p:anim calcmode="lin" valueType="num">
                                      <p:cBhvr>
                                        <p:cTn id="66" dur="1000"/>
                                        <p:tgtEl>
                                          <p:spTgt spid="49"/>
                                        </p:tgtEl>
                                        <p:attrNameLst>
                                          <p:attrName>ppt_y</p:attrName>
                                        </p:attrNameLst>
                                      </p:cBhvr>
                                      <p:tavLst>
                                        <p:tav tm="0">
                                          <p:val>
                                            <p:strVal val="ppt_y"/>
                                          </p:val>
                                        </p:tav>
                                        <p:tav tm="100000">
                                          <p:val>
                                            <p:strVal val="ppt_y+.1"/>
                                          </p:val>
                                        </p:tav>
                                      </p:tavLst>
                                    </p:anim>
                                    <p:set>
                                      <p:cBhvr>
                                        <p:cTn id="67" dur="1" fill="hold">
                                          <p:stCondLst>
                                            <p:cond delay="999"/>
                                          </p:stCondLst>
                                        </p:cTn>
                                        <p:tgtEl>
                                          <p:spTgt spid="49"/>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42" presetClass="exit" presetSubtype="0" fill="hold" nodeType="clickEffect">
                                  <p:stCondLst>
                                    <p:cond delay="0"/>
                                  </p:stCondLst>
                                  <p:childTnLst>
                                    <p:animEffect transition="out" filter="fade">
                                      <p:cBhvr>
                                        <p:cTn id="71" dur="1000"/>
                                        <p:tgtEl>
                                          <p:spTgt spid="50"/>
                                        </p:tgtEl>
                                      </p:cBhvr>
                                    </p:animEffect>
                                    <p:anim calcmode="lin" valueType="num">
                                      <p:cBhvr>
                                        <p:cTn id="72" dur="1000"/>
                                        <p:tgtEl>
                                          <p:spTgt spid="50"/>
                                        </p:tgtEl>
                                        <p:attrNameLst>
                                          <p:attrName>ppt_x</p:attrName>
                                        </p:attrNameLst>
                                      </p:cBhvr>
                                      <p:tavLst>
                                        <p:tav tm="0">
                                          <p:val>
                                            <p:strVal val="ppt_x"/>
                                          </p:val>
                                        </p:tav>
                                        <p:tav tm="100000">
                                          <p:val>
                                            <p:strVal val="ppt_x"/>
                                          </p:val>
                                        </p:tav>
                                      </p:tavLst>
                                    </p:anim>
                                    <p:anim calcmode="lin" valueType="num">
                                      <p:cBhvr>
                                        <p:cTn id="73" dur="1000"/>
                                        <p:tgtEl>
                                          <p:spTgt spid="50"/>
                                        </p:tgtEl>
                                        <p:attrNameLst>
                                          <p:attrName>ppt_y</p:attrName>
                                        </p:attrNameLst>
                                      </p:cBhvr>
                                      <p:tavLst>
                                        <p:tav tm="0">
                                          <p:val>
                                            <p:strVal val="ppt_y"/>
                                          </p:val>
                                        </p:tav>
                                        <p:tav tm="100000">
                                          <p:val>
                                            <p:strVal val="ppt_y+.1"/>
                                          </p:val>
                                        </p:tav>
                                      </p:tavLst>
                                    </p:anim>
                                    <p:set>
                                      <p:cBhvr>
                                        <p:cTn id="74" dur="1" fill="hold">
                                          <p:stCondLst>
                                            <p:cond delay="999"/>
                                          </p:stCondLst>
                                        </p:cTn>
                                        <p:tgtEl>
                                          <p:spTgt spid="5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7" presetClass="emph" presetSubtype="2" fill="hold" nodeType="clickEffect">
                                  <p:stCondLst>
                                    <p:cond delay="0"/>
                                  </p:stCondLst>
                                  <p:childTnLst>
                                    <p:animClr clrSpc="rgb" dir="cw">
                                      <p:cBhvr>
                                        <p:cTn id="78" dur="500" fill="hold"/>
                                        <p:tgtEl>
                                          <p:spTgt spid="48"/>
                                        </p:tgtEl>
                                        <p:attrNameLst>
                                          <p:attrName>stroke.color</p:attrName>
                                        </p:attrNameLst>
                                      </p:cBhvr>
                                      <p:to>
                                        <a:srgbClr val="00BBD3"/>
                                      </p:to>
                                    </p:animClr>
                                    <p:set>
                                      <p:cBhvr>
                                        <p:cTn id="79" dur="500" fill="hold"/>
                                        <p:tgtEl>
                                          <p:spTgt spid="48"/>
                                        </p:tgtEl>
                                        <p:attrNameLst>
                                          <p:attrName>stroke.on</p:attrName>
                                        </p:attrNameLst>
                                      </p:cBhvr>
                                      <p:to>
                                        <p:strVal val="tru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68"/>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85"/>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61"/>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58"/>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53"/>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59"/>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60"/>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51"/>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54"/>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55"/>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7" presetClass="emph" presetSubtype="2" fill="hold" nodeType="clickEffect">
                                  <p:stCondLst>
                                    <p:cond delay="0"/>
                                  </p:stCondLst>
                                  <p:childTnLst>
                                    <p:animClr clrSpc="rgb" dir="cw">
                                      <p:cBhvr>
                                        <p:cTn id="111" dur="500" fill="hold"/>
                                        <p:tgtEl>
                                          <p:spTgt spid="61"/>
                                        </p:tgtEl>
                                        <p:attrNameLst>
                                          <p:attrName>stroke.color</p:attrName>
                                        </p:attrNameLst>
                                      </p:cBhvr>
                                      <p:to>
                                        <a:srgbClr val="00BBD3"/>
                                      </p:to>
                                    </p:animClr>
                                    <p:set>
                                      <p:cBhvr>
                                        <p:cTn id="112" dur="500" fill="hold"/>
                                        <p:tgtEl>
                                          <p:spTgt spid="61"/>
                                        </p:tgtEl>
                                        <p:attrNameLst>
                                          <p:attrName>stroke.on</p:attrName>
                                        </p:attrNameLst>
                                      </p:cBhvr>
                                      <p:to>
                                        <p:strVal val="true"/>
                                      </p:to>
                                    </p:set>
                                  </p:childTnLst>
                                </p:cTn>
                              </p:par>
                            </p:childTnLst>
                          </p:cTn>
                        </p:par>
                      </p:childTnLst>
                    </p:cTn>
                  </p:par>
                  <p:par>
                    <p:cTn id="113" fill="hold">
                      <p:stCondLst>
                        <p:cond delay="indefinite"/>
                      </p:stCondLst>
                      <p:childTnLst>
                        <p:par>
                          <p:cTn id="114" fill="hold">
                            <p:stCondLst>
                              <p:cond delay="0"/>
                            </p:stCondLst>
                            <p:childTnLst>
                              <p:par>
                                <p:cTn id="115" presetID="42" presetClass="exit" presetSubtype="0" fill="hold" nodeType="clickEffect">
                                  <p:stCondLst>
                                    <p:cond delay="0"/>
                                  </p:stCondLst>
                                  <p:childTnLst>
                                    <p:animEffect transition="out" filter="fade">
                                      <p:cBhvr>
                                        <p:cTn id="116" dur="1000"/>
                                        <p:tgtEl>
                                          <p:spTgt spid="58"/>
                                        </p:tgtEl>
                                      </p:cBhvr>
                                    </p:animEffect>
                                    <p:anim calcmode="lin" valueType="num">
                                      <p:cBhvr>
                                        <p:cTn id="117" dur="1000"/>
                                        <p:tgtEl>
                                          <p:spTgt spid="58"/>
                                        </p:tgtEl>
                                        <p:attrNameLst>
                                          <p:attrName>ppt_x</p:attrName>
                                        </p:attrNameLst>
                                      </p:cBhvr>
                                      <p:tavLst>
                                        <p:tav tm="0">
                                          <p:val>
                                            <p:strVal val="ppt_x"/>
                                          </p:val>
                                        </p:tav>
                                        <p:tav tm="100000">
                                          <p:val>
                                            <p:strVal val="ppt_x"/>
                                          </p:val>
                                        </p:tav>
                                      </p:tavLst>
                                    </p:anim>
                                    <p:anim calcmode="lin" valueType="num">
                                      <p:cBhvr>
                                        <p:cTn id="118" dur="1000"/>
                                        <p:tgtEl>
                                          <p:spTgt spid="58"/>
                                        </p:tgtEl>
                                        <p:attrNameLst>
                                          <p:attrName>ppt_y</p:attrName>
                                        </p:attrNameLst>
                                      </p:cBhvr>
                                      <p:tavLst>
                                        <p:tav tm="0">
                                          <p:val>
                                            <p:strVal val="ppt_y"/>
                                          </p:val>
                                        </p:tav>
                                        <p:tav tm="100000">
                                          <p:val>
                                            <p:strVal val="ppt_y+.1"/>
                                          </p:val>
                                        </p:tav>
                                      </p:tavLst>
                                    </p:anim>
                                    <p:set>
                                      <p:cBhvr>
                                        <p:cTn id="119" dur="1" fill="hold">
                                          <p:stCondLst>
                                            <p:cond delay="999"/>
                                          </p:stCondLst>
                                        </p:cTn>
                                        <p:tgtEl>
                                          <p:spTgt spid="58"/>
                                        </p:tgtEl>
                                        <p:attrNameLst>
                                          <p:attrName>style.visibility</p:attrName>
                                        </p:attrNameLst>
                                      </p:cBhvr>
                                      <p:to>
                                        <p:strVal val="hidden"/>
                                      </p:to>
                                    </p:set>
                                  </p:childTnLst>
                                </p:cTn>
                              </p:par>
                              <p:par>
                                <p:cTn id="120" presetID="42" presetClass="exit" presetSubtype="0" fill="hold" nodeType="withEffect">
                                  <p:stCondLst>
                                    <p:cond delay="0"/>
                                  </p:stCondLst>
                                  <p:childTnLst>
                                    <p:animEffect transition="out" filter="fade">
                                      <p:cBhvr>
                                        <p:cTn id="121" dur="1000"/>
                                        <p:tgtEl>
                                          <p:spTgt spid="53"/>
                                        </p:tgtEl>
                                      </p:cBhvr>
                                    </p:animEffect>
                                    <p:anim calcmode="lin" valueType="num">
                                      <p:cBhvr>
                                        <p:cTn id="122" dur="1000"/>
                                        <p:tgtEl>
                                          <p:spTgt spid="53"/>
                                        </p:tgtEl>
                                        <p:attrNameLst>
                                          <p:attrName>ppt_x</p:attrName>
                                        </p:attrNameLst>
                                      </p:cBhvr>
                                      <p:tavLst>
                                        <p:tav tm="0">
                                          <p:val>
                                            <p:strVal val="ppt_x"/>
                                          </p:val>
                                        </p:tav>
                                        <p:tav tm="100000">
                                          <p:val>
                                            <p:strVal val="ppt_x"/>
                                          </p:val>
                                        </p:tav>
                                      </p:tavLst>
                                    </p:anim>
                                    <p:anim calcmode="lin" valueType="num">
                                      <p:cBhvr>
                                        <p:cTn id="123" dur="1000"/>
                                        <p:tgtEl>
                                          <p:spTgt spid="53"/>
                                        </p:tgtEl>
                                        <p:attrNameLst>
                                          <p:attrName>ppt_y</p:attrName>
                                        </p:attrNameLst>
                                      </p:cBhvr>
                                      <p:tavLst>
                                        <p:tav tm="0">
                                          <p:val>
                                            <p:strVal val="ppt_y"/>
                                          </p:val>
                                        </p:tav>
                                        <p:tav tm="100000">
                                          <p:val>
                                            <p:strVal val="ppt_y+.1"/>
                                          </p:val>
                                        </p:tav>
                                      </p:tavLst>
                                    </p:anim>
                                    <p:set>
                                      <p:cBhvr>
                                        <p:cTn id="124" dur="1" fill="hold">
                                          <p:stCondLst>
                                            <p:cond delay="999"/>
                                          </p:stCondLst>
                                        </p:cTn>
                                        <p:tgtEl>
                                          <p:spTgt spid="53"/>
                                        </p:tgtEl>
                                        <p:attrNameLst>
                                          <p:attrName>style.visibility</p:attrName>
                                        </p:attrNameLst>
                                      </p:cBhvr>
                                      <p:to>
                                        <p:strVal val="hidden"/>
                                      </p:to>
                                    </p:set>
                                  </p:childTnLst>
                                </p:cTn>
                              </p:par>
                              <p:par>
                                <p:cTn id="125" presetID="42" presetClass="exit" presetSubtype="0" fill="hold" nodeType="withEffect">
                                  <p:stCondLst>
                                    <p:cond delay="0"/>
                                  </p:stCondLst>
                                  <p:childTnLst>
                                    <p:animEffect transition="out" filter="fade">
                                      <p:cBhvr>
                                        <p:cTn id="126" dur="1000"/>
                                        <p:tgtEl>
                                          <p:spTgt spid="59"/>
                                        </p:tgtEl>
                                      </p:cBhvr>
                                    </p:animEffect>
                                    <p:anim calcmode="lin" valueType="num">
                                      <p:cBhvr>
                                        <p:cTn id="127" dur="1000"/>
                                        <p:tgtEl>
                                          <p:spTgt spid="59"/>
                                        </p:tgtEl>
                                        <p:attrNameLst>
                                          <p:attrName>ppt_x</p:attrName>
                                        </p:attrNameLst>
                                      </p:cBhvr>
                                      <p:tavLst>
                                        <p:tav tm="0">
                                          <p:val>
                                            <p:strVal val="ppt_x"/>
                                          </p:val>
                                        </p:tav>
                                        <p:tav tm="100000">
                                          <p:val>
                                            <p:strVal val="ppt_x"/>
                                          </p:val>
                                        </p:tav>
                                      </p:tavLst>
                                    </p:anim>
                                    <p:anim calcmode="lin" valueType="num">
                                      <p:cBhvr>
                                        <p:cTn id="128" dur="1000"/>
                                        <p:tgtEl>
                                          <p:spTgt spid="59"/>
                                        </p:tgtEl>
                                        <p:attrNameLst>
                                          <p:attrName>ppt_y</p:attrName>
                                        </p:attrNameLst>
                                      </p:cBhvr>
                                      <p:tavLst>
                                        <p:tav tm="0">
                                          <p:val>
                                            <p:strVal val="ppt_y"/>
                                          </p:val>
                                        </p:tav>
                                        <p:tav tm="100000">
                                          <p:val>
                                            <p:strVal val="ppt_y+.1"/>
                                          </p:val>
                                        </p:tav>
                                      </p:tavLst>
                                    </p:anim>
                                    <p:set>
                                      <p:cBhvr>
                                        <p:cTn id="129" dur="1" fill="hold">
                                          <p:stCondLst>
                                            <p:cond delay="999"/>
                                          </p:stCondLst>
                                        </p:cTn>
                                        <p:tgtEl>
                                          <p:spTgt spid="59"/>
                                        </p:tgtEl>
                                        <p:attrNameLst>
                                          <p:attrName>style.visibility</p:attrName>
                                        </p:attrNameLst>
                                      </p:cBhvr>
                                      <p:to>
                                        <p:strVal val="hidden"/>
                                      </p:to>
                                    </p:set>
                                  </p:childTnLst>
                                </p:cTn>
                              </p:par>
                              <p:par>
                                <p:cTn id="130" presetID="42" presetClass="exit" presetSubtype="0" fill="hold" nodeType="withEffect">
                                  <p:stCondLst>
                                    <p:cond delay="0"/>
                                  </p:stCondLst>
                                  <p:childTnLst>
                                    <p:animEffect transition="out" filter="fade">
                                      <p:cBhvr>
                                        <p:cTn id="131" dur="1000"/>
                                        <p:tgtEl>
                                          <p:spTgt spid="60"/>
                                        </p:tgtEl>
                                      </p:cBhvr>
                                    </p:animEffect>
                                    <p:anim calcmode="lin" valueType="num">
                                      <p:cBhvr>
                                        <p:cTn id="132" dur="1000"/>
                                        <p:tgtEl>
                                          <p:spTgt spid="60"/>
                                        </p:tgtEl>
                                        <p:attrNameLst>
                                          <p:attrName>ppt_x</p:attrName>
                                        </p:attrNameLst>
                                      </p:cBhvr>
                                      <p:tavLst>
                                        <p:tav tm="0">
                                          <p:val>
                                            <p:strVal val="ppt_x"/>
                                          </p:val>
                                        </p:tav>
                                        <p:tav tm="100000">
                                          <p:val>
                                            <p:strVal val="ppt_x"/>
                                          </p:val>
                                        </p:tav>
                                      </p:tavLst>
                                    </p:anim>
                                    <p:anim calcmode="lin" valueType="num">
                                      <p:cBhvr>
                                        <p:cTn id="133" dur="1000"/>
                                        <p:tgtEl>
                                          <p:spTgt spid="60"/>
                                        </p:tgtEl>
                                        <p:attrNameLst>
                                          <p:attrName>ppt_y</p:attrName>
                                        </p:attrNameLst>
                                      </p:cBhvr>
                                      <p:tavLst>
                                        <p:tav tm="0">
                                          <p:val>
                                            <p:strVal val="ppt_y"/>
                                          </p:val>
                                        </p:tav>
                                        <p:tav tm="100000">
                                          <p:val>
                                            <p:strVal val="ppt_y+.1"/>
                                          </p:val>
                                        </p:tav>
                                      </p:tavLst>
                                    </p:anim>
                                    <p:set>
                                      <p:cBhvr>
                                        <p:cTn id="134" dur="1" fill="hold">
                                          <p:stCondLst>
                                            <p:cond delay="999"/>
                                          </p:stCondLst>
                                        </p:cTn>
                                        <p:tgtEl>
                                          <p:spTgt spid="60"/>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6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8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62"/>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63"/>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64"/>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65"/>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6"/>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71"/>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72"/>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73"/>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74"/>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7" presetClass="emph" presetSubtype="2" fill="hold" nodeType="clickEffect">
                                  <p:stCondLst>
                                    <p:cond delay="0"/>
                                  </p:stCondLst>
                                  <p:childTnLst>
                                    <p:animClr clrSpc="rgb" dir="cw">
                                      <p:cBhvr>
                                        <p:cTn id="166" dur="500" fill="hold"/>
                                        <p:tgtEl>
                                          <p:spTgt spid="64"/>
                                        </p:tgtEl>
                                        <p:attrNameLst>
                                          <p:attrName>stroke.color</p:attrName>
                                        </p:attrNameLst>
                                      </p:cBhvr>
                                      <p:to>
                                        <a:srgbClr val="00BBD3"/>
                                      </p:to>
                                    </p:animClr>
                                    <p:set>
                                      <p:cBhvr>
                                        <p:cTn id="167" dur="500" fill="hold"/>
                                        <p:tgtEl>
                                          <p:spTgt spid="64"/>
                                        </p:tgtEl>
                                        <p:attrNameLst>
                                          <p:attrName>stroke.on</p:attrName>
                                        </p:attrNameLst>
                                      </p:cBhvr>
                                      <p:to>
                                        <p:strVal val="true"/>
                                      </p:to>
                                    </p:set>
                                  </p:childTnLst>
                                </p:cTn>
                              </p:par>
                            </p:childTnLst>
                          </p:cTn>
                        </p:par>
                      </p:childTnLst>
                    </p:cTn>
                  </p:par>
                  <p:par>
                    <p:cTn id="168" fill="hold">
                      <p:stCondLst>
                        <p:cond delay="indefinite"/>
                      </p:stCondLst>
                      <p:childTnLst>
                        <p:par>
                          <p:cTn id="169" fill="hold">
                            <p:stCondLst>
                              <p:cond delay="0"/>
                            </p:stCondLst>
                            <p:childTnLst>
                              <p:par>
                                <p:cTn id="170" presetID="42" presetClass="exit" presetSubtype="0" fill="hold" nodeType="clickEffect">
                                  <p:stCondLst>
                                    <p:cond delay="0"/>
                                  </p:stCondLst>
                                  <p:childTnLst>
                                    <p:animEffect transition="out" filter="fade">
                                      <p:cBhvr>
                                        <p:cTn id="171" dur="1000"/>
                                        <p:tgtEl>
                                          <p:spTgt spid="71"/>
                                        </p:tgtEl>
                                      </p:cBhvr>
                                    </p:animEffect>
                                    <p:anim calcmode="lin" valueType="num">
                                      <p:cBhvr>
                                        <p:cTn id="172" dur="1000"/>
                                        <p:tgtEl>
                                          <p:spTgt spid="71"/>
                                        </p:tgtEl>
                                        <p:attrNameLst>
                                          <p:attrName>ppt_x</p:attrName>
                                        </p:attrNameLst>
                                      </p:cBhvr>
                                      <p:tavLst>
                                        <p:tav tm="0">
                                          <p:val>
                                            <p:strVal val="ppt_x"/>
                                          </p:val>
                                        </p:tav>
                                        <p:tav tm="100000">
                                          <p:val>
                                            <p:strVal val="ppt_x"/>
                                          </p:val>
                                        </p:tav>
                                      </p:tavLst>
                                    </p:anim>
                                    <p:anim calcmode="lin" valueType="num">
                                      <p:cBhvr>
                                        <p:cTn id="173" dur="1000"/>
                                        <p:tgtEl>
                                          <p:spTgt spid="71"/>
                                        </p:tgtEl>
                                        <p:attrNameLst>
                                          <p:attrName>ppt_y</p:attrName>
                                        </p:attrNameLst>
                                      </p:cBhvr>
                                      <p:tavLst>
                                        <p:tav tm="0">
                                          <p:val>
                                            <p:strVal val="ppt_y"/>
                                          </p:val>
                                        </p:tav>
                                        <p:tav tm="100000">
                                          <p:val>
                                            <p:strVal val="ppt_y+.1"/>
                                          </p:val>
                                        </p:tav>
                                      </p:tavLst>
                                    </p:anim>
                                    <p:set>
                                      <p:cBhvr>
                                        <p:cTn id="174" dur="1" fill="hold">
                                          <p:stCondLst>
                                            <p:cond delay="999"/>
                                          </p:stCondLst>
                                        </p:cTn>
                                        <p:tgtEl>
                                          <p:spTgt spid="71"/>
                                        </p:tgtEl>
                                        <p:attrNameLst>
                                          <p:attrName>style.visibility</p:attrName>
                                        </p:attrNameLst>
                                      </p:cBhvr>
                                      <p:to>
                                        <p:strVal val="hidden"/>
                                      </p:to>
                                    </p:set>
                                  </p:childTnLst>
                                </p:cTn>
                              </p:par>
                              <p:par>
                                <p:cTn id="175" presetID="42" presetClass="exit" presetSubtype="0" fill="hold" nodeType="withEffect">
                                  <p:stCondLst>
                                    <p:cond delay="0"/>
                                  </p:stCondLst>
                                  <p:childTnLst>
                                    <p:animEffect transition="out" filter="fade">
                                      <p:cBhvr>
                                        <p:cTn id="176" dur="1000"/>
                                        <p:tgtEl>
                                          <p:spTgt spid="72"/>
                                        </p:tgtEl>
                                      </p:cBhvr>
                                    </p:animEffect>
                                    <p:anim calcmode="lin" valueType="num">
                                      <p:cBhvr>
                                        <p:cTn id="177" dur="1000"/>
                                        <p:tgtEl>
                                          <p:spTgt spid="72"/>
                                        </p:tgtEl>
                                        <p:attrNameLst>
                                          <p:attrName>ppt_x</p:attrName>
                                        </p:attrNameLst>
                                      </p:cBhvr>
                                      <p:tavLst>
                                        <p:tav tm="0">
                                          <p:val>
                                            <p:strVal val="ppt_x"/>
                                          </p:val>
                                        </p:tav>
                                        <p:tav tm="100000">
                                          <p:val>
                                            <p:strVal val="ppt_x"/>
                                          </p:val>
                                        </p:tav>
                                      </p:tavLst>
                                    </p:anim>
                                    <p:anim calcmode="lin" valueType="num">
                                      <p:cBhvr>
                                        <p:cTn id="178" dur="1000"/>
                                        <p:tgtEl>
                                          <p:spTgt spid="72"/>
                                        </p:tgtEl>
                                        <p:attrNameLst>
                                          <p:attrName>ppt_y</p:attrName>
                                        </p:attrNameLst>
                                      </p:cBhvr>
                                      <p:tavLst>
                                        <p:tav tm="0">
                                          <p:val>
                                            <p:strVal val="ppt_y"/>
                                          </p:val>
                                        </p:tav>
                                        <p:tav tm="100000">
                                          <p:val>
                                            <p:strVal val="ppt_y+.1"/>
                                          </p:val>
                                        </p:tav>
                                      </p:tavLst>
                                    </p:anim>
                                    <p:set>
                                      <p:cBhvr>
                                        <p:cTn id="179" dur="1" fill="hold">
                                          <p:stCondLst>
                                            <p:cond delay="999"/>
                                          </p:stCondLst>
                                        </p:cTn>
                                        <p:tgtEl>
                                          <p:spTgt spid="72"/>
                                        </p:tgtEl>
                                        <p:attrNameLst>
                                          <p:attrName>style.visibility</p:attrName>
                                        </p:attrNameLst>
                                      </p:cBhvr>
                                      <p:to>
                                        <p:strVal val="hidden"/>
                                      </p:to>
                                    </p:set>
                                  </p:childTnLst>
                                </p:cTn>
                              </p:par>
                              <p:par>
                                <p:cTn id="180" presetID="42" presetClass="exit" presetSubtype="0" fill="hold" nodeType="withEffect">
                                  <p:stCondLst>
                                    <p:cond delay="0"/>
                                  </p:stCondLst>
                                  <p:childTnLst>
                                    <p:animEffect transition="out" filter="fade">
                                      <p:cBhvr>
                                        <p:cTn id="181" dur="1000"/>
                                        <p:tgtEl>
                                          <p:spTgt spid="74"/>
                                        </p:tgtEl>
                                      </p:cBhvr>
                                    </p:animEffect>
                                    <p:anim calcmode="lin" valueType="num">
                                      <p:cBhvr>
                                        <p:cTn id="182" dur="1000"/>
                                        <p:tgtEl>
                                          <p:spTgt spid="74"/>
                                        </p:tgtEl>
                                        <p:attrNameLst>
                                          <p:attrName>ppt_x</p:attrName>
                                        </p:attrNameLst>
                                      </p:cBhvr>
                                      <p:tavLst>
                                        <p:tav tm="0">
                                          <p:val>
                                            <p:strVal val="ppt_x"/>
                                          </p:val>
                                        </p:tav>
                                        <p:tav tm="100000">
                                          <p:val>
                                            <p:strVal val="ppt_x"/>
                                          </p:val>
                                        </p:tav>
                                      </p:tavLst>
                                    </p:anim>
                                    <p:anim calcmode="lin" valueType="num">
                                      <p:cBhvr>
                                        <p:cTn id="183" dur="1000"/>
                                        <p:tgtEl>
                                          <p:spTgt spid="74"/>
                                        </p:tgtEl>
                                        <p:attrNameLst>
                                          <p:attrName>ppt_y</p:attrName>
                                        </p:attrNameLst>
                                      </p:cBhvr>
                                      <p:tavLst>
                                        <p:tav tm="0">
                                          <p:val>
                                            <p:strVal val="ppt_y"/>
                                          </p:val>
                                        </p:tav>
                                        <p:tav tm="100000">
                                          <p:val>
                                            <p:strVal val="ppt_y+.1"/>
                                          </p:val>
                                        </p:tav>
                                      </p:tavLst>
                                    </p:anim>
                                    <p:set>
                                      <p:cBhvr>
                                        <p:cTn id="184" dur="1" fill="hold">
                                          <p:stCondLst>
                                            <p:cond delay="999"/>
                                          </p:stCondLst>
                                        </p:cTn>
                                        <p:tgtEl>
                                          <p:spTgt spid="74"/>
                                        </p:tgtEl>
                                        <p:attrNameLst>
                                          <p:attrName>style.visibility</p:attrName>
                                        </p:attrNameLst>
                                      </p:cBhvr>
                                      <p:to>
                                        <p:strVal val="hidden"/>
                                      </p:to>
                                    </p:set>
                                  </p:childTnLst>
                                </p:cTn>
                              </p:par>
                            </p:childTnLst>
                          </p:cTn>
                        </p:par>
                      </p:childTnLst>
                    </p:cTn>
                  </p:par>
                  <p:par>
                    <p:cTn id="185" fill="hold">
                      <p:stCondLst>
                        <p:cond delay="indefinite"/>
                      </p:stCondLst>
                      <p:childTnLst>
                        <p:par>
                          <p:cTn id="186" fill="hold">
                            <p:stCondLst>
                              <p:cond delay="0"/>
                            </p:stCondLst>
                            <p:childTnLst>
                              <p:par>
                                <p:cTn id="187" presetID="7" presetClass="emph" presetSubtype="2" fill="hold" nodeType="clickEffect">
                                  <p:stCondLst>
                                    <p:cond delay="0"/>
                                  </p:stCondLst>
                                  <p:childTnLst>
                                    <p:animClr clrSpc="rgb" dir="cw">
                                      <p:cBhvr>
                                        <p:cTn id="188" dur="500" fill="hold"/>
                                        <p:tgtEl>
                                          <p:spTgt spid="73"/>
                                        </p:tgtEl>
                                        <p:attrNameLst>
                                          <p:attrName>stroke.color</p:attrName>
                                        </p:attrNameLst>
                                      </p:cBhvr>
                                      <p:to>
                                        <a:srgbClr val="00BBD3"/>
                                      </p:to>
                                    </p:animClr>
                                    <p:set>
                                      <p:cBhvr>
                                        <p:cTn id="189" dur="500" fill="hold"/>
                                        <p:tgtEl>
                                          <p:spTgt spid="73"/>
                                        </p:tgtEl>
                                        <p:attrNameLst>
                                          <p:attrName>stroke.on</p:attrName>
                                        </p:attrNameLst>
                                      </p:cBhvr>
                                      <p:to>
                                        <p:strVal val="true"/>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70"/>
                                        </p:tgtEl>
                                        <p:attrNameLst>
                                          <p:attrName>style.visibility</p:attrName>
                                        </p:attrNameLst>
                                      </p:cBhvr>
                                      <p:to>
                                        <p:strVal val="visible"/>
                                      </p:to>
                                    </p:set>
                                  </p:childTnLst>
                                </p:cTn>
                              </p:par>
                            </p:childTnLst>
                          </p:cTn>
                        </p:par>
                      </p:childTnLst>
                    </p:cTn>
                  </p:par>
                  <p:par>
                    <p:cTn id="194" fill="hold">
                      <p:stCondLst>
                        <p:cond delay="indefinite"/>
                      </p:stCondLst>
                      <p:childTnLst>
                        <p:par>
                          <p:cTn id="195" fill="hold">
                            <p:stCondLst>
                              <p:cond delay="0"/>
                            </p:stCondLst>
                            <p:childTnLst>
                              <p:par>
                                <p:cTn id="196" presetID="1" presetClass="entr" presetSubtype="0" fill="hold" nodeType="clickEffect">
                                  <p:stCondLst>
                                    <p:cond delay="0"/>
                                  </p:stCondLst>
                                  <p:childTnLst>
                                    <p:set>
                                      <p:cBhvr>
                                        <p:cTn id="197" dur="1" fill="hold">
                                          <p:stCondLst>
                                            <p:cond delay="0"/>
                                          </p:stCondLst>
                                        </p:cTn>
                                        <p:tgtEl>
                                          <p:spTgt spid="87"/>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1" presetClass="entr" presetSubtype="0" fill="hold" grpId="0" nodeType="clickEffect">
                                  <p:stCondLst>
                                    <p:cond delay="0"/>
                                  </p:stCondLst>
                                  <p:childTnLst>
                                    <p:set>
                                      <p:cBhvr>
                                        <p:cTn id="201" dur="1" fill="hold">
                                          <p:stCondLst>
                                            <p:cond delay="0"/>
                                          </p:stCondLst>
                                        </p:cTn>
                                        <p:tgtEl>
                                          <p:spTgt spid="75"/>
                                        </p:tgtEl>
                                        <p:attrNameLst>
                                          <p:attrName>style.visibility</p:attrName>
                                        </p:attrNameLst>
                                      </p:cBhvr>
                                      <p:to>
                                        <p:strVal val="visible"/>
                                      </p:to>
                                    </p:set>
                                  </p:childTnLst>
                                </p:cTn>
                              </p:par>
                              <p:par>
                                <p:cTn id="202" presetID="1" presetClass="entr" presetSubtype="0" fill="hold" grpId="0" nodeType="withEffect">
                                  <p:stCondLst>
                                    <p:cond delay="0"/>
                                  </p:stCondLst>
                                  <p:childTnLst>
                                    <p:set>
                                      <p:cBhvr>
                                        <p:cTn id="203" dur="1" fill="hold">
                                          <p:stCondLst>
                                            <p:cond delay="0"/>
                                          </p:stCondLst>
                                        </p:cTn>
                                        <p:tgtEl>
                                          <p:spTgt spid="76"/>
                                        </p:tgtEl>
                                        <p:attrNameLst>
                                          <p:attrName>style.visibility</p:attrName>
                                        </p:attrNameLst>
                                      </p:cBhvr>
                                      <p:to>
                                        <p:strVal val="visible"/>
                                      </p:to>
                                    </p:set>
                                  </p:childTnLst>
                                </p:cTn>
                              </p:par>
                              <p:par>
                                <p:cTn id="204" presetID="1" presetClass="entr" presetSubtype="0" fill="hold" nodeType="withEffect">
                                  <p:stCondLst>
                                    <p:cond delay="0"/>
                                  </p:stCondLst>
                                  <p:childTnLst>
                                    <p:set>
                                      <p:cBhvr>
                                        <p:cTn id="205" dur="1" fill="hold">
                                          <p:stCondLst>
                                            <p:cond delay="0"/>
                                          </p:stCondLst>
                                        </p:cTn>
                                        <p:tgtEl>
                                          <p:spTgt spid="77"/>
                                        </p:tgtEl>
                                        <p:attrNameLst>
                                          <p:attrName>style.visibility</p:attrName>
                                        </p:attrNameLst>
                                      </p:cBhvr>
                                      <p:to>
                                        <p:strVal val="visible"/>
                                      </p:to>
                                    </p:set>
                                  </p:childTnLst>
                                </p:cTn>
                              </p:par>
                              <p:par>
                                <p:cTn id="206" presetID="1" presetClass="entr" presetSubtype="0" fill="hold" grpId="0" nodeType="withEffect">
                                  <p:stCondLst>
                                    <p:cond delay="0"/>
                                  </p:stCondLst>
                                  <p:childTnLst>
                                    <p:set>
                                      <p:cBhvr>
                                        <p:cTn id="207" dur="1" fill="hold">
                                          <p:stCondLst>
                                            <p:cond delay="0"/>
                                          </p:stCondLst>
                                        </p:cTn>
                                        <p:tgtEl>
                                          <p:spTgt spid="78"/>
                                        </p:tgtEl>
                                        <p:attrNameLst>
                                          <p:attrName>style.visibility</p:attrName>
                                        </p:attrNameLst>
                                      </p:cBhvr>
                                      <p:to>
                                        <p:strVal val="visible"/>
                                      </p:to>
                                    </p:set>
                                  </p:childTnLst>
                                </p:cTn>
                              </p:par>
                              <p:par>
                                <p:cTn id="208" presetID="1" presetClass="entr" presetSubtype="0" fill="hold" grpId="0" nodeType="withEffect">
                                  <p:stCondLst>
                                    <p:cond delay="0"/>
                                  </p:stCondLst>
                                  <p:childTnLst>
                                    <p:set>
                                      <p:cBhvr>
                                        <p:cTn id="209" dur="1" fill="hold">
                                          <p:stCondLst>
                                            <p:cond delay="0"/>
                                          </p:stCondLst>
                                        </p:cTn>
                                        <p:tgtEl>
                                          <p:spTgt spid="79"/>
                                        </p:tgtEl>
                                        <p:attrNameLst>
                                          <p:attrName>style.visibility</p:attrName>
                                        </p:attrNameLst>
                                      </p:cBhvr>
                                      <p:to>
                                        <p:strVal val="visible"/>
                                      </p:to>
                                    </p:set>
                                  </p:childTnLst>
                                </p:cTn>
                              </p:par>
                              <p:par>
                                <p:cTn id="210" presetID="1" presetClass="entr" presetSubtype="0" fill="hold" nodeType="withEffect">
                                  <p:stCondLst>
                                    <p:cond delay="0"/>
                                  </p:stCondLst>
                                  <p:childTnLst>
                                    <p:set>
                                      <p:cBhvr>
                                        <p:cTn id="211" dur="1" fill="hold">
                                          <p:stCondLst>
                                            <p:cond delay="0"/>
                                          </p:stCondLst>
                                        </p:cTn>
                                        <p:tgtEl>
                                          <p:spTgt spid="80"/>
                                        </p:tgtEl>
                                        <p:attrNameLst>
                                          <p:attrName>style.visibility</p:attrName>
                                        </p:attrNameLst>
                                      </p:cBhvr>
                                      <p:to>
                                        <p:strVal val="visible"/>
                                      </p:to>
                                    </p:set>
                                  </p:childTnLst>
                                </p:cTn>
                              </p:par>
                              <p:par>
                                <p:cTn id="212" presetID="1" presetClass="entr" presetSubtype="0" fill="hold" nodeType="withEffect">
                                  <p:stCondLst>
                                    <p:cond delay="0"/>
                                  </p:stCondLst>
                                  <p:childTnLst>
                                    <p:set>
                                      <p:cBhvr>
                                        <p:cTn id="213" dur="1" fill="hold">
                                          <p:stCondLst>
                                            <p:cond delay="0"/>
                                          </p:stCondLst>
                                        </p:cTn>
                                        <p:tgtEl>
                                          <p:spTgt spid="81"/>
                                        </p:tgtEl>
                                        <p:attrNameLst>
                                          <p:attrName>style.visibility</p:attrName>
                                        </p:attrNameLst>
                                      </p:cBhvr>
                                      <p:to>
                                        <p:strVal val="visible"/>
                                      </p:to>
                                    </p:set>
                                  </p:childTnLst>
                                </p:cTn>
                              </p:par>
                              <p:par>
                                <p:cTn id="214" presetID="1" presetClass="entr" presetSubtype="0" fill="hold" nodeType="withEffect">
                                  <p:stCondLst>
                                    <p:cond delay="0"/>
                                  </p:stCondLst>
                                  <p:childTnLst>
                                    <p:set>
                                      <p:cBhvr>
                                        <p:cTn id="215" dur="1" fill="hold">
                                          <p:stCondLst>
                                            <p:cond delay="0"/>
                                          </p:stCondLst>
                                        </p:cTn>
                                        <p:tgtEl>
                                          <p:spTgt spid="82"/>
                                        </p:tgtEl>
                                        <p:attrNameLst>
                                          <p:attrName>style.visibility</p:attrName>
                                        </p:attrNameLst>
                                      </p:cBhvr>
                                      <p:to>
                                        <p:strVal val="visible"/>
                                      </p:to>
                                    </p:set>
                                  </p:childTnLst>
                                </p:cTn>
                              </p:par>
                              <p:par>
                                <p:cTn id="216" presetID="1" presetClass="entr" presetSubtype="0" fill="hold" nodeType="withEffect">
                                  <p:stCondLst>
                                    <p:cond delay="0"/>
                                  </p:stCondLst>
                                  <p:childTnLst>
                                    <p:set>
                                      <p:cBhvr>
                                        <p:cTn id="217" dur="1" fill="hold">
                                          <p:stCondLst>
                                            <p:cond delay="0"/>
                                          </p:stCondLst>
                                        </p:cTn>
                                        <p:tgtEl>
                                          <p:spTgt spid="83"/>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presetID="42" presetClass="exit" presetSubtype="0" fill="hold" nodeType="clickEffect">
                                  <p:stCondLst>
                                    <p:cond delay="0"/>
                                  </p:stCondLst>
                                  <p:childTnLst>
                                    <p:animEffect transition="out" filter="fade">
                                      <p:cBhvr>
                                        <p:cTn id="221" dur="1000"/>
                                        <p:tgtEl>
                                          <p:spTgt spid="77"/>
                                        </p:tgtEl>
                                      </p:cBhvr>
                                    </p:animEffect>
                                    <p:anim calcmode="lin" valueType="num">
                                      <p:cBhvr>
                                        <p:cTn id="222" dur="1000"/>
                                        <p:tgtEl>
                                          <p:spTgt spid="77"/>
                                        </p:tgtEl>
                                        <p:attrNameLst>
                                          <p:attrName>ppt_x</p:attrName>
                                        </p:attrNameLst>
                                      </p:cBhvr>
                                      <p:tavLst>
                                        <p:tav tm="0">
                                          <p:val>
                                            <p:strVal val="ppt_x"/>
                                          </p:val>
                                        </p:tav>
                                        <p:tav tm="100000">
                                          <p:val>
                                            <p:strVal val="ppt_x"/>
                                          </p:val>
                                        </p:tav>
                                      </p:tavLst>
                                    </p:anim>
                                    <p:anim calcmode="lin" valueType="num">
                                      <p:cBhvr>
                                        <p:cTn id="223" dur="1000"/>
                                        <p:tgtEl>
                                          <p:spTgt spid="77"/>
                                        </p:tgtEl>
                                        <p:attrNameLst>
                                          <p:attrName>ppt_y</p:attrName>
                                        </p:attrNameLst>
                                      </p:cBhvr>
                                      <p:tavLst>
                                        <p:tav tm="0">
                                          <p:val>
                                            <p:strVal val="ppt_y"/>
                                          </p:val>
                                        </p:tav>
                                        <p:tav tm="100000">
                                          <p:val>
                                            <p:strVal val="ppt_y+.1"/>
                                          </p:val>
                                        </p:tav>
                                      </p:tavLst>
                                    </p:anim>
                                    <p:set>
                                      <p:cBhvr>
                                        <p:cTn id="224" dur="1" fill="hold">
                                          <p:stCondLst>
                                            <p:cond delay="999"/>
                                          </p:stCondLst>
                                        </p:cTn>
                                        <p:tgtEl>
                                          <p:spTgt spid="77"/>
                                        </p:tgtEl>
                                        <p:attrNameLst>
                                          <p:attrName>style.visibility</p:attrName>
                                        </p:attrNameLst>
                                      </p:cBhvr>
                                      <p:to>
                                        <p:strVal val="hidden"/>
                                      </p:to>
                                    </p:set>
                                  </p:childTnLst>
                                </p:cTn>
                              </p:par>
                              <p:par>
                                <p:cTn id="225" presetID="42" presetClass="exit" presetSubtype="0" fill="hold" nodeType="withEffect">
                                  <p:stCondLst>
                                    <p:cond delay="0"/>
                                  </p:stCondLst>
                                  <p:childTnLst>
                                    <p:animEffect transition="out" filter="fade">
                                      <p:cBhvr>
                                        <p:cTn id="226" dur="1000"/>
                                        <p:tgtEl>
                                          <p:spTgt spid="80"/>
                                        </p:tgtEl>
                                      </p:cBhvr>
                                    </p:animEffect>
                                    <p:anim calcmode="lin" valueType="num">
                                      <p:cBhvr>
                                        <p:cTn id="227" dur="1000"/>
                                        <p:tgtEl>
                                          <p:spTgt spid="80"/>
                                        </p:tgtEl>
                                        <p:attrNameLst>
                                          <p:attrName>ppt_x</p:attrName>
                                        </p:attrNameLst>
                                      </p:cBhvr>
                                      <p:tavLst>
                                        <p:tav tm="0">
                                          <p:val>
                                            <p:strVal val="ppt_x"/>
                                          </p:val>
                                        </p:tav>
                                        <p:tav tm="100000">
                                          <p:val>
                                            <p:strVal val="ppt_x"/>
                                          </p:val>
                                        </p:tav>
                                      </p:tavLst>
                                    </p:anim>
                                    <p:anim calcmode="lin" valueType="num">
                                      <p:cBhvr>
                                        <p:cTn id="228" dur="1000"/>
                                        <p:tgtEl>
                                          <p:spTgt spid="80"/>
                                        </p:tgtEl>
                                        <p:attrNameLst>
                                          <p:attrName>ppt_y</p:attrName>
                                        </p:attrNameLst>
                                      </p:cBhvr>
                                      <p:tavLst>
                                        <p:tav tm="0">
                                          <p:val>
                                            <p:strVal val="ppt_y"/>
                                          </p:val>
                                        </p:tav>
                                        <p:tav tm="100000">
                                          <p:val>
                                            <p:strVal val="ppt_y+.1"/>
                                          </p:val>
                                        </p:tav>
                                      </p:tavLst>
                                    </p:anim>
                                    <p:set>
                                      <p:cBhvr>
                                        <p:cTn id="229" dur="1" fill="hold">
                                          <p:stCondLst>
                                            <p:cond delay="999"/>
                                          </p:stCondLst>
                                        </p:cTn>
                                        <p:tgtEl>
                                          <p:spTgt spid="80"/>
                                        </p:tgtEl>
                                        <p:attrNameLst>
                                          <p:attrName>style.visibility</p:attrName>
                                        </p:attrNameLst>
                                      </p:cBhvr>
                                      <p:to>
                                        <p:strVal val="hidden"/>
                                      </p:to>
                                    </p:set>
                                  </p:childTnLst>
                                </p:cTn>
                              </p:par>
                              <p:par>
                                <p:cTn id="230" presetID="42" presetClass="exit" presetSubtype="0" fill="hold" nodeType="withEffect">
                                  <p:stCondLst>
                                    <p:cond delay="0"/>
                                  </p:stCondLst>
                                  <p:childTnLst>
                                    <p:animEffect transition="out" filter="fade">
                                      <p:cBhvr>
                                        <p:cTn id="231" dur="1000"/>
                                        <p:tgtEl>
                                          <p:spTgt spid="81"/>
                                        </p:tgtEl>
                                      </p:cBhvr>
                                    </p:animEffect>
                                    <p:anim calcmode="lin" valueType="num">
                                      <p:cBhvr>
                                        <p:cTn id="232" dur="1000"/>
                                        <p:tgtEl>
                                          <p:spTgt spid="81"/>
                                        </p:tgtEl>
                                        <p:attrNameLst>
                                          <p:attrName>ppt_x</p:attrName>
                                        </p:attrNameLst>
                                      </p:cBhvr>
                                      <p:tavLst>
                                        <p:tav tm="0">
                                          <p:val>
                                            <p:strVal val="ppt_x"/>
                                          </p:val>
                                        </p:tav>
                                        <p:tav tm="100000">
                                          <p:val>
                                            <p:strVal val="ppt_x"/>
                                          </p:val>
                                        </p:tav>
                                      </p:tavLst>
                                    </p:anim>
                                    <p:anim calcmode="lin" valueType="num">
                                      <p:cBhvr>
                                        <p:cTn id="233" dur="1000"/>
                                        <p:tgtEl>
                                          <p:spTgt spid="81"/>
                                        </p:tgtEl>
                                        <p:attrNameLst>
                                          <p:attrName>ppt_y</p:attrName>
                                        </p:attrNameLst>
                                      </p:cBhvr>
                                      <p:tavLst>
                                        <p:tav tm="0">
                                          <p:val>
                                            <p:strVal val="ppt_y"/>
                                          </p:val>
                                        </p:tav>
                                        <p:tav tm="100000">
                                          <p:val>
                                            <p:strVal val="ppt_y+.1"/>
                                          </p:val>
                                        </p:tav>
                                      </p:tavLst>
                                    </p:anim>
                                    <p:set>
                                      <p:cBhvr>
                                        <p:cTn id="234" dur="1" fill="hold">
                                          <p:stCondLst>
                                            <p:cond delay="999"/>
                                          </p:stCondLst>
                                        </p:cTn>
                                        <p:tgtEl>
                                          <p:spTgt spid="81"/>
                                        </p:tgtEl>
                                        <p:attrNameLst>
                                          <p:attrName>style.visibility</p:attrName>
                                        </p:attrNameLst>
                                      </p:cBhvr>
                                      <p:to>
                                        <p:strVal val="hidden"/>
                                      </p:to>
                                    </p:set>
                                  </p:childTnLst>
                                </p:cTn>
                              </p:par>
                              <p:par>
                                <p:cTn id="235" presetID="42" presetClass="exit" presetSubtype="0" fill="hold" nodeType="withEffect">
                                  <p:stCondLst>
                                    <p:cond delay="0"/>
                                  </p:stCondLst>
                                  <p:childTnLst>
                                    <p:animEffect transition="out" filter="fade">
                                      <p:cBhvr>
                                        <p:cTn id="236" dur="1000"/>
                                        <p:tgtEl>
                                          <p:spTgt spid="82"/>
                                        </p:tgtEl>
                                      </p:cBhvr>
                                    </p:animEffect>
                                    <p:anim calcmode="lin" valueType="num">
                                      <p:cBhvr>
                                        <p:cTn id="237" dur="1000"/>
                                        <p:tgtEl>
                                          <p:spTgt spid="82"/>
                                        </p:tgtEl>
                                        <p:attrNameLst>
                                          <p:attrName>ppt_x</p:attrName>
                                        </p:attrNameLst>
                                      </p:cBhvr>
                                      <p:tavLst>
                                        <p:tav tm="0">
                                          <p:val>
                                            <p:strVal val="ppt_x"/>
                                          </p:val>
                                        </p:tav>
                                        <p:tav tm="100000">
                                          <p:val>
                                            <p:strVal val="ppt_x"/>
                                          </p:val>
                                        </p:tav>
                                      </p:tavLst>
                                    </p:anim>
                                    <p:anim calcmode="lin" valueType="num">
                                      <p:cBhvr>
                                        <p:cTn id="238" dur="1000"/>
                                        <p:tgtEl>
                                          <p:spTgt spid="82"/>
                                        </p:tgtEl>
                                        <p:attrNameLst>
                                          <p:attrName>ppt_y</p:attrName>
                                        </p:attrNameLst>
                                      </p:cBhvr>
                                      <p:tavLst>
                                        <p:tav tm="0">
                                          <p:val>
                                            <p:strVal val="ppt_y"/>
                                          </p:val>
                                        </p:tav>
                                        <p:tav tm="100000">
                                          <p:val>
                                            <p:strVal val="ppt_y+.1"/>
                                          </p:val>
                                        </p:tav>
                                      </p:tavLst>
                                    </p:anim>
                                    <p:set>
                                      <p:cBhvr>
                                        <p:cTn id="239" dur="1" fill="hold">
                                          <p:stCondLst>
                                            <p:cond delay="999"/>
                                          </p:stCondLst>
                                        </p:cTn>
                                        <p:tgtEl>
                                          <p:spTgt spid="82"/>
                                        </p:tgtEl>
                                        <p:attrNameLst>
                                          <p:attrName>style.visibility</p:attrName>
                                        </p:attrNameLst>
                                      </p:cBhvr>
                                      <p:to>
                                        <p:strVal val="hidden"/>
                                      </p:to>
                                    </p:set>
                                  </p:childTnLst>
                                </p:cTn>
                              </p:par>
                              <p:par>
                                <p:cTn id="240" presetID="42" presetClass="exit" presetSubtype="0" fill="hold" nodeType="withEffect">
                                  <p:stCondLst>
                                    <p:cond delay="0"/>
                                  </p:stCondLst>
                                  <p:childTnLst>
                                    <p:animEffect transition="out" filter="fade">
                                      <p:cBhvr>
                                        <p:cTn id="241" dur="1000"/>
                                        <p:tgtEl>
                                          <p:spTgt spid="83"/>
                                        </p:tgtEl>
                                      </p:cBhvr>
                                    </p:animEffect>
                                    <p:anim calcmode="lin" valueType="num">
                                      <p:cBhvr>
                                        <p:cTn id="242" dur="1000"/>
                                        <p:tgtEl>
                                          <p:spTgt spid="83"/>
                                        </p:tgtEl>
                                        <p:attrNameLst>
                                          <p:attrName>ppt_x</p:attrName>
                                        </p:attrNameLst>
                                      </p:cBhvr>
                                      <p:tavLst>
                                        <p:tav tm="0">
                                          <p:val>
                                            <p:strVal val="ppt_x"/>
                                          </p:val>
                                        </p:tav>
                                        <p:tav tm="100000">
                                          <p:val>
                                            <p:strVal val="ppt_x"/>
                                          </p:val>
                                        </p:tav>
                                      </p:tavLst>
                                    </p:anim>
                                    <p:anim calcmode="lin" valueType="num">
                                      <p:cBhvr>
                                        <p:cTn id="243" dur="1000"/>
                                        <p:tgtEl>
                                          <p:spTgt spid="83"/>
                                        </p:tgtEl>
                                        <p:attrNameLst>
                                          <p:attrName>ppt_y</p:attrName>
                                        </p:attrNameLst>
                                      </p:cBhvr>
                                      <p:tavLst>
                                        <p:tav tm="0">
                                          <p:val>
                                            <p:strVal val="ppt_y"/>
                                          </p:val>
                                        </p:tav>
                                        <p:tav tm="100000">
                                          <p:val>
                                            <p:strVal val="ppt_y+.1"/>
                                          </p:val>
                                        </p:tav>
                                      </p:tavLst>
                                    </p:anim>
                                    <p:set>
                                      <p:cBhvr>
                                        <p:cTn id="244" dur="1" fill="hold">
                                          <p:stCondLst>
                                            <p:cond delay="999"/>
                                          </p:stCondLst>
                                        </p:cTn>
                                        <p:tgtEl>
                                          <p:spTgt spid="83"/>
                                        </p:tgtEl>
                                        <p:attrNameLst>
                                          <p:attrName>style.visibility</p:attrName>
                                        </p:attrNameLst>
                                      </p:cBhvr>
                                      <p:to>
                                        <p:strVal val="hidden"/>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grpId="0" nodeType="clickEffect">
                                  <p:stCondLst>
                                    <p:cond delay="0"/>
                                  </p:stCondLst>
                                  <p:childTnLst>
                                    <p:set>
                                      <p:cBhvr>
                                        <p:cTn id="24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p:bldP spid="70" grpId="0"/>
      <p:bldP spid="14" grpId="0" animBg="1"/>
      <p:bldP spid="15" grpId="0" animBg="1"/>
      <p:bldP spid="20" grpId="0" animBg="1"/>
      <p:bldP spid="21" grpId="0" animBg="1"/>
      <p:bldP spid="41" grpId="0" animBg="1"/>
      <p:bldP spid="42" grpId="0" animBg="1"/>
      <p:bldP spid="44" grpId="0" animBg="1"/>
      <p:bldP spid="45" grpId="0" animBg="1"/>
      <p:bldP spid="51" grpId="0" animBg="1"/>
      <p:bldP spid="52" grpId="0" animBg="1"/>
      <p:bldP spid="54" grpId="0" animBg="1"/>
      <p:bldP spid="55" grpId="0" animBg="1"/>
      <p:bldP spid="62" grpId="0" animBg="1"/>
      <p:bldP spid="63" grpId="0" animBg="1"/>
      <p:bldP spid="65" grpId="0" animBg="1"/>
      <p:bldP spid="66" grpId="0" animBg="1"/>
      <p:bldP spid="75" grpId="0" animBg="1"/>
      <p:bldP spid="76" grpId="0" animBg="1"/>
      <p:bldP spid="78" grpId="0" animBg="1"/>
      <p:bldP spid="79" grpId="0" animBg="1"/>
      <p:bldP spid="8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Maximal Matching</a:t>
            </a:r>
          </a:p>
        </p:txBody>
      </p:sp>
      <p:sp>
        <p:nvSpPr>
          <p:cNvPr id="5" name="Content Placeholder 4"/>
          <p:cNvSpPr>
            <a:spLocks noGrp="1"/>
          </p:cNvSpPr>
          <p:nvPr>
            <p:ph idx="1"/>
          </p:nvPr>
        </p:nvSpPr>
        <p:spPr>
          <a:xfrm>
            <a:off x="131180" y="863444"/>
            <a:ext cx="11730262" cy="1001627"/>
          </a:xfrm>
        </p:spPr>
        <p:txBody>
          <a:bodyPr/>
          <a:lstStyle/>
          <a:p>
            <a:pPr lvl="0"/>
            <a:r>
              <a:rPr lang="en-US" dirty="0"/>
              <a:t>A matching M in a graph G such that </a:t>
            </a:r>
            <a:r>
              <a:rPr lang="en-US" b="1" dirty="0"/>
              <a:t>no additional edge of G can be added to M </a:t>
            </a:r>
            <a:r>
              <a:rPr lang="en-US" dirty="0"/>
              <a:t>without violating the matching property.</a:t>
            </a:r>
          </a:p>
        </p:txBody>
      </p:sp>
      <p:sp>
        <p:nvSpPr>
          <p:cNvPr id="88" name="Oval 87">
            <a:extLst>
              <a:ext uri="{FF2B5EF4-FFF2-40B4-BE49-F238E27FC236}">
                <a16:creationId xmlns:a16="http://schemas.microsoft.com/office/drawing/2014/main" id="{BDD11F87-DA81-9510-C1CB-0AF4093562CB}"/>
              </a:ext>
            </a:extLst>
          </p:cNvPr>
          <p:cNvSpPr/>
          <p:nvPr/>
        </p:nvSpPr>
        <p:spPr>
          <a:xfrm rot="5400000">
            <a:off x="1357191" y="26856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9" name="Oval 88">
            <a:extLst>
              <a:ext uri="{FF2B5EF4-FFF2-40B4-BE49-F238E27FC236}">
                <a16:creationId xmlns:a16="http://schemas.microsoft.com/office/drawing/2014/main" id="{BDD11F87-DA81-9510-C1CB-0AF4093562CB}"/>
              </a:ext>
            </a:extLst>
          </p:cNvPr>
          <p:cNvSpPr/>
          <p:nvPr/>
        </p:nvSpPr>
        <p:spPr>
          <a:xfrm rot="5400000">
            <a:off x="300614"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0" name="Oval 89">
            <a:extLst>
              <a:ext uri="{FF2B5EF4-FFF2-40B4-BE49-F238E27FC236}">
                <a16:creationId xmlns:a16="http://schemas.microsoft.com/office/drawing/2014/main" id="{BDD11F87-DA81-9510-C1CB-0AF4093562CB}"/>
              </a:ext>
            </a:extLst>
          </p:cNvPr>
          <p:cNvSpPr/>
          <p:nvPr/>
        </p:nvSpPr>
        <p:spPr>
          <a:xfrm rot="5400000">
            <a:off x="2413769"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1" name="Straight Connector 90">
            <a:extLst>
              <a:ext uri="{FF2B5EF4-FFF2-40B4-BE49-F238E27FC236}">
                <a16:creationId xmlns:a16="http://schemas.microsoft.com/office/drawing/2014/main" id="{6205DD86-315C-53B6-CEEF-A9919650168E}"/>
              </a:ext>
            </a:extLst>
          </p:cNvPr>
          <p:cNvCxnSpPr>
            <a:cxnSpLocks/>
            <a:stCxn id="88" idx="5"/>
            <a:endCxn id="89" idx="1"/>
          </p:cNvCxnSpPr>
          <p:nvPr/>
        </p:nvCxnSpPr>
        <p:spPr>
          <a:xfrm flipH="1">
            <a:off x="423526" y="2808536"/>
            <a:ext cx="954753"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6205DD86-315C-53B6-CEEF-A9919650168E}"/>
              </a:ext>
            </a:extLst>
          </p:cNvPr>
          <p:cNvCxnSpPr>
            <a:cxnSpLocks/>
            <a:stCxn id="88" idx="7"/>
            <a:endCxn id="90" idx="3"/>
          </p:cNvCxnSpPr>
          <p:nvPr/>
        </p:nvCxnSpPr>
        <p:spPr>
          <a:xfrm>
            <a:off x="1480103" y="2808536"/>
            <a:ext cx="954754"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6205DD86-315C-53B6-CEEF-A9919650168E}"/>
              </a:ext>
            </a:extLst>
          </p:cNvPr>
          <p:cNvCxnSpPr>
            <a:cxnSpLocks/>
            <a:stCxn id="90" idx="4"/>
            <a:endCxn id="89" idx="0"/>
          </p:cNvCxnSpPr>
          <p:nvPr/>
        </p:nvCxnSpPr>
        <p:spPr>
          <a:xfrm flipH="1">
            <a:off x="444614" y="4142155"/>
            <a:ext cx="196915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4" name="TextBox 93"/>
          <p:cNvSpPr txBox="1"/>
          <p:nvPr/>
        </p:nvSpPr>
        <p:spPr>
          <a:xfrm>
            <a:off x="197726" y="409124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95" name="TextBox 94"/>
          <p:cNvSpPr txBox="1"/>
          <p:nvPr/>
        </p:nvSpPr>
        <p:spPr>
          <a:xfrm>
            <a:off x="2305271" y="414215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96" name="TextBox 95"/>
          <p:cNvSpPr txBox="1"/>
          <p:nvPr/>
        </p:nvSpPr>
        <p:spPr>
          <a:xfrm>
            <a:off x="1240766" y="2234404"/>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97" name="Oval 96">
            <a:extLst>
              <a:ext uri="{FF2B5EF4-FFF2-40B4-BE49-F238E27FC236}">
                <a16:creationId xmlns:a16="http://schemas.microsoft.com/office/drawing/2014/main" id="{BDD11F87-DA81-9510-C1CB-0AF4093562CB}"/>
              </a:ext>
            </a:extLst>
          </p:cNvPr>
          <p:cNvSpPr/>
          <p:nvPr/>
        </p:nvSpPr>
        <p:spPr>
          <a:xfrm rot="5400000">
            <a:off x="4237551" y="26856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8" name="Oval 97">
            <a:extLst>
              <a:ext uri="{FF2B5EF4-FFF2-40B4-BE49-F238E27FC236}">
                <a16:creationId xmlns:a16="http://schemas.microsoft.com/office/drawing/2014/main" id="{BDD11F87-DA81-9510-C1CB-0AF4093562CB}"/>
              </a:ext>
            </a:extLst>
          </p:cNvPr>
          <p:cNvSpPr/>
          <p:nvPr/>
        </p:nvSpPr>
        <p:spPr>
          <a:xfrm rot="5400000">
            <a:off x="3180974"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9" name="Oval 98">
            <a:extLst>
              <a:ext uri="{FF2B5EF4-FFF2-40B4-BE49-F238E27FC236}">
                <a16:creationId xmlns:a16="http://schemas.microsoft.com/office/drawing/2014/main" id="{BDD11F87-DA81-9510-C1CB-0AF4093562CB}"/>
              </a:ext>
            </a:extLst>
          </p:cNvPr>
          <p:cNvSpPr/>
          <p:nvPr/>
        </p:nvSpPr>
        <p:spPr>
          <a:xfrm rot="5400000">
            <a:off x="5179038"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0" name="Straight Connector 99">
            <a:extLst>
              <a:ext uri="{FF2B5EF4-FFF2-40B4-BE49-F238E27FC236}">
                <a16:creationId xmlns:a16="http://schemas.microsoft.com/office/drawing/2014/main" id="{6205DD86-315C-53B6-CEEF-A9919650168E}"/>
              </a:ext>
            </a:extLst>
          </p:cNvPr>
          <p:cNvCxnSpPr>
            <a:cxnSpLocks/>
            <a:stCxn id="97" idx="5"/>
            <a:endCxn id="98" idx="1"/>
          </p:cNvCxnSpPr>
          <p:nvPr/>
        </p:nvCxnSpPr>
        <p:spPr>
          <a:xfrm flipH="1">
            <a:off x="3303886" y="2808536"/>
            <a:ext cx="954753"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3" name="TextBox 102"/>
          <p:cNvSpPr txBox="1"/>
          <p:nvPr/>
        </p:nvSpPr>
        <p:spPr>
          <a:xfrm>
            <a:off x="3078086" y="409124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04" name="TextBox 103"/>
          <p:cNvSpPr txBox="1"/>
          <p:nvPr/>
        </p:nvSpPr>
        <p:spPr>
          <a:xfrm>
            <a:off x="5185631" y="414215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05" name="TextBox 104"/>
          <p:cNvSpPr txBox="1"/>
          <p:nvPr/>
        </p:nvSpPr>
        <p:spPr>
          <a:xfrm>
            <a:off x="4121126" y="2234404"/>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06" name="Oval 105">
            <a:extLst>
              <a:ext uri="{FF2B5EF4-FFF2-40B4-BE49-F238E27FC236}">
                <a16:creationId xmlns:a16="http://schemas.microsoft.com/office/drawing/2014/main" id="{BDD11F87-DA81-9510-C1CB-0AF4093562CB}"/>
              </a:ext>
            </a:extLst>
          </p:cNvPr>
          <p:cNvSpPr/>
          <p:nvPr/>
        </p:nvSpPr>
        <p:spPr>
          <a:xfrm rot="5400000">
            <a:off x="7117911" y="26856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7" name="Oval 106">
            <a:extLst>
              <a:ext uri="{FF2B5EF4-FFF2-40B4-BE49-F238E27FC236}">
                <a16:creationId xmlns:a16="http://schemas.microsoft.com/office/drawing/2014/main" id="{BDD11F87-DA81-9510-C1CB-0AF4093562CB}"/>
              </a:ext>
            </a:extLst>
          </p:cNvPr>
          <p:cNvSpPr/>
          <p:nvPr/>
        </p:nvSpPr>
        <p:spPr>
          <a:xfrm rot="5400000">
            <a:off x="6061334"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8" name="Oval 107">
            <a:extLst>
              <a:ext uri="{FF2B5EF4-FFF2-40B4-BE49-F238E27FC236}">
                <a16:creationId xmlns:a16="http://schemas.microsoft.com/office/drawing/2014/main" id="{BDD11F87-DA81-9510-C1CB-0AF4093562CB}"/>
              </a:ext>
            </a:extLst>
          </p:cNvPr>
          <p:cNvSpPr/>
          <p:nvPr/>
        </p:nvSpPr>
        <p:spPr>
          <a:xfrm rot="5400000">
            <a:off x="8174489"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0" name="Straight Connector 109">
            <a:extLst>
              <a:ext uri="{FF2B5EF4-FFF2-40B4-BE49-F238E27FC236}">
                <a16:creationId xmlns:a16="http://schemas.microsoft.com/office/drawing/2014/main" id="{6205DD86-315C-53B6-CEEF-A9919650168E}"/>
              </a:ext>
            </a:extLst>
          </p:cNvPr>
          <p:cNvCxnSpPr>
            <a:cxnSpLocks/>
            <a:stCxn id="106" idx="7"/>
            <a:endCxn id="108" idx="3"/>
          </p:cNvCxnSpPr>
          <p:nvPr/>
        </p:nvCxnSpPr>
        <p:spPr>
          <a:xfrm>
            <a:off x="7240823" y="2808536"/>
            <a:ext cx="954754"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2" name="TextBox 111"/>
          <p:cNvSpPr txBox="1"/>
          <p:nvPr/>
        </p:nvSpPr>
        <p:spPr>
          <a:xfrm>
            <a:off x="5958446" y="409124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13" name="TextBox 112"/>
          <p:cNvSpPr txBox="1"/>
          <p:nvPr/>
        </p:nvSpPr>
        <p:spPr>
          <a:xfrm>
            <a:off x="8065991" y="414215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14" name="TextBox 113"/>
          <p:cNvSpPr txBox="1"/>
          <p:nvPr/>
        </p:nvSpPr>
        <p:spPr>
          <a:xfrm>
            <a:off x="7001486" y="2234404"/>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15" name="Oval 114">
            <a:extLst>
              <a:ext uri="{FF2B5EF4-FFF2-40B4-BE49-F238E27FC236}">
                <a16:creationId xmlns:a16="http://schemas.microsoft.com/office/drawing/2014/main" id="{BDD11F87-DA81-9510-C1CB-0AF4093562CB}"/>
              </a:ext>
            </a:extLst>
          </p:cNvPr>
          <p:cNvSpPr/>
          <p:nvPr/>
        </p:nvSpPr>
        <p:spPr>
          <a:xfrm rot="5400000">
            <a:off x="9998271" y="26856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6" name="Oval 115">
            <a:extLst>
              <a:ext uri="{FF2B5EF4-FFF2-40B4-BE49-F238E27FC236}">
                <a16:creationId xmlns:a16="http://schemas.microsoft.com/office/drawing/2014/main" id="{BDD11F87-DA81-9510-C1CB-0AF4093562CB}"/>
              </a:ext>
            </a:extLst>
          </p:cNvPr>
          <p:cNvSpPr/>
          <p:nvPr/>
        </p:nvSpPr>
        <p:spPr>
          <a:xfrm rot="5400000">
            <a:off x="8941694"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7" name="Oval 116">
            <a:extLst>
              <a:ext uri="{FF2B5EF4-FFF2-40B4-BE49-F238E27FC236}">
                <a16:creationId xmlns:a16="http://schemas.microsoft.com/office/drawing/2014/main" id="{BDD11F87-DA81-9510-C1CB-0AF4093562CB}"/>
              </a:ext>
            </a:extLst>
          </p:cNvPr>
          <p:cNvSpPr/>
          <p:nvPr/>
        </p:nvSpPr>
        <p:spPr>
          <a:xfrm rot="5400000">
            <a:off x="11054849" y="40701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0" name="Straight Connector 119">
            <a:extLst>
              <a:ext uri="{FF2B5EF4-FFF2-40B4-BE49-F238E27FC236}">
                <a16:creationId xmlns:a16="http://schemas.microsoft.com/office/drawing/2014/main" id="{6205DD86-315C-53B6-CEEF-A9919650168E}"/>
              </a:ext>
            </a:extLst>
          </p:cNvPr>
          <p:cNvCxnSpPr>
            <a:cxnSpLocks/>
            <a:stCxn id="117" idx="4"/>
            <a:endCxn id="116" idx="0"/>
          </p:cNvCxnSpPr>
          <p:nvPr/>
        </p:nvCxnSpPr>
        <p:spPr>
          <a:xfrm flipH="1">
            <a:off x="9085694" y="4142155"/>
            <a:ext cx="196915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1" name="TextBox 120"/>
          <p:cNvSpPr txBox="1"/>
          <p:nvPr/>
        </p:nvSpPr>
        <p:spPr>
          <a:xfrm>
            <a:off x="8838806" y="409124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22" name="TextBox 121"/>
          <p:cNvSpPr txBox="1"/>
          <p:nvPr/>
        </p:nvSpPr>
        <p:spPr>
          <a:xfrm>
            <a:off x="10946351" y="414215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23" name="TextBox 122"/>
          <p:cNvSpPr txBox="1"/>
          <p:nvPr/>
        </p:nvSpPr>
        <p:spPr>
          <a:xfrm>
            <a:off x="9881846" y="2234404"/>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24" name="TextBox 123"/>
          <p:cNvSpPr txBox="1"/>
          <p:nvPr/>
        </p:nvSpPr>
        <p:spPr>
          <a:xfrm>
            <a:off x="1240766" y="4501756"/>
            <a:ext cx="396262" cy="523220"/>
          </a:xfrm>
          <a:prstGeom prst="rect">
            <a:avLst/>
          </a:prstGeom>
          <a:noFill/>
        </p:spPr>
        <p:txBody>
          <a:bodyPr wrap="none" rtlCol="0">
            <a:spAutoFit/>
          </a:bodyPr>
          <a:lstStyle/>
          <a:p>
            <a:r>
              <a:rPr lang="en-US" sz="2800" dirty="0">
                <a:solidFill>
                  <a:srgbClr val="002060"/>
                </a:solidFill>
              </a:rPr>
              <a:t>G</a:t>
            </a:r>
          </a:p>
        </p:txBody>
      </p:sp>
      <mc:AlternateContent xmlns:mc="http://schemas.openxmlformats.org/markup-compatibility/2006" xmlns:a14="http://schemas.microsoft.com/office/drawing/2010/main">
        <mc:Choice Requires="a14">
          <p:sp>
            <p:nvSpPr>
              <p:cNvPr id="125" name="TextBox 124"/>
              <p:cNvSpPr txBox="1"/>
              <p:nvPr/>
            </p:nvSpPr>
            <p:spPr>
              <a:xfrm>
                <a:off x="4022222" y="4501756"/>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4022222" y="4501756"/>
                <a:ext cx="718658"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6823642" y="4501756"/>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6823642" y="4501756"/>
                <a:ext cx="726929"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706470" y="4501756"/>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706470" y="4501756"/>
                <a:ext cx="726929" cy="523220"/>
              </a:xfrm>
              <a:prstGeom prst="rect">
                <a:avLst/>
              </a:prstGeom>
              <a:blipFill rotWithShape="0">
                <a:blip r:embed="rId4"/>
                <a:stretch>
                  <a:fillRect/>
                </a:stretch>
              </a:blipFill>
            </p:spPr>
            <p:txBody>
              <a:bodyPr/>
              <a:lstStyle/>
              <a:p>
                <a:r>
                  <a:rPr lang="en-US">
                    <a:noFill/>
                  </a:rPr>
                  <a:t> </a:t>
                </a:r>
              </a:p>
            </p:txBody>
          </p:sp>
        </mc:Fallback>
      </mc:AlternateContent>
      <p:sp>
        <p:nvSpPr>
          <p:cNvPr id="128" name="Rectangle 127"/>
          <p:cNvSpPr/>
          <p:nvPr/>
        </p:nvSpPr>
        <p:spPr>
          <a:xfrm>
            <a:off x="3375644" y="5106708"/>
            <a:ext cx="5376793" cy="523220"/>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none">
            <a:spAutoFit/>
          </a:bodyPr>
          <a:lstStyle/>
          <a:p>
            <a:pPr lvl="0" algn="ctr"/>
            <a:r>
              <a:rPr lang="en-US" sz="2800" dirty="0">
                <a:solidFill>
                  <a:srgbClr val="002060"/>
                </a:solidFill>
              </a:rPr>
              <a:t>Here all three are maximal matching.</a:t>
            </a:r>
          </a:p>
        </p:txBody>
      </p:sp>
      <p:cxnSp>
        <p:nvCxnSpPr>
          <p:cNvPr id="129" name="Straight Connector 128"/>
          <p:cNvCxnSpPr/>
          <p:nvPr/>
        </p:nvCxnSpPr>
        <p:spPr>
          <a:xfrm>
            <a:off x="2834119" y="2017314"/>
            <a:ext cx="11113" cy="283289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5753246" y="2020638"/>
            <a:ext cx="21772" cy="28561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8676727" y="1973253"/>
            <a:ext cx="24602" cy="290354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2627488" y="5738110"/>
                <a:ext cx="7011691" cy="523220"/>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none">
                <a:spAutoFit/>
              </a:bodyPr>
              <a:lstStyle/>
              <a:p>
                <a:pPr algn="ctr"/>
                <a:r>
                  <a:rPr lang="en-US" sz="2800" dirty="0">
                    <a:solidFill>
                      <a:srgbClr val="002060"/>
                    </a:solidFill>
                  </a:rPr>
                  <a:t>In a</a:t>
                </a:r>
                <a14:m>
                  <m:oMath xmlns:m="http://schemas.openxmlformats.org/officeDocument/2006/math">
                    <m:r>
                      <a:rPr lang="en-US" sz="2800" dirty="0">
                        <a:solidFill>
                          <a:srgbClr val="002060"/>
                        </a:solidFill>
                        <a:latin typeface="Cambria Math" panose="02040503050406030204" pitchFamily="18" charset="0"/>
                      </a:rPr>
                      <m:t> </m:t>
                    </m:r>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K</m:t>
                        </m:r>
                      </m:e>
                      <m:sub>
                        <m:r>
                          <a:rPr lang="en-US" sz="2800" dirty="0">
                            <a:solidFill>
                              <a:srgbClr val="002060"/>
                            </a:solidFill>
                            <a:latin typeface="Cambria Math" panose="02040503050406030204" pitchFamily="18" charset="0"/>
                          </a:rPr>
                          <m:t>3</m:t>
                        </m:r>
                      </m:sub>
                    </m:sSub>
                  </m:oMath>
                </a14:m>
                <a:r>
                  <a:rPr lang="en-US" sz="2800" dirty="0">
                    <a:solidFill>
                      <a:srgbClr val="002060"/>
                    </a:solidFill>
                  </a:rPr>
                  <a:t> any single edge is a maximal matching. </a:t>
                </a:r>
              </a:p>
            </p:txBody>
          </p:sp>
        </mc:Choice>
        <mc:Fallback xmlns="">
          <p:sp>
            <p:nvSpPr>
              <p:cNvPr id="3" name="Rectangle 2"/>
              <p:cNvSpPr>
                <a:spLocks noRot="1" noChangeAspect="1" noMove="1" noResize="1" noEditPoints="1" noAdjustHandles="1" noChangeArrowheads="1" noChangeShapeType="1" noTextEdit="1"/>
              </p:cNvSpPr>
              <p:nvPr/>
            </p:nvSpPr>
            <p:spPr>
              <a:xfrm>
                <a:off x="2627488" y="5738110"/>
                <a:ext cx="7011691" cy="523220"/>
              </a:xfrm>
              <a:prstGeom prst="rect">
                <a:avLst/>
              </a:prstGeom>
              <a:blipFill rotWithShape="0">
                <a:blip r:embed="rId5"/>
                <a:stretch>
                  <a:fillRect l="-521" t="-10227" r="-521" b="-29545"/>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296679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1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3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1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2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2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2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2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2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2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9" grpId="0" animBg="1"/>
      <p:bldP spid="90" grpId="0" animBg="1"/>
      <p:bldP spid="94" grpId="0"/>
      <p:bldP spid="95" grpId="0"/>
      <p:bldP spid="96" grpId="0"/>
      <p:bldP spid="97" grpId="0" animBg="1"/>
      <p:bldP spid="98" grpId="0" animBg="1"/>
      <p:bldP spid="99" grpId="0" animBg="1"/>
      <p:bldP spid="103" grpId="0"/>
      <p:bldP spid="104" grpId="0"/>
      <p:bldP spid="105" grpId="0"/>
      <p:bldP spid="106" grpId="0" animBg="1"/>
      <p:bldP spid="107" grpId="0" animBg="1"/>
      <p:bldP spid="108" grpId="0" animBg="1"/>
      <p:bldP spid="112" grpId="0"/>
      <p:bldP spid="113" grpId="0"/>
      <p:bldP spid="114" grpId="0"/>
      <p:bldP spid="115" grpId="0" animBg="1"/>
      <p:bldP spid="116" grpId="0" animBg="1"/>
      <p:bldP spid="117" grpId="0" animBg="1"/>
      <p:bldP spid="121" grpId="0"/>
      <p:bldP spid="122" grpId="0"/>
      <p:bldP spid="123" grpId="0"/>
      <p:bldP spid="124" grpId="0"/>
      <p:bldP spid="125" grpId="0"/>
      <p:bldP spid="126" grpId="0"/>
      <p:bldP spid="127" grpId="0"/>
      <p:bldP spid="128" grpId="0" animBg="1"/>
      <p:bldP spid="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cxnSp>
        <p:nvCxnSpPr>
          <p:cNvPr id="139" name="Straight Connector 138">
            <a:extLst>
              <a:ext uri="{FF2B5EF4-FFF2-40B4-BE49-F238E27FC236}">
                <a16:creationId xmlns:a16="http://schemas.microsoft.com/office/drawing/2014/main" id="{6205DD86-315C-53B6-CEEF-A9919650168E}"/>
              </a:ext>
            </a:extLst>
          </p:cNvPr>
          <p:cNvCxnSpPr>
            <a:cxnSpLocks/>
            <a:endCxn id="55" idx="2"/>
          </p:cNvCxnSpPr>
          <p:nvPr/>
        </p:nvCxnSpPr>
        <p:spPr>
          <a:xfrm>
            <a:off x="4403577" y="2248992"/>
            <a:ext cx="1540" cy="219018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Maximal Matching</a:t>
            </a:r>
          </a:p>
        </p:txBody>
      </p:sp>
      <p:sp>
        <p:nvSpPr>
          <p:cNvPr id="5" name="Content Placeholder 4"/>
          <p:cNvSpPr>
            <a:spLocks noGrp="1"/>
          </p:cNvSpPr>
          <p:nvPr>
            <p:ph idx="1"/>
          </p:nvPr>
        </p:nvSpPr>
        <p:spPr>
          <a:xfrm>
            <a:off x="131180" y="863444"/>
            <a:ext cx="11730262" cy="1001627"/>
          </a:xfrm>
        </p:spPr>
        <p:txBody>
          <a:bodyPr/>
          <a:lstStyle/>
          <a:p>
            <a:pPr lvl="0"/>
            <a:r>
              <a:rPr lang="en-US" dirty="0"/>
              <a:t>A matching M in a graph G such that </a:t>
            </a:r>
            <a:r>
              <a:rPr lang="en-US" b="1" dirty="0"/>
              <a:t>no additional edge of G can be added to M </a:t>
            </a:r>
            <a:r>
              <a:rPr lang="en-US" dirty="0"/>
              <a:t>without violating the matching property.</a:t>
            </a:r>
          </a:p>
        </p:txBody>
      </p:sp>
      <p:sp>
        <p:nvSpPr>
          <p:cNvPr id="39" name="TextBox 38"/>
          <p:cNvSpPr txBox="1"/>
          <p:nvPr/>
        </p:nvSpPr>
        <p:spPr>
          <a:xfrm>
            <a:off x="1417906" y="5034400"/>
            <a:ext cx="396262" cy="523220"/>
          </a:xfrm>
          <a:prstGeom prst="rect">
            <a:avLst/>
          </a:prstGeom>
          <a:noFill/>
        </p:spPr>
        <p:txBody>
          <a:bodyPr wrap="none" rtlCol="0">
            <a:spAutoFit/>
          </a:bodyPr>
          <a:lstStyle/>
          <a:p>
            <a:r>
              <a:rPr lang="en-US" sz="2800" dirty="0">
                <a:solidFill>
                  <a:srgbClr val="002060"/>
                </a:solidFill>
              </a:rPr>
              <a:t>G</a:t>
            </a:r>
          </a:p>
        </p:txBody>
      </p:sp>
      <mc:AlternateContent xmlns:mc="http://schemas.openxmlformats.org/markup-compatibility/2006" xmlns:a14="http://schemas.microsoft.com/office/drawing/2010/main">
        <mc:Choice Requires="a14">
          <p:sp>
            <p:nvSpPr>
              <p:cNvPr id="40" name="TextBox 39"/>
              <p:cNvSpPr txBox="1"/>
              <p:nvPr/>
            </p:nvSpPr>
            <p:spPr>
              <a:xfrm>
                <a:off x="4968236" y="5106397"/>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4968236" y="5106397"/>
                <a:ext cx="718658" cy="523220"/>
              </a:xfrm>
              <a:prstGeom prst="rect">
                <a:avLst/>
              </a:prstGeom>
              <a:blipFill rotWithShape="0">
                <a:blip r:embed="rId2"/>
                <a:stretch>
                  <a:fillRect/>
                </a:stretch>
              </a:blipFill>
            </p:spPr>
            <p:txBody>
              <a:bodyPr/>
              <a:lstStyle/>
              <a:p>
                <a:r>
                  <a:rPr lang="en-US">
                    <a:noFill/>
                  </a:rPr>
                  <a:t> </a:t>
                </a:r>
              </a:p>
            </p:txBody>
          </p:sp>
        </mc:Fallback>
      </mc:AlternateContent>
      <p:sp>
        <p:nvSpPr>
          <p:cNvPr id="43" name="Oval 42">
            <a:extLst>
              <a:ext uri="{FF2B5EF4-FFF2-40B4-BE49-F238E27FC236}">
                <a16:creationId xmlns:a16="http://schemas.microsoft.com/office/drawing/2014/main" id="{BDD11F87-DA81-9510-C1CB-0AF4093562CB}"/>
              </a:ext>
            </a:extLst>
          </p:cNvPr>
          <p:cNvSpPr/>
          <p:nvPr/>
        </p:nvSpPr>
        <p:spPr>
          <a:xfrm rot="5400000">
            <a:off x="763683" y="206414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4" name="Oval 43">
            <a:extLst>
              <a:ext uri="{FF2B5EF4-FFF2-40B4-BE49-F238E27FC236}">
                <a16:creationId xmlns:a16="http://schemas.microsoft.com/office/drawing/2014/main" id="{BDD11F87-DA81-9510-C1CB-0AF4093562CB}"/>
              </a:ext>
            </a:extLst>
          </p:cNvPr>
          <p:cNvSpPr/>
          <p:nvPr/>
        </p:nvSpPr>
        <p:spPr>
          <a:xfrm rot="5400000">
            <a:off x="2518108" y="206414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5" name="Straight Connector 44">
            <a:extLst>
              <a:ext uri="{FF2B5EF4-FFF2-40B4-BE49-F238E27FC236}">
                <a16:creationId xmlns:a16="http://schemas.microsoft.com/office/drawing/2014/main" id="{6205DD86-315C-53B6-CEEF-A9919650168E}"/>
              </a:ext>
            </a:extLst>
          </p:cNvPr>
          <p:cNvCxnSpPr>
            <a:cxnSpLocks/>
            <a:stCxn id="44" idx="4"/>
            <a:endCxn id="43" idx="0"/>
          </p:cNvCxnSpPr>
          <p:nvPr/>
        </p:nvCxnSpPr>
        <p:spPr>
          <a:xfrm flipH="1">
            <a:off x="907683" y="2136143"/>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6" name="Oval 45">
            <a:extLst>
              <a:ext uri="{FF2B5EF4-FFF2-40B4-BE49-F238E27FC236}">
                <a16:creationId xmlns:a16="http://schemas.microsoft.com/office/drawing/2014/main" id="{BDD11F87-DA81-9510-C1CB-0AF4093562CB}"/>
              </a:ext>
            </a:extLst>
          </p:cNvPr>
          <p:cNvSpPr/>
          <p:nvPr/>
        </p:nvSpPr>
        <p:spPr>
          <a:xfrm rot="5400000">
            <a:off x="766644" y="436718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7" name="Oval 46">
            <a:extLst>
              <a:ext uri="{FF2B5EF4-FFF2-40B4-BE49-F238E27FC236}">
                <a16:creationId xmlns:a16="http://schemas.microsoft.com/office/drawing/2014/main" id="{BDD11F87-DA81-9510-C1CB-0AF4093562CB}"/>
              </a:ext>
            </a:extLst>
          </p:cNvPr>
          <p:cNvSpPr/>
          <p:nvPr/>
        </p:nvSpPr>
        <p:spPr>
          <a:xfrm rot="5400000">
            <a:off x="2518108" y="436718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8" name="Straight Connector 47">
            <a:extLst>
              <a:ext uri="{FF2B5EF4-FFF2-40B4-BE49-F238E27FC236}">
                <a16:creationId xmlns:a16="http://schemas.microsoft.com/office/drawing/2014/main" id="{6205DD86-315C-53B6-CEEF-A9919650168E}"/>
              </a:ext>
            </a:extLst>
          </p:cNvPr>
          <p:cNvCxnSpPr>
            <a:cxnSpLocks/>
            <a:stCxn id="43" idx="6"/>
            <a:endCxn id="46" idx="2"/>
          </p:cNvCxnSpPr>
          <p:nvPr/>
        </p:nvCxnSpPr>
        <p:spPr>
          <a:xfrm>
            <a:off x="835683" y="2208143"/>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44" idx="6"/>
            <a:endCxn id="47" idx="2"/>
          </p:cNvCxnSpPr>
          <p:nvPr/>
        </p:nvCxnSpPr>
        <p:spPr>
          <a:xfrm>
            <a:off x="2590108" y="2208143"/>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47" idx="4"/>
            <a:endCxn id="46" idx="0"/>
          </p:cNvCxnSpPr>
          <p:nvPr/>
        </p:nvCxnSpPr>
        <p:spPr>
          <a:xfrm flipH="1" flipV="1">
            <a:off x="910644" y="4439187"/>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6205DD86-315C-53B6-CEEF-A9919650168E}"/>
              </a:ext>
            </a:extLst>
          </p:cNvPr>
          <p:cNvCxnSpPr>
            <a:cxnSpLocks/>
            <a:stCxn id="47" idx="3"/>
            <a:endCxn id="43" idx="7"/>
          </p:cNvCxnSpPr>
          <p:nvPr/>
        </p:nvCxnSpPr>
        <p:spPr>
          <a:xfrm flipH="1" flipV="1">
            <a:off x="886595" y="2187055"/>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2" name="Oval 51">
            <a:extLst>
              <a:ext uri="{FF2B5EF4-FFF2-40B4-BE49-F238E27FC236}">
                <a16:creationId xmlns:a16="http://schemas.microsoft.com/office/drawing/2014/main" id="{BDD11F87-DA81-9510-C1CB-0AF4093562CB}"/>
              </a:ext>
            </a:extLst>
          </p:cNvPr>
          <p:cNvSpPr/>
          <p:nvPr/>
        </p:nvSpPr>
        <p:spPr>
          <a:xfrm rot="5400000">
            <a:off x="4330156" y="2136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3" name="Oval 52">
            <a:extLst>
              <a:ext uri="{FF2B5EF4-FFF2-40B4-BE49-F238E27FC236}">
                <a16:creationId xmlns:a16="http://schemas.microsoft.com/office/drawing/2014/main" id="{BDD11F87-DA81-9510-C1CB-0AF4093562CB}"/>
              </a:ext>
            </a:extLst>
          </p:cNvPr>
          <p:cNvSpPr/>
          <p:nvPr/>
        </p:nvSpPr>
        <p:spPr>
          <a:xfrm rot="5400000">
            <a:off x="6084581" y="2136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4333117" y="443918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6" name="Oval 55">
            <a:extLst>
              <a:ext uri="{FF2B5EF4-FFF2-40B4-BE49-F238E27FC236}">
                <a16:creationId xmlns:a16="http://schemas.microsoft.com/office/drawing/2014/main" id="{BDD11F87-DA81-9510-C1CB-0AF4093562CB}"/>
              </a:ext>
            </a:extLst>
          </p:cNvPr>
          <p:cNvSpPr/>
          <p:nvPr/>
        </p:nvSpPr>
        <p:spPr>
          <a:xfrm rot="5400000">
            <a:off x="6084581" y="44391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9" name="Oval 78">
            <a:extLst>
              <a:ext uri="{FF2B5EF4-FFF2-40B4-BE49-F238E27FC236}">
                <a16:creationId xmlns:a16="http://schemas.microsoft.com/office/drawing/2014/main" id="{BDD11F87-DA81-9510-C1CB-0AF4093562CB}"/>
              </a:ext>
            </a:extLst>
          </p:cNvPr>
          <p:cNvSpPr/>
          <p:nvPr/>
        </p:nvSpPr>
        <p:spPr>
          <a:xfrm rot="5400000">
            <a:off x="7894594" y="206413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0" name="Oval 79">
            <a:extLst>
              <a:ext uri="{FF2B5EF4-FFF2-40B4-BE49-F238E27FC236}">
                <a16:creationId xmlns:a16="http://schemas.microsoft.com/office/drawing/2014/main" id="{BDD11F87-DA81-9510-C1CB-0AF4093562CB}"/>
              </a:ext>
            </a:extLst>
          </p:cNvPr>
          <p:cNvSpPr/>
          <p:nvPr/>
        </p:nvSpPr>
        <p:spPr>
          <a:xfrm rot="5400000">
            <a:off x="9649019" y="206413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2" name="Oval 81">
            <a:extLst>
              <a:ext uri="{FF2B5EF4-FFF2-40B4-BE49-F238E27FC236}">
                <a16:creationId xmlns:a16="http://schemas.microsoft.com/office/drawing/2014/main" id="{BDD11F87-DA81-9510-C1CB-0AF4093562CB}"/>
              </a:ext>
            </a:extLst>
          </p:cNvPr>
          <p:cNvSpPr/>
          <p:nvPr/>
        </p:nvSpPr>
        <p:spPr>
          <a:xfrm rot="5400000">
            <a:off x="7897555" y="43671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3" name="Oval 82">
            <a:extLst>
              <a:ext uri="{FF2B5EF4-FFF2-40B4-BE49-F238E27FC236}">
                <a16:creationId xmlns:a16="http://schemas.microsoft.com/office/drawing/2014/main" id="{BDD11F87-DA81-9510-C1CB-0AF4093562CB}"/>
              </a:ext>
            </a:extLst>
          </p:cNvPr>
          <p:cNvSpPr/>
          <p:nvPr/>
        </p:nvSpPr>
        <p:spPr>
          <a:xfrm rot="5400000">
            <a:off x="9649019" y="43671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101" name="TextBox 100"/>
              <p:cNvSpPr txBox="1"/>
              <p:nvPr/>
            </p:nvSpPr>
            <p:spPr>
              <a:xfrm>
                <a:off x="8396988" y="5034399"/>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01" name="TextBox 100"/>
              <p:cNvSpPr txBox="1">
                <a:spLocks noRot="1" noChangeAspect="1" noMove="1" noResize="1" noEditPoints="1" noAdjustHandles="1" noChangeArrowheads="1" noChangeShapeType="1" noTextEdit="1"/>
              </p:cNvSpPr>
              <p:nvPr/>
            </p:nvSpPr>
            <p:spPr>
              <a:xfrm>
                <a:off x="8396988" y="5034399"/>
                <a:ext cx="726930" cy="523220"/>
              </a:xfrm>
              <a:prstGeom prst="rect">
                <a:avLst/>
              </a:prstGeom>
              <a:blipFill rotWithShape="0">
                <a:blip r:embed="rId3"/>
                <a:stretch>
                  <a:fillRect/>
                </a:stretch>
              </a:blipFill>
            </p:spPr>
            <p:txBody>
              <a:bodyPr/>
              <a:lstStyle/>
              <a:p>
                <a:r>
                  <a:rPr lang="en-US">
                    <a:noFill/>
                  </a:rPr>
                  <a:t> </a:t>
                </a:r>
              </a:p>
            </p:txBody>
          </p:sp>
        </mc:Fallback>
      </mc:AlternateContent>
      <p:cxnSp>
        <p:nvCxnSpPr>
          <p:cNvPr id="102" name="Straight Connector 101"/>
          <p:cNvCxnSpPr/>
          <p:nvPr/>
        </p:nvCxnSpPr>
        <p:spPr>
          <a:xfrm>
            <a:off x="3621000" y="1865071"/>
            <a:ext cx="0" cy="39375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7311000" y="1865071"/>
            <a:ext cx="0" cy="39375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6205DD86-315C-53B6-CEEF-A9919650168E}"/>
              </a:ext>
            </a:extLst>
          </p:cNvPr>
          <p:cNvCxnSpPr>
            <a:cxnSpLocks/>
            <a:stCxn id="56" idx="3"/>
            <a:endCxn id="52" idx="7"/>
          </p:cNvCxnSpPr>
          <p:nvPr/>
        </p:nvCxnSpPr>
        <p:spPr>
          <a:xfrm flipH="1" flipV="1">
            <a:off x="4453068" y="2259049"/>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31" name="Rectangle 130"/>
              <p:cNvSpPr/>
              <p:nvPr/>
            </p:nvSpPr>
            <p:spPr>
              <a:xfrm>
                <a:off x="4131859" y="5614299"/>
                <a:ext cx="2295017" cy="954107"/>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square">
                <a:spAutoFit/>
              </a:bodyPr>
              <a:lstStyle/>
              <a:p>
                <a:pPr lvl="0" algn="ctr"/>
                <a14:m>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a14:m>
                <a:r>
                  <a:rPr lang="en-US" sz="2800" dirty="0">
                    <a:solidFill>
                      <a:srgbClr val="002060"/>
                    </a:solidFill>
                  </a:rPr>
                  <a:t>is maximal matching.</a:t>
                </a:r>
              </a:p>
            </p:txBody>
          </p:sp>
        </mc:Choice>
        <mc:Fallback xmlns="">
          <p:sp>
            <p:nvSpPr>
              <p:cNvPr id="131" name="Rectangle 130"/>
              <p:cNvSpPr>
                <a:spLocks noRot="1" noChangeAspect="1" noMove="1" noResize="1" noEditPoints="1" noAdjustHandles="1" noChangeArrowheads="1" noChangeShapeType="1" noTextEdit="1"/>
              </p:cNvSpPr>
              <p:nvPr/>
            </p:nvSpPr>
            <p:spPr>
              <a:xfrm>
                <a:off x="4131859" y="5614299"/>
                <a:ext cx="2295017" cy="954107"/>
              </a:xfrm>
              <a:prstGeom prst="rect">
                <a:avLst/>
              </a:prstGeom>
              <a:blipFill rotWithShape="0">
                <a:blip r:embed="rId4"/>
                <a:stretch>
                  <a:fillRect t="-6329" r="-5291" b="-16456"/>
                </a:stretch>
              </a:blipFill>
              <a:ln>
                <a:solidFill>
                  <a:srgbClr val="FF0000"/>
                </a:solidFill>
              </a:ln>
            </p:spPr>
            <p:txBody>
              <a:bodyPr/>
              <a:lstStyle/>
              <a:p>
                <a:r>
                  <a:rPr lang="en-US">
                    <a:noFill/>
                  </a:rPr>
                  <a:t> </a:t>
                </a:r>
              </a:p>
            </p:txBody>
          </p:sp>
        </mc:Fallback>
      </mc:AlternateContent>
      <p:cxnSp>
        <p:nvCxnSpPr>
          <p:cNvPr id="138" name="Straight Connector 137">
            <a:extLst>
              <a:ext uri="{FF2B5EF4-FFF2-40B4-BE49-F238E27FC236}">
                <a16:creationId xmlns:a16="http://schemas.microsoft.com/office/drawing/2014/main" id="{6205DD86-315C-53B6-CEEF-A9919650168E}"/>
              </a:ext>
            </a:extLst>
          </p:cNvPr>
          <p:cNvCxnSpPr>
            <a:cxnSpLocks/>
            <a:stCxn id="83" idx="4"/>
            <a:endCxn id="82" idx="0"/>
          </p:cNvCxnSpPr>
          <p:nvPr/>
        </p:nvCxnSpPr>
        <p:spPr>
          <a:xfrm flipH="1" flipV="1">
            <a:off x="8041555" y="4439182"/>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0" name="Straight Connector 139">
            <a:extLst>
              <a:ext uri="{FF2B5EF4-FFF2-40B4-BE49-F238E27FC236}">
                <a16:creationId xmlns:a16="http://schemas.microsoft.com/office/drawing/2014/main" id="{6205DD86-315C-53B6-CEEF-A9919650168E}"/>
              </a:ext>
            </a:extLst>
          </p:cNvPr>
          <p:cNvCxnSpPr>
            <a:cxnSpLocks/>
            <a:stCxn id="80" idx="4"/>
            <a:endCxn id="79" idx="0"/>
          </p:cNvCxnSpPr>
          <p:nvPr/>
        </p:nvCxnSpPr>
        <p:spPr>
          <a:xfrm flipH="1">
            <a:off x="8038594" y="2136138"/>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41" name="Rectangle 140"/>
              <p:cNvSpPr/>
              <p:nvPr/>
            </p:nvSpPr>
            <p:spPr>
              <a:xfrm>
                <a:off x="7612944" y="5614300"/>
                <a:ext cx="2801056" cy="954107"/>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square">
                <a:spAutoFit/>
              </a:bodyPr>
              <a:lstStyle/>
              <a:p>
                <a:pPr lvl="0" algn="ctr"/>
                <a14:m>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a14:m>
                <a:r>
                  <a:rPr lang="en-US" sz="2800" dirty="0">
                    <a:solidFill>
                      <a:srgbClr val="002060"/>
                    </a:solidFill>
                  </a:rPr>
                  <a:t>is not maximal matching.</a:t>
                </a:r>
              </a:p>
            </p:txBody>
          </p:sp>
        </mc:Choice>
        <mc:Fallback xmlns="">
          <p:sp>
            <p:nvSpPr>
              <p:cNvPr id="141" name="Rectangle 140"/>
              <p:cNvSpPr>
                <a:spLocks noRot="1" noChangeAspect="1" noMove="1" noResize="1" noEditPoints="1" noAdjustHandles="1" noChangeArrowheads="1" noChangeShapeType="1" noTextEdit="1"/>
              </p:cNvSpPr>
              <p:nvPr/>
            </p:nvSpPr>
            <p:spPr>
              <a:xfrm>
                <a:off x="7612944" y="5614300"/>
                <a:ext cx="2801056" cy="954107"/>
              </a:xfrm>
              <a:prstGeom prst="rect">
                <a:avLst/>
              </a:prstGeom>
              <a:blipFill rotWithShape="0">
                <a:blip r:embed="rId5"/>
                <a:stretch>
                  <a:fillRect t="-6329" r="-5206" b="-16456"/>
                </a:stretch>
              </a:blipFill>
              <a:ln>
                <a:solidFill>
                  <a:srgbClr val="FF0000"/>
                </a:solidFill>
              </a:ln>
            </p:spPr>
            <p:txBody>
              <a:bodyPr/>
              <a:lstStyle/>
              <a:p>
                <a:r>
                  <a:rPr lang="en-US">
                    <a:noFill/>
                  </a:rPr>
                  <a:t> </a:t>
                </a:r>
              </a:p>
            </p:txBody>
          </p:sp>
        </mc:Fallback>
      </mc:AlternateContent>
      <p:cxnSp>
        <p:nvCxnSpPr>
          <p:cNvPr id="142" name="Straight Connector 141">
            <a:extLst>
              <a:ext uri="{FF2B5EF4-FFF2-40B4-BE49-F238E27FC236}">
                <a16:creationId xmlns:a16="http://schemas.microsoft.com/office/drawing/2014/main" id="{6205DD86-315C-53B6-CEEF-A9919650168E}"/>
              </a:ext>
            </a:extLst>
          </p:cNvPr>
          <p:cNvCxnSpPr>
            <a:cxnSpLocks/>
            <a:stCxn id="56" idx="4"/>
            <a:endCxn id="55" idx="0"/>
          </p:cNvCxnSpPr>
          <p:nvPr/>
        </p:nvCxnSpPr>
        <p:spPr>
          <a:xfrm flipH="1" flipV="1">
            <a:off x="4477117" y="4511181"/>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3" name="Straight Connector 142">
            <a:extLst>
              <a:ext uri="{FF2B5EF4-FFF2-40B4-BE49-F238E27FC236}">
                <a16:creationId xmlns:a16="http://schemas.microsoft.com/office/drawing/2014/main" id="{6205DD86-315C-53B6-CEEF-A9919650168E}"/>
              </a:ext>
            </a:extLst>
          </p:cNvPr>
          <p:cNvCxnSpPr>
            <a:cxnSpLocks/>
            <a:stCxn id="53" idx="4"/>
            <a:endCxn id="52" idx="0"/>
          </p:cNvCxnSpPr>
          <p:nvPr/>
        </p:nvCxnSpPr>
        <p:spPr>
          <a:xfrm flipH="1">
            <a:off x="4474156" y="2208137"/>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4" name="Straight Connector 143">
            <a:extLst>
              <a:ext uri="{FF2B5EF4-FFF2-40B4-BE49-F238E27FC236}">
                <a16:creationId xmlns:a16="http://schemas.microsoft.com/office/drawing/2014/main" id="{6205DD86-315C-53B6-CEEF-A9919650168E}"/>
              </a:ext>
            </a:extLst>
          </p:cNvPr>
          <p:cNvCxnSpPr>
            <a:cxnSpLocks/>
            <a:stCxn id="53" idx="6"/>
            <a:endCxn id="56" idx="2"/>
          </p:cNvCxnSpPr>
          <p:nvPr/>
        </p:nvCxnSpPr>
        <p:spPr>
          <a:xfrm>
            <a:off x="6156581" y="2280137"/>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90141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39"/>
                                        </p:tgtEl>
                                        <p:attrNameLst>
                                          <p:attrName>style.visibility</p:attrName>
                                        </p:attrNameLst>
                                      </p:cBhvr>
                                      <p:to>
                                        <p:strVal val="visible"/>
                                      </p:to>
                                    </p:set>
                                    <p:animEffect transition="in" filter="wipe(up)">
                                      <p:cBhvr>
                                        <p:cTn id="57" dur="500"/>
                                        <p:tgtEl>
                                          <p:spTgt spid="139"/>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nodeType="clickEffect">
                                  <p:stCondLst>
                                    <p:cond delay="0"/>
                                  </p:stCondLst>
                                  <p:childTnLst>
                                    <p:set>
                                      <p:cBhvr>
                                        <p:cTn id="61" dur="1" fill="hold">
                                          <p:stCondLst>
                                            <p:cond delay="0"/>
                                          </p:stCondLst>
                                        </p:cTn>
                                        <p:tgtEl>
                                          <p:spTgt spid="139"/>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42"/>
                                        </p:tgtEl>
                                        <p:attrNameLst>
                                          <p:attrName>style.visibility</p:attrName>
                                        </p:attrNameLst>
                                      </p:cBhvr>
                                      <p:to>
                                        <p:strVal val="visible"/>
                                      </p:to>
                                    </p:set>
                                    <p:animEffect transition="in" filter="wipe(left)">
                                      <p:cBhvr>
                                        <p:cTn id="66" dur="500"/>
                                        <p:tgtEl>
                                          <p:spTgt spid="142"/>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142"/>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43"/>
                                        </p:tgtEl>
                                        <p:attrNameLst>
                                          <p:attrName>style.visibility</p:attrName>
                                        </p:attrNameLst>
                                      </p:cBhvr>
                                      <p:to>
                                        <p:strVal val="visible"/>
                                      </p:to>
                                    </p:set>
                                    <p:animEffect transition="in" filter="wipe(left)">
                                      <p:cBhvr>
                                        <p:cTn id="75" dur="500"/>
                                        <p:tgtEl>
                                          <p:spTgt spid="143"/>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nodeType="clickEffect">
                                  <p:stCondLst>
                                    <p:cond delay="0"/>
                                  </p:stCondLst>
                                  <p:childTnLst>
                                    <p:set>
                                      <p:cBhvr>
                                        <p:cTn id="79" dur="1" fill="hold">
                                          <p:stCondLst>
                                            <p:cond delay="0"/>
                                          </p:stCondLst>
                                        </p:cTn>
                                        <p:tgtEl>
                                          <p:spTgt spid="143"/>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144"/>
                                        </p:tgtEl>
                                        <p:attrNameLst>
                                          <p:attrName>style.visibility</p:attrName>
                                        </p:attrNameLst>
                                      </p:cBhvr>
                                      <p:to>
                                        <p:strVal val="visible"/>
                                      </p:to>
                                    </p:set>
                                    <p:animEffect transition="in" filter="wipe(down)">
                                      <p:cBhvr>
                                        <p:cTn id="84" dur="500"/>
                                        <p:tgtEl>
                                          <p:spTgt spid="144"/>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nodeType="clickEffect">
                                  <p:stCondLst>
                                    <p:cond delay="0"/>
                                  </p:stCondLst>
                                  <p:childTnLst>
                                    <p:set>
                                      <p:cBhvr>
                                        <p:cTn id="88" dur="1" fill="hold">
                                          <p:stCondLst>
                                            <p:cond delay="0"/>
                                          </p:stCondLst>
                                        </p:cTn>
                                        <p:tgtEl>
                                          <p:spTgt spid="144"/>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3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40"/>
                                        </p:tgtEl>
                                        <p:attrNameLst>
                                          <p:attrName>style.visibility</p:attrName>
                                        </p:attrNameLst>
                                      </p:cBhvr>
                                      <p:to>
                                        <p:strVal val="visible"/>
                                      </p:to>
                                    </p:set>
                                    <p:animEffect transition="in" filter="wipe(left)">
                                      <p:cBhvr>
                                        <p:cTn id="97" dur="500"/>
                                        <p:tgtEl>
                                          <p:spTgt spid="140"/>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nodeType="clickEffect">
                                  <p:stCondLst>
                                    <p:cond delay="0"/>
                                  </p:stCondLst>
                                  <p:childTnLst>
                                    <p:set>
                                      <p:cBhvr>
                                        <p:cTn id="101" dur="1" fill="hold">
                                          <p:stCondLst>
                                            <p:cond delay="0"/>
                                          </p:stCondLst>
                                        </p:cTn>
                                        <p:tgtEl>
                                          <p:spTgt spid="140"/>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3" grpId="0" animBg="1"/>
      <p:bldP spid="44" grpId="0" animBg="1"/>
      <p:bldP spid="46" grpId="0" animBg="1"/>
      <p:bldP spid="47" grpId="0" animBg="1"/>
      <p:bldP spid="52" grpId="0" animBg="1"/>
      <p:bldP spid="53" grpId="0" animBg="1"/>
      <p:bldP spid="55" grpId="0" animBg="1"/>
      <p:bldP spid="56" grpId="0" animBg="1"/>
      <p:bldP spid="79" grpId="0" animBg="1"/>
      <p:bldP spid="80" grpId="0" animBg="1"/>
      <p:bldP spid="82" grpId="0" animBg="1"/>
      <p:bldP spid="83" grpId="0" animBg="1"/>
      <p:bldP spid="101" grpId="0"/>
      <p:bldP spid="131" grpId="0" animBg="1"/>
      <p:bldP spid="14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Maximal Matching</a:t>
            </a:r>
          </a:p>
        </p:txBody>
      </p:sp>
      <p:sp>
        <p:nvSpPr>
          <p:cNvPr id="5" name="Content Placeholder 4"/>
          <p:cNvSpPr>
            <a:spLocks noGrp="1"/>
          </p:cNvSpPr>
          <p:nvPr>
            <p:ph idx="1"/>
          </p:nvPr>
        </p:nvSpPr>
        <p:spPr>
          <a:xfrm>
            <a:off x="131180" y="863444"/>
            <a:ext cx="11730262" cy="1001627"/>
          </a:xfrm>
        </p:spPr>
        <p:txBody>
          <a:bodyPr/>
          <a:lstStyle/>
          <a:p>
            <a:pPr lvl="0"/>
            <a:r>
              <a:rPr lang="en-US" dirty="0"/>
              <a:t>A matching M in a graph G such that </a:t>
            </a:r>
            <a:r>
              <a:rPr lang="en-US" b="1" dirty="0"/>
              <a:t>no additional edge of G can be added to M </a:t>
            </a:r>
            <a:r>
              <a:rPr lang="en-US" dirty="0"/>
              <a:t>without violating the matching property.</a:t>
            </a:r>
          </a:p>
        </p:txBody>
      </p:sp>
      <p:sp>
        <p:nvSpPr>
          <p:cNvPr id="39" name="TextBox 38"/>
          <p:cNvSpPr txBox="1"/>
          <p:nvPr/>
        </p:nvSpPr>
        <p:spPr>
          <a:xfrm>
            <a:off x="1887806" y="5041867"/>
            <a:ext cx="396262" cy="523220"/>
          </a:xfrm>
          <a:prstGeom prst="rect">
            <a:avLst/>
          </a:prstGeom>
          <a:noFill/>
        </p:spPr>
        <p:txBody>
          <a:bodyPr wrap="none" rtlCol="0">
            <a:spAutoFit/>
          </a:bodyPr>
          <a:lstStyle/>
          <a:p>
            <a:r>
              <a:rPr lang="en-US" sz="2800" dirty="0">
                <a:solidFill>
                  <a:srgbClr val="002060"/>
                </a:solidFill>
              </a:rPr>
              <a:t>G</a:t>
            </a:r>
          </a:p>
        </p:txBody>
      </p:sp>
      <mc:AlternateContent xmlns:mc="http://schemas.openxmlformats.org/markup-compatibility/2006" xmlns:a14="http://schemas.microsoft.com/office/drawing/2010/main">
        <mc:Choice Requires="a14">
          <p:sp>
            <p:nvSpPr>
              <p:cNvPr id="40" name="TextBox 39"/>
              <p:cNvSpPr txBox="1"/>
              <p:nvPr/>
            </p:nvSpPr>
            <p:spPr>
              <a:xfrm>
                <a:off x="5103582" y="5041867"/>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5103582" y="5041867"/>
                <a:ext cx="718658" cy="523220"/>
              </a:xfrm>
              <a:prstGeom prst="rect">
                <a:avLst/>
              </a:prstGeom>
              <a:blipFill rotWithShape="0">
                <a:blip r:embed="rId2"/>
                <a:stretch>
                  <a:fillRect/>
                </a:stretch>
              </a:blipFill>
            </p:spPr>
            <p:txBody>
              <a:bodyPr/>
              <a:lstStyle/>
              <a:p>
                <a:r>
                  <a:rPr lang="en-US">
                    <a:noFill/>
                  </a:rPr>
                  <a:t> </a:t>
                </a:r>
              </a:p>
            </p:txBody>
          </p:sp>
        </mc:Fallback>
      </mc:AlternateContent>
      <p:sp>
        <p:nvSpPr>
          <p:cNvPr id="43" name="Oval 42">
            <a:extLst>
              <a:ext uri="{FF2B5EF4-FFF2-40B4-BE49-F238E27FC236}">
                <a16:creationId xmlns:a16="http://schemas.microsoft.com/office/drawing/2014/main" id="{BDD11F87-DA81-9510-C1CB-0AF4093562CB}"/>
              </a:ext>
            </a:extLst>
          </p:cNvPr>
          <p:cNvSpPr/>
          <p:nvPr/>
        </p:nvSpPr>
        <p:spPr>
          <a:xfrm rot="5400000">
            <a:off x="1233583" y="20716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4" name="Oval 43">
            <a:extLst>
              <a:ext uri="{FF2B5EF4-FFF2-40B4-BE49-F238E27FC236}">
                <a16:creationId xmlns:a16="http://schemas.microsoft.com/office/drawing/2014/main" id="{BDD11F87-DA81-9510-C1CB-0AF4093562CB}"/>
              </a:ext>
            </a:extLst>
          </p:cNvPr>
          <p:cNvSpPr/>
          <p:nvPr/>
        </p:nvSpPr>
        <p:spPr>
          <a:xfrm rot="5400000">
            <a:off x="2988008" y="20716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5" name="Straight Connector 44">
            <a:extLst>
              <a:ext uri="{FF2B5EF4-FFF2-40B4-BE49-F238E27FC236}">
                <a16:creationId xmlns:a16="http://schemas.microsoft.com/office/drawing/2014/main" id="{6205DD86-315C-53B6-CEEF-A9919650168E}"/>
              </a:ext>
            </a:extLst>
          </p:cNvPr>
          <p:cNvCxnSpPr>
            <a:cxnSpLocks/>
            <a:stCxn id="44" idx="4"/>
            <a:endCxn id="43" idx="0"/>
          </p:cNvCxnSpPr>
          <p:nvPr/>
        </p:nvCxnSpPr>
        <p:spPr>
          <a:xfrm flipH="1">
            <a:off x="1377583" y="2143610"/>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6" name="Oval 45">
            <a:extLst>
              <a:ext uri="{FF2B5EF4-FFF2-40B4-BE49-F238E27FC236}">
                <a16:creationId xmlns:a16="http://schemas.microsoft.com/office/drawing/2014/main" id="{BDD11F87-DA81-9510-C1CB-0AF4093562CB}"/>
              </a:ext>
            </a:extLst>
          </p:cNvPr>
          <p:cNvSpPr/>
          <p:nvPr/>
        </p:nvSpPr>
        <p:spPr>
          <a:xfrm rot="5400000">
            <a:off x="1236544" y="43746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7" name="Oval 46">
            <a:extLst>
              <a:ext uri="{FF2B5EF4-FFF2-40B4-BE49-F238E27FC236}">
                <a16:creationId xmlns:a16="http://schemas.microsoft.com/office/drawing/2014/main" id="{BDD11F87-DA81-9510-C1CB-0AF4093562CB}"/>
              </a:ext>
            </a:extLst>
          </p:cNvPr>
          <p:cNvSpPr/>
          <p:nvPr/>
        </p:nvSpPr>
        <p:spPr>
          <a:xfrm rot="5400000">
            <a:off x="2988008" y="43746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8" name="Straight Connector 47">
            <a:extLst>
              <a:ext uri="{FF2B5EF4-FFF2-40B4-BE49-F238E27FC236}">
                <a16:creationId xmlns:a16="http://schemas.microsoft.com/office/drawing/2014/main" id="{6205DD86-315C-53B6-CEEF-A9919650168E}"/>
              </a:ext>
            </a:extLst>
          </p:cNvPr>
          <p:cNvCxnSpPr>
            <a:cxnSpLocks/>
            <a:stCxn id="43" idx="6"/>
            <a:endCxn id="46" idx="2"/>
          </p:cNvCxnSpPr>
          <p:nvPr/>
        </p:nvCxnSpPr>
        <p:spPr>
          <a:xfrm>
            <a:off x="1305583" y="2215610"/>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44" idx="6"/>
            <a:endCxn id="47" idx="2"/>
          </p:cNvCxnSpPr>
          <p:nvPr/>
        </p:nvCxnSpPr>
        <p:spPr>
          <a:xfrm>
            <a:off x="3060008" y="2215610"/>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47" idx="4"/>
            <a:endCxn id="46" idx="0"/>
          </p:cNvCxnSpPr>
          <p:nvPr/>
        </p:nvCxnSpPr>
        <p:spPr>
          <a:xfrm flipH="1" flipV="1">
            <a:off x="1380544" y="4446654"/>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6205DD86-315C-53B6-CEEF-A9919650168E}"/>
              </a:ext>
            </a:extLst>
          </p:cNvPr>
          <p:cNvCxnSpPr>
            <a:cxnSpLocks/>
            <a:stCxn id="47" idx="3"/>
            <a:endCxn id="43" idx="7"/>
          </p:cNvCxnSpPr>
          <p:nvPr/>
        </p:nvCxnSpPr>
        <p:spPr>
          <a:xfrm flipH="1" flipV="1">
            <a:off x="1356495" y="2194522"/>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2" name="Oval 51">
            <a:extLst>
              <a:ext uri="{FF2B5EF4-FFF2-40B4-BE49-F238E27FC236}">
                <a16:creationId xmlns:a16="http://schemas.microsoft.com/office/drawing/2014/main" id="{BDD11F87-DA81-9510-C1CB-0AF4093562CB}"/>
              </a:ext>
            </a:extLst>
          </p:cNvPr>
          <p:cNvSpPr/>
          <p:nvPr/>
        </p:nvSpPr>
        <p:spPr>
          <a:xfrm rot="5400000">
            <a:off x="4483952" y="20716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3" name="Oval 52">
            <a:extLst>
              <a:ext uri="{FF2B5EF4-FFF2-40B4-BE49-F238E27FC236}">
                <a16:creationId xmlns:a16="http://schemas.microsoft.com/office/drawing/2014/main" id="{BDD11F87-DA81-9510-C1CB-0AF4093562CB}"/>
              </a:ext>
            </a:extLst>
          </p:cNvPr>
          <p:cNvSpPr/>
          <p:nvPr/>
        </p:nvSpPr>
        <p:spPr>
          <a:xfrm rot="5400000">
            <a:off x="6238377" y="20716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4486913" y="43746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6" name="Oval 55">
            <a:extLst>
              <a:ext uri="{FF2B5EF4-FFF2-40B4-BE49-F238E27FC236}">
                <a16:creationId xmlns:a16="http://schemas.microsoft.com/office/drawing/2014/main" id="{BDD11F87-DA81-9510-C1CB-0AF4093562CB}"/>
              </a:ext>
            </a:extLst>
          </p:cNvPr>
          <p:cNvSpPr/>
          <p:nvPr/>
        </p:nvSpPr>
        <p:spPr>
          <a:xfrm rot="5400000">
            <a:off x="6238377" y="43746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2" name="Straight Connector 101"/>
          <p:cNvCxnSpPr/>
          <p:nvPr/>
        </p:nvCxnSpPr>
        <p:spPr>
          <a:xfrm>
            <a:off x="3579360" y="1932290"/>
            <a:ext cx="14740" cy="36327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7156261" y="1932290"/>
            <a:ext cx="1588" cy="36327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3" name="Oval 132">
            <a:extLst>
              <a:ext uri="{FF2B5EF4-FFF2-40B4-BE49-F238E27FC236}">
                <a16:creationId xmlns:a16="http://schemas.microsoft.com/office/drawing/2014/main" id="{BDD11F87-DA81-9510-C1CB-0AF4093562CB}"/>
              </a:ext>
            </a:extLst>
          </p:cNvPr>
          <p:cNvSpPr/>
          <p:nvPr/>
        </p:nvSpPr>
        <p:spPr>
          <a:xfrm rot="5400000">
            <a:off x="8033991" y="20716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4" name="Oval 133">
            <a:extLst>
              <a:ext uri="{FF2B5EF4-FFF2-40B4-BE49-F238E27FC236}">
                <a16:creationId xmlns:a16="http://schemas.microsoft.com/office/drawing/2014/main" id="{BDD11F87-DA81-9510-C1CB-0AF4093562CB}"/>
              </a:ext>
            </a:extLst>
          </p:cNvPr>
          <p:cNvSpPr/>
          <p:nvPr/>
        </p:nvSpPr>
        <p:spPr>
          <a:xfrm rot="5400000">
            <a:off x="9788416" y="20716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5" name="Oval 134">
            <a:extLst>
              <a:ext uri="{FF2B5EF4-FFF2-40B4-BE49-F238E27FC236}">
                <a16:creationId xmlns:a16="http://schemas.microsoft.com/office/drawing/2014/main" id="{BDD11F87-DA81-9510-C1CB-0AF4093562CB}"/>
              </a:ext>
            </a:extLst>
          </p:cNvPr>
          <p:cNvSpPr/>
          <p:nvPr/>
        </p:nvSpPr>
        <p:spPr>
          <a:xfrm rot="5400000">
            <a:off x="8036952" y="43746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6" name="Oval 135">
            <a:extLst>
              <a:ext uri="{FF2B5EF4-FFF2-40B4-BE49-F238E27FC236}">
                <a16:creationId xmlns:a16="http://schemas.microsoft.com/office/drawing/2014/main" id="{BDD11F87-DA81-9510-C1CB-0AF4093562CB}"/>
              </a:ext>
            </a:extLst>
          </p:cNvPr>
          <p:cNvSpPr/>
          <p:nvPr/>
        </p:nvSpPr>
        <p:spPr>
          <a:xfrm rot="5400000">
            <a:off x="9788416" y="43746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137" name="TextBox 136"/>
              <p:cNvSpPr txBox="1"/>
              <p:nvPr/>
            </p:nvSpPr>
            <p:spPr>
              <a:xfrm>
                <a:off x="8536385" y="5041869"/>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1"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37" name="TextBox 136"/>
              <p:cNvSpPr txBox="1">
                <a:spLocks noRot="1" noChangeAspect="1" noMove="1" noResize="1" noEditPoints="1" noAdjustHandles="1" noChangeArrowheads="1" noChangeShapeType="1" noTextEdit="1"/>
              </p:cNvSpPr>
              <p:nvPr/>
            </p:nvSpPr>
            <p:spPr>
              <a:xfrm>
                <a:off x="8536385" y="5041869"/>
                <a:ext cx="726930" cy="523220"/>
              </a:xfrm>
              <a:prstGeom prst="rect">
                <a:avLst/>
              </a:prstGeom>
              <a:blipFill rotWithShape="0">
                <a:blip r:embed="rId3"/>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6205DD86-315C-53B6-CEEF-A9919650168E}"/>
              </a:ext>
            </a:extLst>
          </p:cNvPr>
          <p:cNvCxnSpPr>
            <a:cxnSpLocks/>
            <a:stCxn id="52" idx="6"/>
            <a:endCxn id="55" idx="2"/>
          </p:cNvCxnSpPr>
          <p:nvPr/>
        </p:nvCxnSpPr>
        <p:spPr>
          <a:xfrm>
            <a:off x="4555952" y="2215609"/>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a:stCxn id="53" idx="6"/>
            <a:endCxn id="56" idx="2"/>
          </p:cNvCxnSpPr>
          <p:nvPr/>
        </p:nvCxnSpPr>
        <p:spPr>
          <a:xfrm>
            <a:off x="6310377" y="2215609"/>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a:extLst>
              <a:ext uri="{FF2B5EF4-FFF2-40B4-BE49-F238E27FC236}">
                <a16:creationId xmlns:a16="http://schemas.microsoft.com/office/drawing/2014/main" id="{6205DD86-315C-53B6-CEEF-A9919650168E}"/>
              </a:ext>
            </a:extLst>
          </p:cNvPr>
          <p:cNvCxnSpPr>
            <a:cxnSpLocks/>
            <a:stCxn id="53" idx="4"/>
            <a:endCxn id="52" idx="0"/>
          </p:cNvCxnSpPr>
          <p:nvPr/>
        </p:nvCxnSpPr>
        <p:spPr>
          <a:xfrm flipH="1">
            <a:off x="4627952" y="2143609"/>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57" name="Rectangle 56"/>
              <p:cNvSpPr/>
              <p:nvPr/>
            </p:nvSpPr>
            <p:spPr>
              <a:xfrm>
                <a:off x="4290002" y="5621767"/>
                <a:ext cx="2295017" cy="954107"/>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square">
                <a:spAutoFit/>
              </a:bodyPr>
              <a:lstStyle/>
              <a:p>
                <a:pPr lvl="0" algn="ctr"/>
                <a14:m>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a14:m>
                <a:r>
                  <a:rPr lang="en-US" sz="2800" dirty="0">
                    <a:solidFill>
                      <a:srgbClr val="002060"/>
                    </a:solidFill>
                  </a:rPr>
                  <a:t>is maximal matching.</a:t>
                </a:r>
              </a:p>
            </p:txBody>
          </p:sp>
        </mc:Choice>
        <mc:Fallback xmlns="">
          <p:sp>
            <p:nvSpPr>
              <p:cNvPr id="57" name="Rectangle 56"/>
              <p:cNvSpPr>
                <a:spLocks noRot="1" noChangeAspect="1" noMove="1" noResize="1" noEditPoints="1" noAdjustHandles="1" noChangeArrowheads="1" noChangeShapeType="1" noTextEdit="1"/>
              </p:cNvSpPr>
              <p:nvPr/>
            </p:nvSpPr>
            <p:spPr>
              <a:xfrm>
                <a:off x="4290002" y="5621767"/>
                <a:ext cx="2295017" cy="954107"/>
              </a:xfrm>
              <a:prstGeom prst="rect">
                <a:avLst/>
              </a:prstGeom>
              <a:blipFill rotWithShape="0">
                <a:blip r:embed="rId4"/>
                <a:stretch>
                  <a:fillRect t="-5660" r="-5291" b="-15723"/>
                </a:stretch>
              </a:blipFill>
              <a:ln>
                <a:solidFill>
                  <a:srgbClr val="FF0000"/>
                </a:solidFill>
              </a:ln>
            </p:spPr>
            <p:txBody>
              <a:bodyPr/>
              <a:lstStyle/>
              <a:p>
                <a:r>
                  <a:rPr lang="en-US">
                    <a:noFill/>
                  </a:rPr>
                  <a:t> </a:t>
                </a:r>
              </a:p>
            </p:txBody>
          </p:sp>
        </mc:Fallback>
      </mc:AlternateContent>
      <p:cxnSp>
        <p:nvCxnSpPr>
          <p:cNvPr id="58" name="Straight Connector 57">
            <a:extLst>
              <a:ext uri="{FF2B5EF4-FFF2-40B4-BE49-F238E27FC236}">
                <a16:creationId xmlns:a16="http://schemas.microsoft.com/office/drawing/2014/main" id="{6205DD86-315C-53B6-CEEF-A9919650168E}"/>
              </a:ext>
            </a:extLst>
          </p:cNvPr>
          <p:cNvCxnSpPr>
            <a:cxnSpLocks/>
            <a:stCxn id="56" idx="3"/>
            <a:endCxn id="52" idx="7"/>
          </p:cNvCxnSpPr>
          <p:nvPr/>
        </p:nvCxnSpPr>
        <p:spPr>
          <a:xfrm flipH="1" flipV="1">
            <a:off x="4606864" y="2194521"/>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205DD86-315C-53B6-CEEF-A9919650168E}"/>
              </a:ext>
            </a:extLst>
          </p:cNvPr>
          <p:cNvCxnSpPr>
            <a:cxnSpLocks/>
            <a:stCxn id="56" idx="4"/>
            <a:endCxn id="55" idx="0"/>
          </p:cNvCxnSpPr>
          <p:nvPr/>
        </p:nvCxnSpPr>
        <p:spPr>
          <a:xfrm flipH="1" flipV="1">
            <a:off x="4630913" y="4446653"/>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6205DD86-315C-53B6-CEEF-A9919650168E}"/>
              </a:ext>
            </a:extLst>
          </p:cNvPr>
          <p:cNvCxnSpPr>
            <a:cxnSpLocks/>
            <a:stCxn id="136" idx="3"/>
            <a:endCxn id="133" idx="7"/>
          </p:cNvCxnSpPr>
          <p:nvPr/>
        </p:nvCxnSpPr>
        <p:spPr>
          <a:xfrm flipH="1" flipV="1">
            <a:off x="8156903" y="2194520"/>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61" name="Rectangle 60"/>
              <p:cNvSpPr/>
              <p:nvPr/>
            </p:nvSpPr>
            <p:spPr>
              <a:xfrm>
                <a:off x="7586100" y="5624893"/>
                <a:ext cx="2794206" cy="954107"/>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square">
                <a:spAutoFit/>
              </a:bodyPr>
              <a:lstStyle/>
              <a:p>
                <a:pPr lvl="0" algn="ctr"/>
                <a14:m>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a14:m>
                <a:r>
                  <a:rPr lang="en-US" sz="2800" dirty="0">
                    <a:solidFill>
                      <a:srgbClr val="002060"/>
                    </a:solidFill>
                  </a:rPr>
                  <a:t>is not maximal matching.</a:t>
                </a:r>
              </a:p>
            </p:txBody>
          </p:sp>
        </mc:Choice>
        <mc:Fallback xmlns="">
          <p:sp>
            <p:nvSpPr>
              <p:cNvPr id="61" name="Rectangle 60"/>
              <p:cNvSpPr>
                <a:spLocks noRot="1" noChangeAspect="1" noMove="1" noResize="1" noEditPoints="1" noAdjustHandles="1" noChangeArrowheads="1" noChangeShapeType="1" noTextEdit="1"/>
              </p:cNvSpPr>
              <p:nvPr/>
            </p:nvSpPr>
            <p:spPr>
              <a:xfrm>
                <a:off x="7586100" y="5624893"/>
                <a:ext cx="2794206" cy="954107"/>
              </a:xfrm>
              <a:prstGeom prst="rect">
                <a:avLst/>
              </a:prstGeom>
              <a:blipFill rotWithShape="0">
                <a:blip r:embed="rId5"/>
                <a:stretch>
                  <a:fillRect t="-6329" r="-5206" b="-16456"/>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017237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wipe(left)">
                                      <p:cBhvr>
                                        <p:cTn id="57" dur="500"/>
                                        <p:tgtEl>
                                          <p:spTgt spid="54"/>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nodeType="clickEffect">
                                  <p:stCondLst>
                                    <p:cond delay="0"/>
                                  </p:stCondLst>
                                  <p:childTnLst>
                                    <p:set>
                                      <p:cBhvr>
                                        <p:cTn id="61" dur="1" fill="hold">
                                          <p:stCondLst>
                                            <p:cond delay="0"/>
                                          </p:stCondLst>
                                        </p:cTn>
                                        <p:tgtEl>
                                          <p:spTgt spid="54"/>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58"/>
                                        </p:tgtEl>
                                        <p:attrNameLst>
                                          <p:attrName>style.visibility</p:attrName>
                                        </p:attrNameLst>
                                      </p:cBhvr>
                                      <p:to>
                                        <p:strVal val="visible"/>
                                      </p:to>
                                    </p:set>
                                    <p:animEffect transition="in" filter="wipe(up)">
                                      <p:cBhvr>
                                        <p:cTn id="66" dur="500"/>
                                        <p:tgtEl>
                                          <p:spTgt spid="58"/>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58"/>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59"/>
                                        </p:tgtEl>
                                        <p:attrNameLst>
                                          <p:attrName>style.visibility</p:attrName>
                                        </p:attrNameLst>
                                      </p:cBhvr>
                                      <p:to>
                                        <p:strVal val="visible"/>
                                      </p:to>
                                    </p:set>
                                    <p:animEffect transition="in" filter="wipe(left)">
                                      <p:cBhvr>
                                        <p:cTn id="75" dur="500"/>
                                        <p:tgtEl>
                                          <p:spTgt spid="59"/>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nodeType="clickEffect">
                                  <p:stCondLst>
                                    <p:cond delay="0"/>
                                  </p:stCondLst>
                                  <p:childTnLst>
                                    <p:set>
                                      <p:cBhvr>
                                        <p:cTn id="79" dur="1" fill="hold">
                                          <p:stCondLst>
                                            <p:cond delay="0"/>
                                          </p:stCondLst>
                                        </p:cTn>
                                        <p:tgtEl>
                                          <p:spTgt spid="59"/>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57"/>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wipe(up)">
                                      <p:cBhvr>
                                        <p:cTn id="88" dur="500"/>
                                        <p:tgtEl>
                                          <p:spTgt spid="60"/>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60"/>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3" grpId="0" animBg="1"/>
      <p:bldP spid="44" grpId="0" animBg="1"/>
      <p:bldP spid="46" grpId="0" animBg="1"/>
      <p:bldP spid="47" grpId="0" animBg="1"/>
      <p:bldP spid="52" grpId="0" animBg="1"/>
      <p:bldP spid="53" grpId="0" animBg="1"/>
      <p:bldP spid="55" grpId="0" animBg="1"/>
      <p:bldP spid="56" grpId="0" animBg="1"/>
      <p:bldP spid="133" grpId="0" animBg="1"/>
      <p:bldP spid="134" grpId="0" animBg="1"/>
      <p:bldP spid="135" grpId="0" animBg="1"/>
      <p:bldP spid="136" grpId="0" animBg="1"/>
      <p:bldP spid="137" grpId="0"/>
      <p:bldP spid="57" grpId="0" animBg="1"/>
      <p:bldP spid="6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Remarks </a:t>
            </a:r>
          </a:p>
        </p:txBody>
      </p:sp>
      <p:sp>
        <p:nvSpPr>
          <p:cNvPr id="5" name="Content Placeholder 4"/>
          <p:cNvSpPr>
            <a:spLocks noGrp="1"/>
          </p:cNvSpPr>
          <p:nvPr>
            <p:ph idx="1"/>
          </p:nvPr>
        </p:nvSpPr>
        <p:spPr>
          <a:xfrm>
            <a:off x="131180" y="863444"/>
            <a:ext cx="11730262" cy="5535556"/>
          </a:xfrm>
        </p:spPr>
        <p:txBody>
          <a:bodyPr/>
          <a:lstStyle/>
          <a:p>
            <a:pPr lvl="0"/>
            <a:r>
              <a:rPr lang="en-US" dirty="0"/>
              <a:t>A graph may have many different maximal matchings, and of different sizes. </a:t>
            </a:r>
          </a:p>
          <a:p>
            <a:pPr lvl="0"/>
            <a:r>
              <a:rPr lang="en-US" dirty="0"/>
              <a:t>The maximal matchings with the </a:t>
            </a:r>
            <a:r>
              <a:rPr lang="en-US" b="1" dirty="0"/>
              <a:t>largest number of edges </a:t>
            </a:r>
            <a:r>
              <a:rPr lang="en-US" dirty="0"/>
              <a:t>are called the </a:t>
            </a:r>
            <a:r>
              <a:rPr lang="en-US" b="1" dirty="0">
                <a:solidFill>
                  <a:srgbClr val="FF0000"/>
                </a:solidFill>
              </a:rPr>
              <a:t>maximum matchings</a:t>
            </a:r>
            <a:r>
              <a:rPr lang="en-US" dirty="0">
                <a:solidFill>
                  <a:srgbClr val="FF0000"/>
                </a:solidFill>
              </a:rPr>
              <a:t>.</a:t>
            </a:r>
          </a:p>
          <a:p>
            <a:pPr lvl="0"/>
            <a:r>
              <a:rPr lang="en-US" dirty="0"/>
              <a:t>The </a:t>
            </a:r>
            <a:r>
              <a:rPr lang="en-US" b="1" dirty="0"/>
              <a:t>number of edges </a:t>
            </a:r>
            <a:r>
              <a:rPr lang="en-US" dirty="0"/>
              <a:t>in a maximum matching is called the </a:t>
            </a:r>
            <a:r>
              <a:rPr lang="en-US" b="1" dirty="0">
                <a:solidFill>
                  <a:srgbClr val="FF0000"/>
                </a:solidFill>
              </a:rPr>
              <a:t>matching number </a:t>
            </a:r>
            <a:r>
              <a:rPr lang="en-US" dirty="0"/>
              <a:t>of the graph.</a:t>
            </a:r>
          </a:p>
          <a:p>
            <a:pPr lvl="0"/>
            <a:r>
              <a:rPr lang="en-US" dirty="0"/>
              <a:t>Every </a:t>
            </a:r>
            <a:r>
              <a:rPr lang="en-US" dirty="0">
                <a:solidFill>
                  <a:srgbClr val="FF0000"/>
                </a:solidFill>
              </a:rPr>
              <a:t>maximum matching is maximal</a:t>
            </a:r>
            <a:r>
              <a:rPr lang="en-US" dirty="0"/>
              <a:t>, but every </a:t>
            </a:r>
            <a:r>
              <a:rPr lang="en-US" dirty="0">
                <a:solidFill>
                  <a:srgbClr val="FF0000"/>
                </a:solidFill>
              </a:rPr>
              <a:t>maximal matching is not necessarily maximum.</a:t>
            </a:r>
          </a:p>
          <a:p>
            <a:pPr lvl="0"/>
            <a:endParaRPr lang="en-US" dirty="0">
              <a:solidFill>
                <a:srgbClr val="FF0000"/>
              </a:solidFill>
            </a:endParaRPr>
          </a:p>
        </p:txBody>
      </p:sp>
    </p:spTree>
    <p:extLst>
      <p:ext uri="{BB962C8B-B14F-4D97-AF65-F5344CB8AC3E}">
        <p14:creationId xmlns:p14="http://schemas.microsoft.com/office/powerpoint/2010/main" val="267719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 the matching number of</a:t>
                </a:r>
                <a14:m>
                  <m:oMath xmlns:m="http://schemas.openxmlformats.org/officeDocument/2006/math">
                    <m: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K</m:t>
                        </m:r>
                      </m:e>
                      <m:sub>
                        <m:r>
                          <a:rPr lang="en-US" b="1" i="1" dirty="0" smtClean="0">
                            <a:latin typeface="Cambria Math" panose="02040503050406030204" pitchFamily="18" charset="0"/>
                          </a:rPr>
                          <m:t>𝟑</m:t>
                        </m:r>
                      </m:sub>
                    </m:sSub>
                  </m:oMath>
                </a14:m>
                <a:r>
                  <a:rPr lang="en-US" dirty="0"/>
                  <a:t>?</a:t>
                </a:r>
              </a:p>
            </p:txBody>
          </p:sp>
        </mc:Choice>
        <mc:Fallback xmlns="">
          <p:sp>
            <p:nvSpPr>
              <p:cNvPr id="2" name="Title 1">
                <a:extLst>
                  <a:ext uri="{FF2B5EF4-FFF2-40B4-BE49-F238E27FC236}">
                    <a16:creationId xmlns:a16="http://schemas.microsoft.com/office/drawing/2014/main" xmlns="" xmlns:a14="http://schemas.microsoft.com/office/drawing/2010/main" id="{F8E78825-D13A-A50C-6795-7EC98495BAAF}"/>
                  </a:ext>
                </a:extLst>
              </p:cNvPr>
              <p:cNvSpPr>
                <a:spLocks noGrp="1" noRot="1" noChangeAspect="1" noMove="1" noResize="1" noEditPoints="1" noAdjustHandles="1" noChangeArrowheads="1" noChangeShapeType="1" noTextEdit="1"/>
              </p:cNvSpPr>
              <p:nvPr>
                <p:ph type="title"/>
              </p:nvPr>
            </p:nvSpPr>
            <p:spPr>
              <a:blipFill rotWithShape="0">
                <a:blip r:embed="rId2"/>
                <a:stretch>
                  <a:fillRect l="-400" t="-8547" b="-19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31180" y="863444"/>
                <a:ext cx="6461665" cy="4352500"/>
              </a:xfrm>
            </p:spPr>
            <p:txBody>
              <a:bodyPr/>
              <a:lstStyle/>
              <a:p>
                <a:pPr lvl="0"/>
                <a:r>
                  <a:rPr lang="en-US" dirty="0"/>
                  <a:t>Consider graph</a:t>
                </a:r>
                <a14:m>
                  <m:oMath xmlns:m="http://schemas.openxmlformats.org/officeDocument/2006/math">
                    <m: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K</m:t>
                        </m:r>
                      </m:e>
                      <m:sub>
                        <m:r>
                          <a:rPr lang="en-US" i="0" dirty="0" smtClean="0">
                            <a:latin typeface="Cambria Math" panose="02040503050406030204" pitchFamily="18" charset="0"/>
                          </a:rPr>
                          <m:t>3</m:t>
                        </m:r>
                      </m:sub>
                    </m:sSub>
                  </m:oMath>
                </a14:m>
                <a:r>
                  <a:rPr lang="en-US" dirty="0"/>
                  <a:t>.</a:t>
                </a:r>
              </a:p>
              <a:p>
                <a:pPr lvl="0"/>
                <a:r>
                  <a:rPr lang="en-US" dirty="0"/>
                  <a:t>We know that, any single edge is a maximal matching in</a:t>
                </a:r>
                <a14:m>
                  <m:oMath xmlns:m="http://schemas.openxmlformats.org/officeDocument/2006/math">
                    <m: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K</m:t>
                        </m:r>
                      </m:e>
                      <m:sub>
                        <m:r>
                          <a:rPr lang="en-US" i="0" dirty="0" smtClean="0">
                            <a:latin typeface="Cambria Math" panose="02040503050406030204" pitchFamily="18" charset="0"/>
                          </a:rPr>
                          <m:t>3</m:t>
                        </m:r>
                      </m:sub>
                    </m:sSub>
                  </m:oMath>
                </a14:m>
                <a:r>
                  <a:rPr lang="en-US" dirty="0"/>
                  <a:t>. </a:t>
                </a:r>
              </a:p>
              <a:p>
                <a:pPr lvl="0"/>
                <a:r>
                  <a:rPr lang="en-US" dirty="0"/>
                  <a:t>The maximal matchings with the largest number of edges are called the maximum matchings.</a:t>
                </a:r>
              </a:p>
              <a:p>
                <a:pPr lvl="0"/>
                <a:r>
                  <a:rPr lang="en-US" dirty="0"/>
                  <a:t>So, any single edge is a maximum matching. </a:t>
                </a:r>
              </a:p>
              <a:p>
                <a:pPr lvl="0"/>
                <a:r>
                  <a:rPr lang="en-US" dirty="0"/>
                  <a:t>So, Matching Number of</a:t>
                </a:r>
                <a14:m>
                  <m:oMath xmlns:m="http://schemas.openxmlformats.org/officeDocument/2006/math">
                    <m: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K</m:t>
                        </m:r>
                      </m:e>
                      <m:sub>
                        <m:r>
                          <a:rPr lang="en-US" b="0" i="0" dirty="0" smtClean="0">
                            <a:latin typeface="Cambria Math" panose="02040503050406030204" pitchFamily="18" charset="0"/>
                          </a:rPr>
                          <m:t>3</m:t>
                        </m:r>
                      </m:sub>
                    </m:sSub>
                  </m:oMath>
                </a14:m>
                <a:r>
                  <a:rPr lang="en-US" dirty="0"/>
                  <a:t> is 1.</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31180" y="863444"/>
                <a:ext cx="6461665" cy="4352500"/>
              </a:xfrm>
              <a:blipFill rotWithShape="0">
                <a:blip r:embed="rId3"/>
                <a:stretch>
                  <a:fillRect l="-1792" t="-2521" r="-1887"/>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BDD11F87-DA81-9510-C1CB-0AF4093562CB}"/>
              </a:ext>
            </a:extLst>
          </p:cNvPr>
          <p:cNvSpPr/>
          <p:nvPr/>
        </p:nvSpPr>
        <p:spPr>
          <a:xfrm rot="5400000">
            <a:off x="9459665" y="13073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8403088" y="26919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10516243" y="26919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4" idx="5"/>
            <a:endCxn id="6" idx="1"/>
          </p:cNvCxnSpPr>
          <p:nvPr/>
        </p:nvCxnSpPr>
        <p:spPr>
          <a:xfrm flipH="1">
            <a:off x="8526000" y="1430295"/>
            <a:ext cx="954753"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6205DD86-315C-53B6-CEEF-A9919650168E}"/>
              </a:ext>
            </a:extLst>
          </p:cNvPr>
          <p:cNvCxnSpPr>
            <a:cxnSpLocks/>
            <a:stCxn id="4" idx="7"/>
            <a:endCxn id="7" idx="3"/>
          </p:cNvCxnSpPr>
          <p:nvPr/>
        </p:nvCxnSpPr>
        <p:spPr>
          <a:xfrm>
            <a:off x="9582577" y="1430295"/>
            <a:ext cx="954754"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6205DD86-315C-53B6-CEEF-A9919650168E}"/>
              </a:ext>
            </a:extLst>
          </p:cNvPr>
          <p:cNvCxnSpPr>
            <a:cxnSpLocks/>
            <a:stCxn id="7" idx="4"/>
            <a:endCxn id="6" idx="0"/>
          </p:cNvCxnSpPr>
          <p:nvPr/>
        </p:nvCxnSpPr>
        <p:spPr>
          <a:xfrm flipH="1">
            <a:off x="8547088" y="2763914"/>
            <a:ext cx="196915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 name="TextBox 10"/>
          <p:cNvSpPr txBox="1"/>
          <p:nvPr/>
        </p:nvSpPr>
        <p:spPr>
          <a:xfrm>
            <a:off x="8300200" y="2713002"/>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2" name="TextBox 11"/>
          <p:cNvSpPr txBox="1"/>
          <p:nvPr/>
        </p:nvSpPr>
        <p:spPr>
          <a:xfrm>
            <a:off x="10407745" y="2763914"/>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3" name="TextBox 12"/>
          <p:cNvSpPr txBox="1"/>
          <p:nvPr/>
        </p:nvSpPr>
        <p:spPr>
          <a:xfrm>
            <a:off x="9343240" y="856163"/>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4" name="TextBox 13"/>
          <p:cNvSpPr txBox="1"/>
          <p:nvPr/>
        </p:nvSpPr>
        <p:spPr>
          <a:xfrm>
            <a:off x="9343240" y="3123515"/>
            <a:ext cx="396262" cy="523220"/>
          </a:xfrm>
          <a:prstGeom prst="rect">
            <a:avLst/>
          </a:prstGeom>
          <a:noFill/>
        </p:spPr>
        <p:txBody>
          <a:bodyPr wrap="none" rtlCol="0">
            <a:spAutoFit/>
          </a:bodyPr>
          <a:lstStyle/>
          <a:p>
            <a:r>
              <a:rPr lang="en-US" sz="2800" dirty="0">
                <a:solidFill>
                  <a:srgbClr val="002060"/>
                </a:solidFill>
              </a:rPr>
              <a:t>G</a:t>
            </a:r>
          </a:p>
        </p:txBody>
      </p:sp>
    </p:spTree>
    <p:extLst>
      <p:ext uri="{BB962C8B-B14F-4D97-AF65-F5344CB8AC3E}">
        <p14:creationId xmlns:p14="http://schemas.microsoft.com/office/powerpoint/2010/main" val="195994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1" grpId="0"/>
      <p:bldP spid="12" grpId="0"/>
      <p:bldP spid="13" grpId="0"/>
      <p:bldP spid="1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 Matching Number of following graph.</a:t>
            </a:r>
          </a:p>
        </p:txBody>
      </p:sp>
      <p:sp>
        <p:nvSpPr>
          <p:cNvPr id="4" name="TextBox 3"/>
          <p:cNvSpPr txBox="1"/>
          <p:nvPr/>
        </p:nvSpPr>
        <p:spPr>
          <a:xfrm>
            <a:off x="9962860" y="4189218"/>
            <a:ext cx="396262" cy="523220"/>
          </a:xfrm>
          <a:prstGeom prst="rect">
            <a:avLst/>
          </a:prstGeom>
          <a:noFill/>
        </p:spPr>
        <p:txBody>
          <a:bodyPr wrap="none" rtlCol="0">
            <a:spAutoFit/>
          </a:bodyPr>
          <a:lstStyle/>
          <a:p>
            <a:r>
              <a:rPr lang="en-US" sz="2800" dirty="0">
                <a:solidFill>
                  <a:srgbClr val="002060"/>
                </a:solidFill>
              </a:rPr>
              <a:t>G</a:t>
            </a:r>
          </a:p>
        </p:txBody>
      </p:sp>
      <p:sp>
        <p:nvSpPr>
          <p:cNvPr id="6" name="Oval 5">
            <a:extLst>
              <a:ext uri="{FF2B5EF4-FFF2-40B4-BE49-F238E27FC236}">
                <a16:creationId xmlns:a16="http://schemas.microsoft.com/office/drawing/2014/main" id="{BDD11F87-DA81-9510-C1CB-0AF4093562CB}"/>
              </a:ext>
            </a:extLst>
          </p:cNvPr>
          <p:cNvSpPr/>
          <p:nvPr/>
        </p:nvSpPr>
        <p:spPr>
          <a:xfrm rot="5400000">
            <a:off x="9308637" y="121896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11063062" y="121896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7" idx="4"/>
            <a:endCxn id="6" idx="0"/>
          </p:cNvCxnSpPr>
          <p:nvPr/>
        </p:nvCxnSpPr>
        <p:spPr>
          <a:xfrm flipH="1">
            <a:off x="9452637" y="1290961"/>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Oval 8">
            <a:extLst>
              <a:ext uri="{FF2B5EF4-FFF2-40B4-BE49-F238E27FC236}">
                <a16:creationId xmlns:a16="http://schemas.microsoft.com/office/drawing/2014/main" id="{BDD11F87-DA81-9510-C1CB-0AF4093562CB}"/>
              </a:ext>
            </a:extLst>
          </p:cNvPr>
          <p:cNvSpPr/>
          <p:nvPr/>
        </p:nvSpPr>
        <p:spPr>
          <a:xfrm rot="5400000">
            <a:off x="9311598" y="35220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11063062" y="352200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 name="Straight Connector 10">
            <a:extLst>
              <a:ext uri="{FF2B5EF4-FFF2-40B4-BE49-F238E27FC236}">
                <a16:creationId xmlns:a16="http://schemas.microsoft.com/office/drawing/2014/main" id="{6205DD86-315C-53B6-CEEF-A9919650168E}"/>
              </a:ext>
            </a:extLst>
          </p:cNvPr>
          <p:cNvCxnSpPr>
            <a:cxnSpLocks/>
            <a:stCxn id="6" idx="6"/>
            <a:endCxn id="9" idx="2"/>
          </p:cNvCxnSpPr>
          <p:nvPr/>
        </p:nvCxnSpPr>
        <p:spPr>
          <a:xfrm>
            <a:off x="9380637" y="1362961"/>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7" idx="6"/>
            <a:endCxn id="10" idx="2"/>
          </p:cNvCxnSpPr>
          <p:nvPr/>
        </p:nvCxnSpPr>
        <p:spPr>
          <a:xfrm>
            <a:off x="11135062" y="1362961"/>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205DD86-315C-53B6-CEEF-A9919650168E}"/>
              </a:ext>
            </a:extLst>
          </p:cNvPr>
          <p:cNvCxnSpPr>
            <a:cxnSpLocks/>
            <a:stCxn id="10" idx="4"/>
            <a:endCxn id="9" idx="0"/>
          </p:cNvCxnSpPr>
          <p:nvPr/>
        </p:nvCxnSpPr>
        <p:spPr>
          <a:xfrm flipH="1" flipV="1">
            <a:off x="9455598" y="3594005"/>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205DD86-315C-53B6-CEEF-A9919650168E}"/>
              </a:ext>
            </a:extLst>
          </p:cNvPr>
          <p:cNvCxnSpPr>
            <a:cxnSpLocks/>
            <a:stCxn id="10" idx="3"/>
            <a:endCxn id="6" idx="7"/>
          </p:cNvCxnSpPr>
          <p:nvPr/>
        </p:nvCxnSpPr>
        <p:spPr>
          <a:xfrm flipH="1" flipV="1">
            <a:off x="9431549" y="1341873"/>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 name="Content Placeholder 2"/>
          <p:cNvSpPr>
            <a:spLocks noGrp="1"/>
          </p:cNvSpPr>
          <p:nvPr>
            <p:ph idx="1"/>
          </p:nvPr>
        </p:nvSpPr>
        <p:spPr>
          <a:xfrm>
            <a:off x="131180" y="863444"/>
            <a:ext cx="11929641" cy="4872001"/>
          </a:xfrm>
        </p:spPr>
        <p:txBody>
          <a:bodyPr/>
          <a:lstStyle/>
          <a:p>
            <a:r>
              <a:rPr lang="en-US" dirty="0"/>
              <a:t>Lets consider some matching of G.</a:t>
            </a:r>
          </a:p>
        </p:txBody>
      </p:sp>
      <mc:AlternateContent xmlns:mc="http://schemas.openxmlformats.org/markup-compatibility/2006" xmlns:a14="http://schemas.microsoft.com/office/drawing/2010/main">
        <mc:Choice Requires="a14">
          <p:sp>
            <p:nvSpPr>
              <p:cNvPr id="15" name="TextBox 14"/>
              <p:cNvSpPr txBox="1"/>
              <p:nvPr/>
            </p:nvSpPr>
            <p:spPr>
              <a:xfrm>
                <a:off x="1652243" y="5212226"/>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652243" y="5212226"/>
                <a:ext cx="718658" cy="523220"/>
              </a:xfrm>
              <a:prstGeom prst="rect">
                <a:avLst/>
              </a:prstGeom>
              <a:blipFill rotWithShape="0">
                <a:blip r:embed="rId2"/>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BDD11F87-DA81-9510-C1CB-0AF4093562CB}"/>
              </a:ext>
            </a:extLst>
          </p:cNvPr>
          <p:cNvSpPr/>
          <p:nvPr/>
        </p:nvSpPr>
        <p:spPr>
          <a:xfrm rot="5400000">
            <a:off x="998020" y="224196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BDD11F87-DA81-9510-C1CB-0AF4093562CB}"/>
              </a:ext>
            </a:extLst>
          </p:cNvPr>
          <p:cNvSpPr/>
          <p:nvPr/>
        </p:nvSpPr>
        <p:spPr>
          <a:xfrm rot="5400000">
            <a:off x="2752445" y="224196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1000981" y="45450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2752445" y="45450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16" idx="6"/>
            <a:endCxn id="19" idx="2"/>
          </p:cNvCxnSpPr>
          <p:nvPr/>
        </p:nvCxnSpPr>
        <p:spPr>
          <a:xfrm>
            <a:off x="1070020" y="2385969"/>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25" name="TextBox 24"/>
              <p:cNvSpPr txBox="1"/>
              <p:nvPr/>
            </p:nvSpPr>
            <p:spPr>
              <a:xfrm>
                <a:off x="4110829" y="5212225"/>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4110829" y="5212225"/>
                <a:ext cx="726930" cy="523220"/>
              </a:xfrm>
              <a:prstGeom prst="rect">
                <a:avLst/>
              </a:prstGeom>
              <a:blipFill rotWithShape="0">
                <a:blip r:embed="rId3"/>
                <a:stretch>
                  <a:fillRect/>
                </a:stretch>
              </a:blipFill>
            </p:spPr>
            <p:txBody>
              <a:bodyPr/>
              <a:lstStyle/>
              <a:p>
                <a:r>
                  <a:rPr lang="en-US">
                    <a:noFill/>
                  </a:rPr>
                  <a:t> </a:t>
                </a:r>
              </a:p>
            </p:txBody>
          </p:sp>
        </mc:Fallback>
      </mc:AlternateContent>
      <p:sp>
        <p:nvSpPr>
          <p:cNvPr id="26" name="Oval 25">
            <a:extLst>
              <a:ext uri="{FF2B5EF4-FFF2-40B4-BE49-F238E27FC236}">
                <a16:creationId xmlns:a16="http://schemas.microsoft.com/office/drawing/2014/main" id="{BDD11F87-DA81-9510-C1CB-0AF4093562CB}"/>
              </a:ext>
            </a:extLst>
          </p:cNvPr>
          <p:cNvSpPr/>
          <p:nvPr/>
        </p:nvSpPr>
        <p:spPr>
          <a:xfrm rot="5400000">
            <a:off x="3456606" y="22419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 name="Oval 26">
            <a:extLst>
              <a:ext uri="{FF2B5EF4-FFF2-40B4-BE49-F238E27FC236}">
                <a16:creationId xmlns:a16="http://schemas.microsoft.com/office/drawing/2014/main" id="{BDD11F87-DA81-9510-C1CB-0AF4093562CB}"/>
              </a:ext>
            </a:extLst>
          </p:cNvPr>
          <p:cNvSpPr/>
          <p:nvPr/>
        </p:nvSpPr>
        <p:spPr>
          <a:xfrm rot="5400000">
            <a:off x="5211031" y="22419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3459567" y="45450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5211031" y="45450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4" name="Straight Connector 33">
            <a:extLst>
              <a:ext uri="{FF2B5EF4-FFF2-40B4-BE49-F238E27FC236}">
                <a16:creationId xmlns:a16="http://schemas.microsoft.com/office/drawing/2014/main" id="{6205DD86-315C-53B6-CEEF-A9919650168E}"/>
              </a:ext>
            </a:extLst>
          </p:cNvPr>
          <p:cNvCxnSpPr>
            <a:cxnSpLocks/>
            <a:stCxn id="30" idx="3"/>
            <a:endCxn id="26" idx="7"/>
          </p:cNvCxnSpPr>
          <p:nvPr/>
        </p:nvCxnSpPr>
        <p:spPr>
          <a:xfrm flipH="1" flipV="1">
            <a:off x="3579518" y="2364880"/>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p:nvCxnSpPr>
        <p:spPr>
          <a:xfrm>
            <a:off x="3226125" y="1853643"/>
            <a:ext cx="14740" cy="36327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742479" y="1841038"/>
            <a:ext cx="14740" cy="36327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p:cNvSpPr txBox="1"/>
              <p:nvPr/>
            </p:nvSpPr>
            <p:spPr>
              <a:xfrm>
                <a:off x="6781584" y="5212225"/>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6781584" y="5212225"/>
                <a:ext cx="726930" cy="523220"/>
              </a:xfrm>
              <a:prstGeom prst="rect">
                <a:avLst/>
              </a:prstGeom>
              <a:blipFill rotWithShape="0">
                <a:blip r:embed="rId4"/>
                <a:stretch>
                  <a:fillRect/>
                </a:stretch>
              </a:blipFill>
            </p:spPr>
            <p:txBody>
              <a:bodyPr/>
              <a:lstStyle/>
              <a:p>
                <a:r>
                  <a:rPr lang="en-US">
                    <a:noFill/>
                  </a:rPr>
                  <a:t> </a:t>
                </a:r>
              </a:p>
            </p:txBody>
          </p:sp>
        </mc:Fallback>
      </mc:AlternateContent>
      <p:sp>
        <p:nvSpPr>
          <p:cNvPr id="48" name="Oval 47">
            <a:extLst>
              <a:ext uri="{FF2B5EF4-FFF2-40B4-BE49-F238E27FC236}">
                <a16:creationId xmlns:a16="http://schemas.microsoft.com/office/drawing/2014/main" id="{BDD11F87-DA81-9510-C1CB-0AF4093562CB}"/>
              </a:ext>
            </a:extLst>
          </p:cNvPr>
          <p:cNvSpPr/>
          <p:nvPr/>
        </p:nvSpPr>
        <p:spPr>
          <a:xfrm rot="5400000">
            <a:off x="6127361" y="22419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9" name="Oval 48">
            <a:extLst>
              <a:ext uri="{FF2B5EF4-FFF2-40B4-BE49-F238E27FC236}">
                <a16:creationId xmlns:a16="http://schemas.microsoft.com/office/drawing/2014/main" id="{BDD11F87-DA81-9510-C1CB-0AF4093562CB}"/>
              </a:ext>
            </a:extLst>
          </p:cNvPr>
          <p:cNvSpPr/>
          <p:nvPr/>
        </p:nvSpPr>
        <p:spPr>
          <a:xfrm rot="5400000">
            <a:off x="7881786" y="22419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0" name="Straight Connector 49">
            <a:extLst>
              <a:ext uri="{FF2B5EF4-FFF2-40B4-BE49-F238E27FC236}">
                <a16:creationId xmlns:a16="http://schemas.microsoft.com/office/drawing/2014/main" id="{6205DD86-315C-53B6-CEEF-A9919650168E}"/>
              </a:ext>
            </a:extLst>
          </p:cNvPr>
          <p:cNvCxnSpPr>
            <a:cxnSpLocks/>
            <a:stCxn id="49" idx="4"/>
            <a:endCxn id="48" idx="0"/>
          </p:cNvCxnSpPr>
          <p:nvPr/>
        </p:nvCxnSpPr>
        <p:spPr>
          <a:xfrm flipH="1">
            <a:off x="6271361" y="2313968"/>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1" name="Oval 50">
            <a:extLst>
              <a:ext uri="{FF2B5EF4-FFF2-40B4-BE49-F238E27FC236}">
                <a16:creationId xmlns:a16="http://schemas.microsoft.com/office/drawing/2014/main" id="{BDD11F87-DA81-9510-C1CB-0AF4093562CB}"/>
              </a:ext>
            </a:extLst>
          </p:cNvPr>
          <p:cNvSpPr/>
          <p:nvPr/>
        </p:nvSpPr>
        <p:spPr>
          <a:xfrm rot="5400000">
            <a:off x="6130322" y="45450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2" name="Oval 51">
            <a:extLst>
              <a:ext uri="{FF2B5EF4-FFF2-40B4-BE49-F238E27FC236}">
                <a16:creationId xmlns:a16="http://schemas.microsoft.com/office/drawing/2014/main" id="{BDD11F87-DA81-9510-C1CB-0AF4093562CB}"/>
              </a:ext>
            </a:extLst>
          </p:cNvPr>
          <p:cNvSpPr/>
          <p:nvPr/>
        </p:nvSpPr>
        <p:spPr>
          <a:xfrm rot="5400000">
            <a:off x="7881786" y="45450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5" name="Straight Connector 54">
            <a:extLst>
              <a:ext uri="{FF2B5EF4-FFF2-40B4-BE49-F238E27FC236}">
                <a16:creationId xmlns:a16="http://schemas.microsoft.com/office/drawing/2014/main" id="{6205DD86-315C-53B6-CEEF-A9919650168E}"/>
              </a:ext>
            </a:extLst>
          </p:cNvPr>
          <p:cNvCxnSpPr>
            <a:cxnSpLocks/>
            <a:stCxn id="52" idx="4"/>
            <a:endCxn id="51" idx="0"/>
          </p:cNvCxnSpPr>
          <p:nvPr/>
        </p:nvCxnSpPr>
        <p:spPr>
          <a:xfrm flipH="1" flipV="1">
            <a:off x="6274322" y="4617012"/>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90551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9" grpId="0" animBg="1"/>
      <p:bldP spid="10" grpId="0" animBg="1"/>
      <p:bldP spid="15" grpId="0"/>
      <p:bldP spid="16" grpId="0" animBg="1"/>
      <p:bldP spid="17" grpId="0" animBg="1"/>
      <p:bldP spid="19" grpId="0" animBg="1"/>
      <p:bldP spid="20" grpId="0" animBg="1"/>
      <p:bldP spid="25" grpId="0"/>
      <p:bldP spid="26" grpId="0" animBg="1"/>
      <p:bldP spid="27" grpId="0" animBg="1"/>
      <p:bldP spid="29" grpId="0" animBg="1"/>
      <p:bldP spid="30" grpId="0" animBg="1"/>
      <p:bldP spid="47" grpId="0"/>
      <p:bldP spid="48" grpId="0" animBg="1"/>
      <p:bldP spid="49" grpId="0" animBg="1"/>
      <p:bldP spid="51" grpId="0" animBg="1"/>
      <p:bldP spid="5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 Matching Number of following graph.</a:t>
            </a:r>
          </a:p>
        </p:txBody>
      </p:sp>
      <mc:AlternateContent xmlns:mc="http://schemas.openxmlformats.org/markup-compatibility/2006" xmlns:a14="http://schemas.microsoft.com/office/drawing/2010/main">
        <mc:Choice Requires="a14">
          <p:sp>
            <p:nvSpPr>
              <p:cNvPr id="23" name="Content Placeholder 22"/>
              <p:cNvSpPr>
                <a:spLocks noGrp="1"/>
              </p:cNvSpPr>
              <p:nvPr>
                <p:ph idx="1"/>
              </p:nvPr>
            </p:nvSpPr>
            <p:spPr/>
            <p:txBody>
              <a:bodyPr/>
              <a:lstStyle/>
              <a:p>
                <a:r>
                  <a:rPr lang="en-US" dirty="0"/>
                  <a:t>Consider maximal matching of the following graph </a:t>
                </a:r>
                <a14:m>
                  <m:oMath xmlns:m="http://schemas.openxmlformats.org/officeDocument/2006/math">
                    <m:r>
                      <m:rPr>
                        <m:sty m:val="p"/>
                      </m:rPr>
                      <a:rPr lang="en-US" b="0" i="0" smtClean="0">
                        <a:latin typeface="Cambria Math" panose="02040503050406030204" pitchFamily="18" charset="0"/>
                      </a:rPr>
                      <m:t>G</m:t>
                    </m:r>
                  </m:oMath>
                </a14:m>
                <a:r>
                  <a:rPr lang="en-US" dirty="0"/>
                  <a:t>.</a:t>
                </a:r>
              </a:p>
            </p:txBody>
          </p:sp>
        </mc:Choice>
        <mc:Fallback xmlns="">
          <p:sp>
            <p:nvSpPr>
              <p:cNvPr id="23" name="Content Placeholder 22"/>
              <p:cNvSpPr>
                <a:spLocks noGrp="1" noRot="1" noChangeAspect="1" noMove="1" noResize="1" noEditPoints="1" noAdjustHandles="1" noChangeArrowheads="1" noChangeShapeType="1" noTextEdit="1"/>
              </p:cNvSpPr>
              <p:nvPr>
                <p:ph idx="1"/>
              </p:nvPr>
            </p:nvSpPr>
            <p:spPr>
              <a:blipFill rotWithShape="0">
                <a:blip r:embed="rId2"/>
                <a:stretch>
                  <a:fillRect l="-971" t="-1963"/>
                </a:stretch>
              </a:blipFill>
            </p:spPr>
            <p:txBody>
              <a:bodyPr/>
              <a:lstStyle/>
              <a:p>
                <a:r>
                  <a:rPr lang="en-US">
                    <a:noFill/>
                  </a:rPr>
                  <a:t> </a:t>
                </a:r>
              </a:p>
            </p:txBody>
          </p:sp>
        </mc:Fallback>
      </mc:AlternateContent>
      <p:sp>
        <p:nvSpPr>
          <p:cNvPr id="4" name="TextBox 3"/>
          <p:cNvSpPr txBox="1"/>
          <p:nvPr/>
        </p:nvSpPr>
        <p:spPr>
          <a:xfrm>
            <a:off x="9962860" y="4891583"/>
            <a:ext cx="396262" cy="523220"/>
          </a:xfrm>
          <a:prstGeom prst="rect">
            <a:avLst/>
          </a:prstGeom>
          <a:noFill/>
        </p:spPr>
        <p:txBody>
          <a:bodyPr wrap="none" rtlCol="0">
            <a:spAutoFit/>
          </a:bodyPr>
          <a:lstStyle/>
          <a:p>
            <a:r>
              <a:rPr lang="en-US" sz="2800" dirty="0">
                <a:solidFill>
                  <a:srgbClr val="002060"/>
                </a:solidFill>
              </a:rPr>
              <a:t>G</a:t>
            </a:r>
          </a:p>
        </p:txBody>
      </p:sp>
      <p:sp>
        <p:nvSpPr>
          <p:cNvPr id="6" name="Oval 5">
            <a:extLst>
              <a:ext uri="{FF2B5EF4-FFF2-40B4-BE49-F238E27FC236}">
                <a16:creationId xmlns:a16="http://schemas.microsoft.com/office/drawing/2014/main" id="{BDD11F87-DA81-9510-C1CB-0AF4093562CB}"/>
              </a:ext>
            </a:extLst>
          </p:cNvPr>
          <p:cNvSpPr/>
          <p:nvPr/>
        </p:nvSpPr>
        <p:spPr>
          <a:xfrm rot="5400000">
            <a:off x="9308637" y="19213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11063062" y="19213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7" idx="4"/>
            <a:endCxn id="6" idx="0"/>
          </p:cNvCxnSpPr>
          <p:nvPr/>
        </p:nvCxnSpPr>
        <p:spPr>
          <a:xfrm flipH="1">
            <a:off x="9452637" y="1993326"/>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Oval 8">
            <a:extLst>
              <a:ext uri="{FF2B5EF4-FFF2-40B4-BE49-F238E27FC236}">
                <a16:creationId xmlns:a16="http://schemas.microsoft.com/office/drawing/2014/main" id="{BDD11F87-DA81-9510-C1CB-0AF4093562CB}"/>
              </a:ext>
            </a:extLst>
          </p:cNvPr>
          <p:cNvSpPr/>
          <p:nvPr/>
        </p:nvSpPr>
        <p:spPr>
          <a:xfrm rot="5400000">
            <a:off x="9311598" y="42243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11063062" y="422437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 name="Straight Connector 10">
            <a:extLst>
              <a:ext uri="{FF2B5EF4-FFF2-40B4-BE49-F238E27FC236}">
                <a16:creationId xmlns:a16="http://schemas.microsoft.com/office/drawing/2014/main" id="{6205DD86-315C-53B6-CEEF-A9919650168E}"/>
              </a:ext>
            </a:extLst>
          </p:cNvPr>
          <p:cNvCxnSpPr>
            <a:cxnSpLocks/>
            <a:stCxn id="6" idx="6"/>
            <a:endCxn id="9" idx="2"/>
          </p:cNvCxnSpPr>
          <p:nvPr/>
        </p:nvCxnSpPr>
        <p:spPr>
          <a:xfrm>
            <a:off x="9380637" y="2065326"/>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7" idx="6"/>
            <a:endCxn id="10" idx="2"/>
          </p:cNvCxnSpPr>
          <p:nvPr/>
        </p:nvCxnSpPr>
        <p:spPr>
          <a:xfrm>
            <a:off x="11135062" y="2065326"/>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205DD86-315C-53B6-CEEF-A9919650168E}"/>
              </a:ext>
            </a:extLst>
          </p:cNvPr>
          <p:cNvCxnSpPr>
            <a:cxnSpLocks/>
            <a:stCxn id="10" idx="4"/>
            <a:endCxn id="9" idx="0"/>
          </p:cNvCxnSpPr>
          <p:nvPr/>
        </p:nvCxnSpPr>
        <p:spPr>
          <a:xfrm flipH="1" flipV="1">
            <a:off x="9455598" y="4296370"/>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205DD86-315C-53B6-CEEF-A9919650168E}"/>
              </a:ext>
            </a:extLst>
          </p:cNvPr>
          <p:cNvCxnSpPr>
            <a:cxnSpLocks/>
            <a:stCxn id="10" idx="3"/>
            <a:endCxn id="6" idx="7"/>
          </p:cNvCxnSpPr>
          <p:nvPr/>
        </p:nvCxnSpPr>
        <p:spPr>
          <a:xfrm flipH="1" flipV="1">
            <a:off x="9431549" y="2044238"/>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5" name="TextBox 14"/>
              <p:cNvSpPr txBox="1"/>
              <p:nvPr/>
            </p:nvSpPr>
            <p:spPr>
              <a:xfrm>
                <a:off x="1612487" y="4975179"/>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612487" y="4975179"/>
                <a:ext cx="718658" cy="523220"/>
              </a:xfrm>
              <a:prstGeom prst="rect">
                <a:avLst/>
              </a:prstGeom>
              <a:blipFill rotWithShape="0">
                <a:blip r:embed="rId3"/>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BDD11F87-DA81-9510-C1CB-0AF4093562CB}"/>
              </a:ext>
            </a:extLst>
          </p:cNvPr>
          <p:cNvSpPr/>
          <p:nvPr/>
        </p:nvSpPr>
        <p:spPr>
          <a:xfrm rot="5400000">
            <a:off x="958264" y="20049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BDD11F87-DA81-9510-C1CB-0AF4093562CB}"/>
              </a:ext>
            </a:extLst>
          </p:cNvPr>
          <p:cNvSpPr/>
          <p:nvPr/>
        </p:nvSpPr>
        <p:spPr>
          <a:xfrm rot="5400000">
            <a:off x="2712689" y="20049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961225" y="43079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2712689" y="430796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16" idx="6"/>
            <a:endCxn id="19" idx="2"/>
          </p:cNvCxnSpPr>
          <p:nvPr/>
        </p:nvCxnSpPr>
        <p:spPr>
          <a:xfrm>
            <a:off x="1030264" y="2148922"/>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25" name="TextBox 24"/>
              <p:cNvSpPr txBox="1"/>
              <p:nvPr/>
            </p:nvSpPr>
            <p:spPr>
              <a:xfrm>
                <a:off x="4071073" y="4975178"/>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4071073" y="4975178"/>
                <a:ext cx="726930" cy="523220"/>
              </a:xfrm>
              <a:prstGeom prst="rect">
                <a:avLst/>
              </a:prstGeom>
              <a:blipFill rotWithShape="0">
                <a:blip r:embed="rId4"/>
                <a:stretch>
                  <a:fillRect/>
                </a:stretch>
              </a:blipFill>
            </p:spPr>
            <p:txBody>
              <a:bodyPr/>
              <a:lstStyle/>
              <a:p>
                <a:r>
                  <a:rPr lang="en-US">
                    <a:noFill/>
                  </a:rPr>
                  <a:t> </a:t>
                </a:r>
              </a:p>
            </p:txBody>
          </p:sp>
        </mc:Fallback>
      </mc:AlternateContent>
      <p:sp>
        <p:nvSpPr>
          <p:cNvPr id="26" name="Oval 25">
            <a:extLst>
              <a:ext uri="{FF2B5EF4-FFF2-40B4-BE49-F238E27FC236}">
                <a16:creationId xmlns:a16="http://schemas.microsoft.com/office/drawing/2014/main" id="{BDD11F87-DA81-9510-C1CB-0AF4093562CB}"/>
              </a:ext>
            </a:extLst>
          </p:cNvPr>
          <p:cNvSpPr/>
          <p:nvPr/>
        </p:nvSpPr>
        <p:spPr>
          <a:xfrm rot="5400000">
            <a:off x="3416850" y="20049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 name="Oval 26">
            <a:extLst>
              <a:ext uri="{FF2B5EF4-FFF2-40B4-BE49-F238E27FC236}">
                <a16:creationId xmlns:a16="http://schemas.microsoft.com/office/drawing/2014/main" id="{BDD11F87-DA81-9510-C1CB-0AF4093562CB}"/>
              </a:ext>
            </a:extLst>
          </p:cNvPr>
          <p:cNvSpPr/>
          <p:nvPr/>
        </p:nvSpPr>
        <p:spPr>
          <a:xfrm rot="5400000">
            <a:off x="5171275" y="20049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3419811" y="430796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5171275" y="43079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4" name="Straight Connector 33">
            <a:extLst>
              <a:ext uri="{FF2B5EF4-FFF2-40B4-BE49-F238E27FC236}">
                <a16:creationId xmlns:a16="http://schemas.microsoft.com/office/drawing/2014/main" id="{6205DD86-315C-53B6-CEEF-A9919650168E}"/>
              </a:ext>
            </a:extLst>
          </p:cNvPr>
          <p:cNvCxnSpPr>
            <a:cxnSpLocks/>
            <a:stCxn id="30" idx="3"/>
            <a:endCxn id="26" idx="7"/>
          </p:cNvCxnSpPr>
          <p:nvPr/>
        </p:nvCxnSpPr>
        <p:spPr>
          <a:xfrm flipH="1" flipV="1">
            <a:off x="3539762" y="2127833"/>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p:nvCxnSpPr>
        <p:spPr>
          <a:xfrm>
            <a:off x="3186369" y="1616596"/>
            <a:ext cx="14740" cy="36327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702723" y="1603991"/>
            <a:ext cx="14740" cy="36327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p:cNvSpPr txBox="1"/>
              <p:nvPr/>
            </p:nvSpPr>
            <p:spPr>
              <a:xfrm>
                <a:off x="6741828" y="4975178"/>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6741828" y="4975178"/>
                <a:ext cx="726930" cy="523220"/>
              </a:xfrm>
              <a:prstGeom prst="rect">
                <a:avLst/>
              </a:prstGeom>
              <a:blipFill rotWithShape="0">
                <a:blip r:embed="rId5"/>
                <a:stretch>
                  <a:fillRect/>
                </a:stretch>
              </a:blipFill>
            </p:spPr>
            <p:txBody>
              <a:bodyPr/>
              <a:lstStyle/>
              <a:p>
                <a:r>
                  <a:rPr lang="en-US">
                    <a:noFill/>
                  </a:rPr>
                  <a:t> </a:t>
                </a:r>
              </a:p>
            </p:txBody>
          </p:sp>
        </mc:Fallback>
      </mc:AlternateContent>
      <p:sp>
        <p:nvSpPr>
          <p:cNvPr id="48" name="Oval 47">
            <a:extLst>
              <a:ext uri="{FF2B5EF4-FFF2-40B4-BE49-F238E27FC236}">
                <a16:creationId xmlns:a16="http://schemas.microsoft.com/office/drawing/2014/main" id="{BDD11F87-DA81-9510-C1CB-0AF4093562CB}"/>
              </a:ext>
            </a:extLst>
          </p:cNvPr>
          <p:cNvSpPr/>
          <p:nvPr/>
        </p:nvSpPr>
        <p:spPr>
          <a:xfrm rot="5400000">
            <a:off x="6087605" y="20049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9" name="Oval 48">
            <a:extLst>
              <a:ext uri="{FF2B5EF4-FFF2-40B4-BE49-F238E27FC236}">
                <a16:creationId xmlns:a16="http://schemas.microsoft.com/office/drawing/2014/main" id="{BDD11F87-DA81-9510-C1CB-0AF4093562CB}"/>
              </a:ext>
            </a:extLst>
          </p:cNvPr>
          <p:cNvSpPr/>
          <p:nvPr/>
        </p:nvSpPr>
        <p:spPr>
          <a:xfrm rot="5400000">
            <a:off x="7842030" y="20049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0" name="Straight Connector 49">
            <a:extLst>
              <a:ext uri="{FF2B5EF4-FFF2-40B4-BE49-F238E27FC236}">
                <a16:creationId xmlns:a16="http://schemas.microsoft.com/office/drawing/2014/main" id="{6205DD86-315C-53B6-CEEF-A9919650168E}"/>
              </a:ext>
            </a:extLst>
          </p:cNvPr>
          <p:cNvCxnSpPr>
            <a:cxnSpLocks/>
            <a:stCxn id="49" idx="4"/>
            <a:endCxn id="48" idx="0"/>
          </p:cNvCxnSpPr>
          <p:nvPr/>
        </p:nvCxnSpPr>
        <p:spPr>
          <a:xfrm flipH="1">
            <a:off x="6231605" y="2076921"/>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1" name="Oval 50">
            <a:extLst>
              <a:ext uri="{FF2B5EF4-FFF2-40B4-BE49-F238E27FC236}">
                <a16:creationId xmlns:a16="http://schemas.microsoft.com/office/drawing/2014/main" id="{BDD11F87-DA81-9510-C1CB-0AF4093562CB}"/>
              </a:ext>
            </a:extLst>
          </p:cNvPr>
          <p:cNvSpPr/>
          <p:nvPr/>
        </p:nvSpPr>
        <p:spPr>
          <a:xfrm rot="5400000">
            <a:off x="6090566" y="430796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2" name="Oval 51">
            <a:extLst>
              <a:ext uri="{FF2B5EF4-FFF2-40B4-BE49-F238E27FC236}">
                <a16:creationId xmlns:a16="http://schemas.microsoft.com/office/drawing/2014/main" id="{BDD11F87-DA81-9510-C1CB-0AF4093562CB}"/>
              </a:ext>
            </a:extLst>
          </p:cNvPr>
          <p:cNvSpPr/>
          <p:nvPr/>
        </p:nvSpPr>
        <p:spPr>
          <a:xfrm rot="5400000">
            <a:off x="7842030" y="43079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5" name="Straight Connector 54">
            <a:extLst>
              <a:ext uri="{FF2B5EF4-FFF2-40B4-BE49-F238E27FC236}">
                <a16:creationId xmlns:a16="http://schemas.microsoft.com/office/drawing/2014/main" id="{6205DD86-315C-53B6-CEEF-A9919650168E}"/>
              </a:ext>
            </a:extLst>
          </p:cNvPr>
          <p:cNvCxnSpPr>
            <a:cxnSpLocks/>
            <a:stCxn id="52" idx="4"/>
            <a:endCxn id="51" idx="0"/>
          </p:cNvCxnSpPr>
          <p:nvPr/>
        </p:nvCxnSpPr>
        <p:spPr>
          <a:xfrm flipH="1" flipV="1">
            <a:off x="6234566" y="4379965"/>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2" name="Rectangle 21"/>
          <p:cNvSpPr/>
          <p:nvPr/>
        </p:nvSpPr>
        <p:spPr>
          <a:xfrm>
            <a:off x="648555" y="5512903"/>
            <a:ext cx="2646521" cy="954107"/>
          </a:xfrm>
          <a:prstGeom prst="rect">
            <a:avLst/>
          </a:prstGeom>
        </p:spPr>
        <p:txBody>
          <a:bodyPr wrap="square">
            <a:spAutoFit/>
          </a:bodyPr>
          <a:lstStyle/>
          <a:p>
            <a:pPr algn="ctr"/>
            <a:r>
              <a:rPr lang="en-US" sz="2800" dirty="0">
                <a:solidFill>
                  <a:srgbClr val="002060"/>
                </a:solidFill>
              </a:rPr>
              <a:t>Maximal matching.</a:t>
            </a:r>
          </a:p>
        </p:txBody>
      </p:sp>
      <p:sp>
        <p:nvSpPr>
          <p:cNvPr id="39" name="Rectangle 38"/>
          <p:cNvSpPr/>
          <p:nvPr/>
        </p:nvSpPr>
        <p:spPr>
          <a:xfrm>
            <a:off x="3111277" y="5511647"/>
            <a:ext cx="2646521" cy="954107"/>
          </a:xfrm>
          <a:prstGeom prst="rect">
            <a:avLst/>
          </a:prstGeom>
        </p:spPr>
        <p:txBody>
          <a:bodyPr wrap="square">
            <a:spAutoFit/>
          </a:bodyPr>
          <a:lstStyle/>
          <a:p>
            <a:pPr algn="ctr"/>
            <a:r>
              <a:rPr lang="en-US" sz="2800" dirty="0">
                <a:solidFill>
                  <a:srgbClr val="002060"/>
                </a:solidFill>
              </a:rPr>
              <a:t>Maximal matching.</a:t>
            </a:r>
          </a:p>
        </p:txBody>
      </p:sp>
      <p:sp>
        <p:nvSpPr>
          <p:cNvPr id="40" name="Rectangle 39"/>
          <p:cNvSpPr/>
          <p:nvPr/>
        </p:nvSpPr>
        <p:spPr>
          <a:xfrm>
            <a:off x="5782032" y="5511647"/>
            <a:ext cx="2646521" cy="954107"/>
          </a:xfrm>
          <a:prstGeom prst="rect">
            <a:avLst/>
          </a:prstGeom>
        </p:spPr>
        <p:txBody>
          <a:bodyPr wrap="square">
            <a:spAutoFit/>
          </a:bodyPr>
          <a:lstStyle/>
          <a:p>
            <a:pPr algn="ctr"/>
            <a:r>
              <a:rPr lang="en-US" sz="2800" dirty="0">
                <a:solidFill>
                  <a:srgbClr val="002060"/>
                </a:solidFill>
              </a:rPr>
              <a:t>Maximal matching.</a:t>
            </a:r>
          </a:p>
        </p:txBody>
      </p:sp>
      <p:cxnSp>
        <p:nvCxnSpPr>
          <p:cNvPr id="41" name="Straight Connector 40">
            <a:extLst>
              <a:ext uri="{FF2B5EF4-FFF2-40B4-BE49-F238E27FC236}">
                <a16:creationId xmlns:a16="http://schemas.microsoft.com/office/drawing/2014/main" id="{6205DD86-315C-53B6-CEEF-A9919650168E}"/>
              </a:ext>
            </a:extLst>
          </p:cNvPr>
          <p:cNvCxnSpPr>
            <a:cxnSpLocks/>
            <a:stCxn id="17" idx="6"/>
            <a:endCxn id="20" idx="2"/>
          </p:cNvCxnSpPr>
          <p:nvPr/>
        </p:nvCxnSpPr>
        <p:spPr>
          <a:xfrm>
            <a:off x="2784689" y="2148922"/>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91844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9" grpId="0"/>
      <p:bldP spid="4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 Matching Number of following graph.</a:t>
            </a:r>
          </a:p>
        </p:txBody>
      </p:sp>
      <mc:AlternateContent xmlns:mc="http://schemas.openxmlformats.org/markup-compatibility/2006" xmlns:a14="http://schemas.microsoft.com/office/drawing/2010/main">
        <mc:Choice Requires="a14">
          <p:sp>
            <p:nvSpPr>
              <p:cNvPr id="23" name="Content Placeholder 22"/>
              <p:cNvSpPr>
                <a:spLocks noGrp="1"/>
              </p:cNvSpPr>
              <p:nvPr>
                <p:ph idx="1"/>
              </p:nvPr>
            </p:nvSpPr>
            <p:spPr>
              <a:xfrm>
                <a:off x="131181" y="863444"/>
                <a:ext cx="8844820" cy="5590565"/>
              </a:xfrm>
            </p:spPr>
            <p:txBody>
              <a:bodyPr/>
              <a:lstStyle/>
              <a:p>
                <a:r>
                  <a:rPr lang="en-US" dirty="0"/>
                  <a:t>So</a:t>
                </a:r>
                <a14:m>
                  <m:oMath xmlns:m="http://schemas.openxmlformats.org/officeDocument/2006/math">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M</m:t>
                            </m:r>
                          </m:e>
                          <m:sub>
                            <m:r>
                              <a:rPr lang="en-US" b="0" i="0" dirty="0" smtClean="0">
                                <a:latin typeface="Cambria Math" panose="02040503050406030204" pitchFamily="18" charset="0"/>
                              </a:rPr>
                              <m:t>1</m:t>
                            </m:r>
                          </m:sub>
                        </m:sSub>
                        <m:r>
                          <a:rPr lang="en-US" b="0" i="0" dirty="0" smtClean="0">
                            <a:latin typeface="Cambria Math" panose="02040503050406030204" pitchFamily="18" charset="0"/>
                          </a:rPr>
                          <m:t>,</m:t>
                        </m:r>
                        <m:r>
                          <m:rPr>
                            <m:sty m:val="p"/>
                          </m:rPr>
                          <a:rPr lang="en-US" i="0" dirty="0" smtClean="0">
                            <a:latin typeface="Cambria Math" panose="02040503050406030204" pitchFamily="18" charset="0"/>
                          </a:rPr>
                          <m:t>M</m:t>
                        </m:r>
                      </m:e>
                      <m:sub>
                        <m:r>
                          <a:rPr lang="en-US" i="0" dirty="0" smtClean="0">
                            <a:latin typeface="Cambria Math" panose="02040503050406030204" pitchFamily="18" charset="0"/>
                          </a:rPr>
                          <m:t>2</m:t>
                        </m:r>
                      </m:sub>
                    </m:sSub>
                  </m:oMath>
                </a14:m>
                <a:r>
                  <a:rPr lang="en-US" dirty="0"/>
                  <a:t>, and</a:t>
                </a:r>
                <a14:m>
                  <m:oMath xmlns:m="http://schemas.openxmlformats.org/officeDocument/2006/math">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M</m:t>
                        </m:r>
                      </m:e>
                      <m:sub>
                        <m:r>
                          <a:rPr lang="en-US" i="0" dirty="0" smtClean="0">
                            <a:latin typeface="Cambria Math" panose="02040503050406030204" pitchFamily="18" charset="0"/>
                          </a:rPr>
                          <m:t>3</m:t>
                        </m:r>
                      </m:sub>
                    </m:sSub>
                  </m:oMath>
                </a14:m>
                <a:r>
                  <a:rPr lang="en-US" dirty="0"/>
                  <a:t> are maximal matching of graph G.</a:t>
                </a:r>
              </a:p>
              <a:p>
                <a:r>
                  <a:rPr lang="en-US" dirty="0"/>
                  <a:t>Clearly, we can not find maximal matching with 3 edges. </a:t>
                </a:r>
              </a:p>
              <a:p>
                <a:r>
                  <a:rPr lang="en-US" dirty="0">
                    <a:solidFill>
                      <a:srgbClr val="002060"/>
                    </a:solidFill>
                  </a:rPr>
                  <a:t>So maximum matching is</a:t>
                </a:r>
                <a14:m>
                  <m:oMath xmlns:m="http://schemas.openxmlformats.org/officeDocument/2006/math">
                    <m:r>
                      <a:rPr lang="en-US" i="0" dirty="0" smtClean="0">
                        <a:solidFill>
                          <a:srgbClr val="002060"/>
                        </a:solidFill>
                        <a:latin typeface="Cambria Math" panose="02040503050406030204" pitchFamily="18" charset="0"/>
                      </a:rPr>
                      <m:t> </m:t>
                    </m:r>
                    <m:sSub>
                      <m:sSubPr>
                        <m:ctrlPr>
                          <a:rPr lang="en-US" b="0" i="1" dirty="0" smtClean="0">
                            <a:solidFill>
                              <a:srgbClr val="002060"/>
                            </a:solidFill>
                            <a:latin typeface="Cambria Math" panose="02040503050406030204" pitchFamily="18" charset="0"/>
                          </a:rPr>
                        </m:ctrlPr>
                      </m:sSubPr>
                      <m:e>
                        <m:r>
                          <m:rPr>
                            <m:sty m:val="p"/>
                          </m:rPr>
                          <a:rPr lang="en-US" b="0" i="0" dirty="0" smtClean="0">
                            <a:solidFill>
                              <a:srgbClr val="002060"/>
                            </a:solidFill>
                            <a:latin typeface="Cambria Math" panose="02040503050406030204" pitchFamily="18" charset="0"/>
                          </a:rPr>
                          <m:t>M</m:t>
                        </m:r>
                      </m:e>
                      <m:sub>
                        <m:r>
                          <a:rPr lang="en-US" b="0" i="0" dirty="0" smtClean="0">
                            <a:solidFill>
                              <a:srgbClr val="002060"/>
                            </a:solidFill>
                            <a:latin typeface="Cambria Math" panose="02040503050406030204" pitchFamily="18" charset="0"/>
                          </a:rPr>
                          <m:t>2</m:t>
                        </m:r>
                      </m:sub>
                    </m:sSub>
                    <m:r>
                      <a:rPr lang="en-US" b="0" i="0" dirty="0" smtClean="0">
                        <a:solidFill>
                          <a:srgbClr val="002060"/>
                        </a:solidFill>
                        <a:latin typeface="Cambria Math" panose="02040503050406030204" pitchFamily="18" charset="0"/>
                      </a:rPr>
                      <m:t> </m:t>
                    </m:r>
                  </m:oMath>
                </a14:m>
                <a:r>
                  <a:rPr lang="en-US" b="0" i="0" dirty="0">
                    <a:solidFill>
                      <a:srgbClr val="002060"/>
                    </a:solidFill>
                    <a:latin typeface="+mj-lt"/>
                  </a:rPr>
                  <a:t>and</a:t>
                </a:r>
                <a14:m>
                  <m:oMath xmlns:m="http://schemas.openxmlformats.org/officeDocument/2006/math">
                    <m:r>
                      <a:rPr lang="en-US" b="0" i="0" dirty="0" smtClean="0">
                        <a:solidFill>
                          <a:srgbClr val="002060"/>
                        </a:solidFill>
                        <a:latin typeface="Cambria Math" panose="02040503050406030204" pitchFamily="18" charset="0"/>
                      </a:rPr>
                      <m:t> </m:t>
                    </m:r>
                    <m:sSub>
                      <m:sSubPr>
                        <m:ctrlPr>
                          <a:rPr lang="en-US" i="1" dirty="0" smtClean="0">
                            <a:solidFill>
                              <a:srgbClr val="002060"/>
                            </a:solidFill>
                            <a:latin typeface="Cambria Math" panose="02040503050406030204" pitchFamily="18" charset="0"/>
                          </a:rPr>
                        </m:ctrlPr>
                      </m:sSubPr>
                      <m:e>
                        <m:r>
                          <m:rPr>
                            <m:sty m:val="p"/>
                          </m:rPr>
                          <a:rPr lang="en-US" i="0" dirty="0" smtClean="0">
                            <a:solidFill>
                              <a:srgbClr val="002060"/>
                            </a:solidFill>
                            <a:latin typeface="Cambria Math" panose="02040503050406030204" pitchFamily="18" charset="0"/>
                          </a:rPr>
                          <m:t>M</m:t>
                        </m:r>
                      </m:e>
                      <m:sub>
                        <m:r>
                          <a:rPr lang="en-US" i="0" dirty="0" smtClean="0">
                            <a:solidFill>
                              <a:srgbClr val="002060"/>
                            </a:solidFill>
                            <a:latin typeface="Cambria Math" panose="02040503050406030204" pitchFamily="18" charset="0"/>
                          </a:rPr>
                          <m:t>3</m:t>
                        </m:r>
                      </m:sub>
                    </m:sSub>
                    <m:r>
                      <a:rPr lang="en-US" b="0" i="1" dirty="0" smtClean="0">
                        <a:solidFill>
                          <a:srgbClr val="002060"/>
                        </a:solidFill>
                        <a:latin typeface="Cambria Math" panose="02040503050406030204" pitchFamily="18" charset="0"/>
                      </a:rPr>
                      <m:t>.</m:t>
                    </m:r>
                  </m:oMath>
                </a14:m>
                <a:endParaRPr lang="en-US" dirty="0">
                  <a:solidFill>
                    <a:srgbClr val="002060"/>
                  </a:solidFill>
                </a:endParaRPr>
              </a:p>
              <a:p>
                <a:r>
                  <a:rPr lang="en-US" dirty="0">
                    <a:solidFill>
                      <a:srgbClr val="002060"/>
                    </a:solidFill>
                  </a:rPr>
                  <a:t>Hence the matching number of G is 2.</a:t>
                </a:r>
              </a:p>
            </p:txBody>
          </p:sp>
        </mc:Choice>
        <mc:Fallback xmlns="">
          <p:sp>
            <p:nvSpPr>
              <p:cNvPr id="23" name="Content Placeholder 22"/>
              <p:cNvSpPr>
                <a:spLocks noGrp="1" noRot="1" noChangeAspect="1" noMove="1" noResize="1" noEditPoints="1" noAdjustHandles="1" noChangeArrowheads="1" noChangeShapeType="1" noTextEdit="1"/>
              </p:cNvSpPr>
              <p:nvPr>
                <p:ph idx="1"/>
              </p:nvPr>
            </p:nvSpPr>
            <p:spPr>
              <a:xfrm>
                <a:off x="131181" y="863444"/>
                <a:ext cx="8844820" cy="5590565"/>
              </a:xfrm>
              <a:blipFill rotWithShape="0">
                <a:blip r:embed="rId2"/>
                <a:stretch>
                  <a:fillRect l="-1310" t="-1963"/>
                </a:stretch>
              </a:blipFill>
            </p:spPr>
            <p:txBody>
              <a:bodyPr/>
              <a:lstStyle/>
              <a:p>
                <a:r>
                  <a:rPr lang="en-US">
                    <a:noFill/>
                  </a:rPr>
                  <a:t> </a:t>
                </a:r>
              </a:p>
            </p:txBody>
          </p:sp>
        </mc:Fallback>
      </mc:AlternateContent>
      <p:sp>
        <p:nvSpPr>
          <p:cNvPr id="31" name="TextBox 30"/>
          <p:cNvSpPr txBox="1"/>
          <p:nvPr/>
        </p:nvSpPr>
        <p:spPr>
          <a:xfrm>
            <a:off x="9962860" y="4891583"/>
            <a:ext cx="396262" cy="523220"/>
          </a:xfrm>
          <a:prstGeom prst="rect">
            <a:avLst/>
          </a:prstGeom>
          <a:noFill/>
        </p:spPr>
        <p:txBody>
          <a:bodyPr wrap="none" rtlCol="0">
            <a:spAutoFit/>
          </a:bodyPr>
          <a:lstStyle/>
          <a:p>
            <a:r>
              <a:rPr lang="en-US" sz="2800" dirty="0">
                <a:solidFill>
                  <a:srgbClr val="002060"/>
                </a:solidFill>
              </a:rPr>
              <a:t>G</a:t>
            </a:r>
          </a:p>
        </p:txBody>
      </p:sp>
      <p:sp>
        <p:nvSpPr>
          <p:cNvPr id="32" name="Oval 31">
            <a:extLst>
              <a:ext uri="{FF2B5EF4-FFF2-40B4-BE49-F238E27FC236}">
                <a16:creationId xmlns:a16="http://schemas.microsoft.com/office/drawing/2014/main" id="{BDD11F87-DA81-9510-C1CB-0AF4093562CB}"/>
              </a:ext>
            </a:extLst>
          </p:cNvPr>
          <p:cNvSpPr/>
          <p:nvPr/>
        </p:nvSpPr>
        <p:spPr>
          <a:xfrm rot="5400000">
            <a:off x="9308637" y="19213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BDD11F87-DA81-9510-C1CB-0AF4093562CB}"/>
              </a:ext>
            </a:extLst>
          </p:cNvPr>
          <p:cNvSpPr/>
          <p:nvPr/>
        </p:nvSpPr>
        <p:spPr>
          <a:xfrm rot="5400000">
            <a:off x="11063062" y="19213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5" name="Straight Connector 34">
            <a:extLst>
              <a:ext uri="{FF2B5EF4-FFF2-40B4-BE49-F238E27FC236}">
                <a16:creationId xmlns:a16="http://schemas.microsoft.com/office/drawing/2014/main" id="{6205DD86-315C-53B6-CEEF-A9919650168E}"/>
              </a:ext>
            </a:extLst>
          </p:cNvPr>
          <p:cNvCxnSpPr>
            <a:cxnSpLocks/>
            <a:stCxn id="33" idx="4"/>
            <a:endCxn id="32" idx="0"/>
          </p:cNvCxnSpPr>
          <p:nvPr/>
        </p:nvCxnSpPr>
        <p:spPr>
          <a:xfrm flipH="1">
            <a:off x="9452637" y="1993326"/>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6" name="Oval 35">
            <a:extLst>
              <a:ext uri="{FF2B5EF4-FFF2-40B4-BE49-F238E27FC236}">
                <a16:creationId xmlns:a16="http://schemas.microsoft.com/office/drawing/2014/main" id="{BDD11F87-DA81-9510-C1CB-0AF4093562CB}"/>
              </a:ext>
            </a:extLst>
          </p:cNvPr>
          <p:cNvSpPr/>
          <p:nvPr/>
        </p:nvSpPr>
        <p:spPr>
          <a:xfrm rot="5400000">
            <a:off x="9311598" y="42243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7" name="Oval 36">
            <a:extLst>
              <a:ext uri="{FF2B5EF4-FFF2-40B4-BE49-F238E27FC236}">
                <a16:creationId xmlns:a16="http://schemas.microsoft.com/office/drawing/2014/main" id="{BDD11F87-DA81-9510-C1CB-0AF4093562CB}"/>
              </a:ext>
            </a:extLst>
          </p:cNvPr>
          <p:cNvSpPr/>
          <p:nvPr/>
        </p:nvSpPr>
        <p:spPr>
          <a:xfrm rot="5400000">
            <a:off x="11063062" y="422437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8" name="Straight Connector 37">
            <a:extLst>
              <a:ext uri="{FF2B5EF4-FFF2-40B4-BE49-F238E27FC236}">
                <a16:creationId xmlns:a16="http://schemas.microsoft.com/office/drawing/2014/main" id="{6205DD86-315C-53B6-CEEF-A9919650168E}"/>
              </a:ext>
            </a:extLst>
          </p:cNvPr>
          <p:cNvCxnSpPr>
            <a:cxnSpLocks/>
            <a:stCxn id="32" idx="6"/>
            <a:endCxn id="36" idx="2"/>
          </p:cNvCxnSpPr>
          <p:nvPr/>
        </p:nvCxnSpPr>
        <p:spPr>
          <a:xfrm>
            <a:off x="9380637" y="2065326"/>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a:stCxn id="33" idx="6"/>
            <a:endCxn id="37" idx="2"/>
          </p:cNvCxnSpPr>
          <p:nvPr/>
        </p:nvCxnSpPr>
        <p:spPr>
          <a:xfrm>
            <a:off x="11135062" y="2065326"/>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37" idx="4"/>
            <a:endCxn id="36" idx="0"/>
          </p:cNvCxnSpPr>
          <p:nvPr/>
        </p:nvCxnSpPr>
        <p:spPr>
          <a:xfrm flipH="1" flipV="1">
            <a:off x="9455598" y="4296370"/>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37" idx="3"/>
            <a:endCxn id="32" idx="7"/>
          </p:cNvCxnSpPr>
          <p:nvPr/>
        </p:nvCxnSpPr>
        <p:spPr>
          <a:xfrm flipH="1" flipV="1">
            <a:off x="9431549" y="2044238"/>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5" name="Oval 44">
            <a:extLst>
              <a:ext uri="{FF2B5EF4-FFF2-40B4-BE49-F238E27FC236}">
                <a16:creationId xmlns:a16="http://schemas.microsoft.com/office/drawing/2014/main" id="{BDD11F87-DA81-9510-C1CB-0AF4093562CB}"/>
              </a:ext>
            </a:extLst>
          </p:cNvPr>
          <p:cNvSpPr/>
          <p:nvPr/>
        </p:nvSpPr>
        <p:spPr>
          <a:xfrm rot="5400000">
            <a:off x="989468" y="33750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3" name="Oval 52">
            <a:extLst>
              <a:ext uri="{FF2B5EF4-FFF2-40B4-BE49-F238E27FC236}">
                <a16:creationId xmlns:a16="http://schemas.microsoft.com/office/drawing/2014/main" id="{BDD11F87-DA81-9510-C1CB-0AF4093562CB}"/>
              </a:ext>
            </a:extLst>
          </p:cNvPr>
          <p:cNvSpPr/>
          <p:nvPr/>
        </p:nvSpPr>
        <p:spPr>
          <a:xfrm rot="5400000">
            <a:off x="2743893" y="33750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4" name="Oval 53">
            <a:extLst>
              <a:ext uri="{FF2B5EF4-FFF2-40B4-BE49-F238E27FC236}">
                <a16:creationId xmlns:a16="http://schemas.microsoft.com/office/drawing/2014/main" id="{BDD11F87-DA81-9510-C1CB-0AF4093562CB}"/>
              </a:ext>
            </a:extLst>
          </p:cNvPr>
          <p:cNvSpPr/>
          <p:nvPr/>
        </p:nvSpPr>
        <p:spPr>
          <a:xfrm rot="5400000">
            <a:off x="992429" y="56780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6" name="Oval 55">
            <a:extLst>
              <a:ext uri="{FF2B5EF4-FFF2-40B4-BE49-F238E27FC236}">
                <a16:creationId xmlns:a16="http://schemas.microsoft.com/office/drawing/2014/main" id="{BDD11F87-DA81-9510-C1CB-0AF4093562CB}"/>
              </a:ext>
            </a:extLst>
          </p:cNvPr>
          <p:cNvSpPr/>
          <p:nvPr/>
        </p:nvSpPr>
        <p:spPr>
          <a:xfrm rot="5400000">
            <a:off x="2743893" y="56780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7" name="Straight Connector 56">
            <a:extLst>
              <a:ext uri="{FF2B5EF4-FFF2-40B4-BE49-F238E27FC236}">
                <a16:creationId xmlns:a16="http://schemas.microsoft.com/office/drawing/2014/main" id="{6205DD86-315C-53B6-CEEF-A9919650168E}"/>
              </a:ext>
            </a:extLst>
          </p:cNvPr>
          <p:cNvCxnSpPr>
            <a:cxnSpLocks/>
            <a:stCxn id="45" idx="6"/>
            <a:endCxn id="54" idx="2"/>
          </p:cNvCxnSpPr>
          <p:nvPr/>
        </p:nvCxnSpPr>
        <p:spPr>
          <a:xfrm>
            <a:off x="1061468" y="3519000"/>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8" name="Rectangle 57"/>
          <p:cNvSpPr/>
          <p:nvPr/>
        </p:nvSpPr>
        <p:spPr>
          <a:xfrm>
            <a:off x="131180" y="5966033"/>
            <a:ext cx="3735000" cy="523220"/>
          </a:xfrm>
          <a:prstGeom prst="rect">
            <a:avLst/>
          </a:prstGeom>
        </p:spPr>
        <p:txBody>
          <a:bodyPr wrap="square">
            <a:spAutoFit/>
          </a:bodyPr>
          <a:lstStyle/>
          <a:p>
            <a:pPr algn="ctr"/>
            <a:r>
              <a:rPr lang="en-US" sz="2800" dirty="0">
                <a:solidFill>
                  <a:srgbClr val="002060"/>
                </a:solidFill>
              </a:rPr>
              <a:t>Maximum matching.</a:t>
            </a:r>
          </a:p>
        </p:txBody>
      </p:sp>
      <p:cxnSp>
        <p:nvCxnSpPr>
          <p:cNvPr id="59" name="Straight Connector 58">
            <a:extLst>
              <a:ext uri="{FF2B5EF4-FFF2-40B4-BE49-F238E27FC236}">
                <a16:creationId xmlns:a16="http://schemas.microsoft.com/office/drawing/2014/main" id="{6205DD86-315C-53B6-CEEF-A9919650168E}"/>
              </a:ext>
            </a:extLst>
          </p:cNvPr>
          <p:cNvCxnSpPr>
            <a:cxnSpLocks/>
            <a:stCxn id="53" idx="6"/>
            <a:endCxn id="56" idx="2"/>
          </p:cNvCxnSpPr>
          <p:nvPr/>
        </p:nvCxnSpPr>
        <p:spPr>
          <a:xfrm>
            <a:off x="2815893" y="3519000"/>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p:cNvCxnSpPr/>
          <p:nvPr/>
        </p:nvCxnSpPr>
        <p:spPr>
          <a:xfrm>
            <a:off x="3935219" y="3114000"/>
            <a:ext cx="1" cy="33400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BDD11F87-DA81-9510-C1CB-0AF4093562CB}"/>
              </a:ext>
            </a:extLst>
          </p:cNvPr>
          <p:cNvSpPr/>
          <p:nvPr/>
        </p:nvSpPr>
        <p:spPr>
          <a:xfrm rot="5400000">
            <a:off x="4741799" y="33723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3" name="Oval 62">
            <a:extLst>
              <a:ext uri="{FF2B5EF4-FFF2-40B4-BE49-F238E27FC236}">
                <a16:creationId xmlns:a16="http://schemas.microsoft.com/office/drawing/2014/main" id="{BDD11F87-DA81-9510-C1CB-0AF4093562CB}"/>
              </a:ext>
            </a:extLst>
          </p:cNvPr>
          <p:cNvSpPr/>
          <p:nvPr/>
        </p:nvSpPr>
        <p:spPr>
          <a:xfrm rot="5400000">
            <a:off x="6496224" y="33723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4" name="Straight Connector 63">
            <a:extLst>
              <a:ext uri="{FF2B5EF4-FFF2-40B4-BE49-F238E27FC236}">
                <a16:creationId xmlns:a16="http://schemas.microsoft.com/office/drawing/2014/main" id="{6205DD86-315C-53B6-CEEF-A9919650168E}"/>
              </a:ext>
            </a:extLst>
          </p:cNvPr>
          <p:cNvCxnSpPr>
            <a:cxnSpLocks/>
            <a:stCxn id="63" idx="4"/>
            <a:endCxn id="62" idx="0"/>
          </p:cNvCxnSpPr>
          <p:nvPr/>
        </p:nvCxnSpPr>
        <p:spPr>
          <a:xfrm flipH="1">
            <a:off x="4885799" y="3444325"/>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5" name="Oval 64">
            <a:extLst>
              <a:ext uri="{FF2B5EF4-FFF2-40B4-BE49-F238E27FC236}">
                <a16:creationId xmlns:a16="http://schemas.microsoft.com/office/drawing/2014/main" id="{BDD11F87-DA81-9510-C1CB-0AF4093562CB}"/>
              </a:ext>
            </a:extLst>
          </p:cNvPr>
          <p:cNvSpPr/>
          <p:nvPr/>
        </p:nvSpPr>
        <p:spPr>
          <a:xfrm rot="5400000">
            <a:off x="4744760" y="567536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6" name="Oval 65">
            <a:extLst>
              <a:ext uri="{FF2B5EF4-FFF2-40B4-BE49-F238E27FC236}">
                <a16:creationId xmlns:a16="http://schemas.microsoft.com/office/drawing/2014/main" id="{BDD11F87-DA81-9510-C1CB-0AF4093562CB}"/>
              </a:ext>
            </a:extLst>
          </p:cNvPr>
          <p:cNvSpPr/>
          <p:nvPr/>
        </p:nvSpPr>
        <p:spPr>
          <a:xfrm rot="5400000">
            <a:off x="6496224" y="56753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7" name="Straight Connector 66">
            <a:extLst>
              <a:ext uri="{FF2B5EF4-FFF2-40B4-BE49-F238E27FC236}">
                <a16:creationId xmlns:a16="http://schemas.microsoft.com/office/drawing/2014/main" id="{6205DD86-315C-53B6-CEEF-A9919650168E}"/>
              </a:ext>
            </a:extLst>
          </p:cNvPr>
          <p:cNvCxnSpPr>
            <a:cxnSpLocks/>
            <a:stCxn id="66" idx="4"/>
            <a:endCxn id="65" idx="0"/>
          </p:cNvCxnSpPr>
          <p:nvPr/>
        </p:nvCxnSpPr>
        <p:spPr>
          <a:xfrm flipH="1" flipV="1">
            <a:off x="4888760" y="5747369"/>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4" name="Rectangle 73"/>
          <p:cNvSpPr/>
          <p:nvPr/>
        </p:nvSpPr>
        <p:spPr>
          <a:xfrm>
            <a:off x="3867646" y="5966033"/>
            <a:ext cx="3735000" cy="523220"/>
          </a:xfrm>
          <a:prstGeom prst="rect">
            <a:avLst/>
          </a:prstGeom>
        </p:spPr>
        <p:txBody>
          <a:bodyPr wrap="square">
            <a:spAutoFit/>
          </a:bodyPr>
          <a:lstStyle/>
          <a:p>
            <a:pPr algn="ctr"/>
            <a:r>
              <a:rPr lang="en-US" sz="2800" dirty="0">
                <a:solidFill>
                  <a:srgbClr val="002060"/>
                </a:solidFill>
              </a:rPr>
              <a:t>Maximum matching.</a:t>
            </a:r>
          </a:p>
        </p:txBody>
      </p:sp>
    </p:spTree>
    <p:extLst>
      <p:ext uri="{BB962C8B-B14F-4D97-AF65-F5344CB8AC3E}">
        <p14:creationId xmlns:p14="http://schemas.microsoft.com/office/powerpoint/2010/main" val="411154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53" grpId="0" animBg="1"/>
      <p:bldP spid="54" grpId="0" animBg="1"/>
      <p:bldP spid="56" grpId="0" animBg="1"/>
      <p:bldP spid="58" grpId="0"/>
      <p:bldP spid="62" grpId="0" animBg="1"/>
      <p:bldP spid="63" grpId="0" animBg="1"/>
      <p:bldP spid="65" grpId="0" animBg="1"/>
      <p:bldP spid="66" grpId="0" animBg="1"/>
      <p:bldP spid="7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Method-3</a:t>
            </a:r>
          </a:p>
        </p:txBody>
      </p:sp>
    </p:spTree>
    <p:extLst>
      <p:ext uri="{BB962C8B-B14F-4D97-AF65-F5344CB8AC3E}">
        <p14:creationId xmlns:p14="http://schemas.microsoft.com/office/powerpoint/2010/main" val="18699520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any three matching of the following graphs.</a:t>
            </a:r>
          </a:p>
          <a:p>
            <a:endParaRPr lang="en-US" sz="2800" dirty="0">
              <a:solidFill>
                <a:schemeClr val="bg1"/>
              </a:solidFill>
            </a:endParaRPr>
          </a:p>
        </p:txBody>
      </p:sp>
      <mc:AlternateContent xmlns:mc="http://schemas.openxmlformats.org/markup-compatibility/2006" xmlns:a14="http://schemas.microsoft.com/office/drawing/2010/main">
        <mc:Choice Requires="a14">
          <p:sp>
            <p:nvSpPr>
              <p:cNvPr id="50" name="TextBox 49"/>
              <p:cNvSpPr txBox="1"/>
              <p:nvPr/>
            </p:nvSpPr>
            <p:spPr>
              <a:xfrm>
                <a:off x="2341656" y="5327098"/>
                <a:ext cx="64492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G</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2341656" y="5327098"/>
                <a:ext cx="644920" cy="523220"/>
              </a:xfrm>
              <a:prstGeom prst="rect">
                <a:avLst/>
              </a:prstGeom>
              <a:blipFill rotWithShape="0">
                <a:blip r:embed="rId2"/>
                <a:stretch>
                  <a:fillRect/>
                </a:stretch>
              </a:blipFill>
            </p:spPr>
            <p:txBody>
              <a:bodyPr/>
              <a:lstStyle/>
              <a:p>
                <a:r>
                  <a:rPr lang="en-US">
                    <a:noFill/>
                  </a:rPr>
                  <a:t> </a:t>
                </a:r>
              </a:p>
            </p:txBody>
          </p:sp>
        </mc:Fallback>
      </mc:AlternateContent>
      <p:sp>
        <p:nvSpPr>
          <p:cNvPr id="51" name="Oval 50">
            <a:extLst>
              <a:ext uri="{FF2B5EF4-FFF2-40B4-BE49-F238E27FC236}">
                <a16:creationId xmlns:a16="http://schemas.microsoft.com/office/drawing/2014/main" id="{BDD11F87-DA81-9510-C1CB-0AF4093562CB}"/>
              </a:ext>
            </a:extLst>
          </p:cNvPr>
          <p:cNvSpPr/>
          <p:nvPr/>
        </p:nvSpPr>
        <p:spPr>
          <a:xfrm rot="5400000">
            <a:off x="1687433" y="23568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2" name="Oval 51">
            <a:extLst>
              <a:ext uri="{FF2B5EF4-FFF2-40B4-BE49-F238E27FC236}">
                <a16:creationId xmlns:a16="http://schemas.microsoft.com/office/drawing/2014/main" id="{BDD11F87-DA81-9510-C1CB-0AF4093562CB}"/>
              </a:ext>
            </a:extLst>
          </p:cNvPr>
          <p:cNvSpPr/>
          <p:nvPr/>
        </p:nvSpPr>
        <p:spPr>
          <a:xfrm rot="5400000">
            <a:off x="3125972" y="17313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3" name="Straight Connector 52">
            <a:extLst>
              <a:ext uri="{FF2B5EF4-FFF2-40B4-BE49-F238E27FC236}">
                <a16:creationId xmlns:a16="http://schemas.microsoft.com/office/drawing/2014/main" id="{6205DD86-315C-53B6-CEEF-A9919650168E}"/>
              </a:ext>
            </a:extLst>
          </p:cNvPr>
          <p:cNvCxnSpPr>
            <a:cxnSpLocks/>
            <a:stCxn id="52" idx="5"/>
            <a:endCxn id="51" idx="1"/>
          </p:cNvCxnSpPr>
          <p:nvPr/>
        </p:nvCxnSpPr>
        <p:spPr>
          <a:xfrm flipH="1">
            <a:off x="1810345" y="1854248"/>
            <a:ext cx="1336715" cy="52368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4" name="Oval 53">
            <a:extLst>
              <a:ext uri="{FF2B5EF4-FFF2-40B4-BE49-F238E27FC236}">
                <a16:creationId xmlns:a16="http://schemas.microsoft.com/office/drawing/2014/main" id="{BDD11F87-DA81-9510-C1CB-0AF4093562CB}"/>
              </a:ext>
            </a:extLst>
          </p:cNvPr>
          <p:cNvSpPr/>
          <p:nvPr/>
        </p:nvSpPr>
        <p:spPr>
          <a:xfrm rot="5400000">
            <a:off x="1690394" y="465988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3441858" y="465988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9" name="Straight Connector 68">
            <a:extLst>
              <a:ext uri="{FF2B5EF4-FFF2-40B4-BE49-F238E27FC236}">
                <a16:creationId xmlns:a16="http://schemas.microsoft.com/office/drawing/2014/main" id="{6205DD86-315C-53B6-CEEF-A9919650168E}"/>
              </a:ext>
            </a:extLst>
          </p:cNvPr>
          <p:cNvCxnSpPr>
            <a:cxnSpLocks/>
            <a:stCxn id="51" idx="6"/>
            <a:endCxn id="54" idx="2"/>
          </p:cNvCxnSpPr>
          <p:nvPr/>
        </p:nvCxnSpPr>
        <p:spPr>
          <a:xfrm>
            <a:off x="1759433" y="2500841"/>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6205DD86-315C-53B6-CEEF-A9919650168E}"/>
              </a:ext>
            </a:extLst>
          </p:cNvPr>
          <p:cNvCxnSpPr>
            <a:cxnSpLocks/>
            <a:stCxn id="55" idx="4"/>
            <a:endCxn id="54" idx="0"/>
          </p:cNvCxnSpPr>
          <p:nvPr/>
        </p:nvCxnSpPr>
        <p:spPr>
          <a:xfrm flipH="1" flipV="1">
            <a:off x="1834394" y="4731885"/>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6205DD86-315C-53B6-CEEF-A9919650168E}"/>
              </a:ext>
            </a:extLst>
          </p:cNvPr>
          <p:cNvCxnSpPr>
            <a:cxnSpLocks/>
            <a:stCxn id="55" idx="3"/>
            <a:endCxn id="51" idx="7"/>
          </p:cNvCxnSpPr>
          <p:nvPr/>
        </p:nvCxnSpPr>
        <p:spPr>
          <a:xfrm flipH="1" flipV="1">
            <a:off x="1810345" y="2479753"/>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88" name="TextBox 87"/>
              <p:cNvSpPr txBox="1"/>
              <p:nvPr/>
            </p:nvSpPr>
            <p:spPr>
              <a:xfrm>
                <a:off x="5783036" y="5327098"/>
                <a:ext cx="65319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G</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88" name="TextBox 87"/>
              <p:cNvSpPr txBox="1">
                <a:spLocks noRot="1" noChangeAspect="1" noMove="1" noResize="1" noEditPoints="1" noAdjustHandles="1" noChangeArrowheads="1" noChangeShapeType="1" noTextEdit="1"/>
              </p:cNvSpPr>
              <p:nvPr/>
            </p:nvSpPr>
            <p:spPr>
              <a:xfrm>
                <a:off x="5783036" y="5327098"/>
                <a:ext cx="653191" cy="523220"/>
              </a:xfrm>
              <a:prstGeom prst="rect">
                <a:avLst/>
              </a:prstGeom>
              <a:blipFill rotWithShape="0">
                <a:blip r:embed="rId3"/>
                <a:stretch>
                  <a:fillRect/>
                </a:stretch>
              </a:blipFill>
            </p:spPr>
            <p:txBody>
              <a:bodyPr/>
              <a:lstStyle/>
              <a:p>
                <a:r>
                  <a:rPr lang="en-US">
                    <a:noFill/>
                  </a:rPr>
                  <a:t> </a:t>
                </a:r>
              </a:p>
            </p:txBody>
          </p:sp>
        </mc:Fallback>
      </mc:AlternateContent>
      <p:sp>
        <p:nvSpPr>
          <p:cNvPr id="89" name="Oval 88">
            <a:extLst>
              <a:ext uri="{FF2B5EF4-FFF2-40B4-BE49-F238E27FC236}">
                <a16:creationId xmlns:a16="http://schemas.microsoft.com/office/drawing/2014/main" id="{BDD11F87-DA81-9510-C1CB-0AF4093562CB}"/>
              </a:ext>
            </a:extLst>
          </p:cNvPr>
          <p:cNvSpPr/>
          <p:nvPr/>
        </p:nvSpPr>
        <p:spPr>
          <a:xfrm rot="5400000">
            <a:off x="5128813" y="23568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3" name="Oval 92">
            <a:extLst>
              <a:ext uri="{FF2B5EF4-FFF2-40B4-BE49-F238E27FC236}">
                <a16:creationId xmlns:a16="http://schemas.microsoft.com/office/drawing/2014/main" id="{BDD11F87-DA81-9510-C1CB-0AF4093562CB}"/>
              </a:ext>
            </a:extLst>
          </p:cNvPr>
          <p:cNvSpPr/>
          <p:nvPr/>
        </p:nvSpPr>
        <p:spPr>
          <a:xfrm rot="5400000">
            <a:off x="6883238" y="23568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4" name="Straight Connector 93">
            <a:extLst>
              <a:ext uri="{FF2B5EF4-FFF2-40B4-BE49-F238E27FC236}">
                <a16:creationId xmlns:a16="http://schemas.microsoft.com/office/drawing/2014/main" id="{6205DD86-315C-53B6-CEEF-A9919650168E}"/>
              </a:ext>
            </a:extLst>
          </p:cNvPr>
          <p:cNvCxnSpPr>
            <a:cxnSpLocks/>
            <a:stCxn id="93" idx="4"/>
            <a:endCxn id="89" idx="0"/>
          </p:cNvCxnSpPr>
          <p:nvPr/>
        </p:nvCxnSpPr>
        <p:spPr>
          <a:xfrm flipH="1">
            <a:off x="5272813" y="2428841"/>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5" name="Oval 94">
            <a:extLst>
              <a:ext uri="{FF2B5EF4-FFF2-40B4-BE49-F238E27FC236}">
                <a16:creationId xmlns:a16="http://schemas.microsoft.com/office/drawing/2014/main" id="{BDD11F87-DA81-9510-C1CB-0AF4093562CB}"/>
              </a:ext>
            </a:extLst>
          </p:cNvPr>
          <p:cNvSpPr/>
          <p:nvPr/>
        </p:nvSpPr>
        <p:spPr>
          <a:xfrm rot="5400000">
            <a:off x="5131774" y="465988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6" name="Oval 95">
            <a:extLst>
              <a:ext uri="{FF2B5EF4-FFF2-40B4-BE49-F238E27FC236}">
                <a16:creationId xmlns:a16="http://schemas.microsoft.com/office/drawing/2014/main" id="{BDD11F87-DA81-9510-C1CB-0AF4093562CB}"/>
              </a:ext>
            </a:extLst>
          </p:cNvPr>
          <p:cNvSpPr/>
          <p:nvPr/>
        </p:nvSpPr>
        <p:spPr>
          <a:xfrm rot="5400000">
            <a:off x="6883238" y="465988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7" name="Straight Connector 96">
            <a:extLst>
              <a:ext uri="{FF2B5EF4-FFF2-40B4-BE49-F238E27FC236}">
                <a16:creationId xmlns:a16="http://schemas.microsoft.com/office/drawing/2014/main" id="{6205DD86-315C-53B6-CEEF-A9919650168E}"/>
              </a:ext>
            </a:extLst>
          </p:cNvPr>
          <p:cNvCxnSpPr>
            <a:cxnSpLocks/>
            <a:stCxn id="89" idx="6"/>
            <a:endCxn id="95" idx="2"/>
          </p:cNvCxnSpPr>
          <p:nvPr/>
        </p:nvCxnSpPr>
        <p:spPr>
          <a:xfrm>
            <a:off x="5200813" y="2500841"/>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6205DD86-315C-53B6-CEEF-A9919650168E}"/>
              </a:ext>
            </a:extLst>
          </p:cNvPr>
          <p:cNvCxnSpPr>
            <a:cxnSpLocks/>
            <a:stCxn id="93" idx="6"/>
            <a:endCxn id="96" idx="2"/>
          </p:cNvCxnSpPr>
          <p:nvPr/>
        </p:nvCxnSpPr>
        <p:spPr>
          <a:xfrm>
            <a:off x="6955238" y="2500841"/>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Straight Connector 98">
            <a:extLst>
              <a:ext uri="{FF2B5EF4-FFF2-40B4-BE49-F238E27FC236}">
                <a16:creationId xmlns:a16="http://schemas.microsoft.com/office/drawing/2014/main" id="{6205DD86-315C-53B6-CEEF-A9919650168E}"/>
              </a:ext>
            </a:extLst>
          </p:cNvPr>
          <p:cNvCxnSpPr>
            <a:cxnSpLocks/>
            <a:stCxn id="96" idx="4"/>
            <a:endCxn id="95" idx="0"/>
          </p:cNvCxnSpPr>
          <p:nvPr/>
        </p:nvCxnSpPr>
        <p:spPr>
          <a:xfrm flipH="1" flipV="1">
            <a:off x="5275774" y="4731885"/>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Straight Connector 99">
            <a:extLst>
              <a:ext uri="{FF2B5EF4-FFF2-40B4-BE49-F238E27FC236}">
                <a16:creationId xmlns:a16="http://schemas.microsoft.com/office/drawing/2014/main" id="{6205DD86-315C-53B6-CEEF-A9919650168E}"/>
              </a:ext>
            </a:extLst>
          </p:cNvPr>
          <p:cNvCxnSpPr>
            <a:cxnSpLocks/>
            <a:stCxn id="96" idx="3"/>
            <a:endCxn id="89" idx="7"/>
          </p:cNvCxnSpPr>
          <p:nvPr/>
        </p:nvCxnSpPr>
        <p:spPr>
          <a:xfrm flipH="1" flipV="1">
            <a:off x="5251725" y="2479753"/>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01" name="TextBox 100"/>
              <p:cNvSpPr txBox="1"/>
              <p:nvPr/>
            </p:nvSpPr>
            <p:spPr>
              <a:xfrm>
                <a:off x="9861028" y="5404072"/>
                <a:ext cx="65319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G</m:t>
                          </m:r>
                        </m:e>
                        <m:sub>
                          <m:r>
                            <a:rPr lang="en-US" sz="2800" b="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101" name="TextBox 100"/>
              <p:cNvSpPr txBox="1">
                <a:spLocks noRot="1" noChangeAspect="1" noMove="1" noResize="1" noEditPoints="1" noAdjustHandles="1" noChangeArrowheads="1" noChangeShapeType="1" noTextEdit="1"/>
              </p:cNvSpPr>
              <p:nvPr/>
            </p:nvSpPr>
            <p:spPr>
              <a:xfrm>
                <a:off x="9861028" y="5404072"/>
                <a:ext cx="653191" cy="523220"/>
              </a:xfrm>
              <a:prstGeom prst="rect">
                <a:avLst/>
              </a:prstGeom>
              <a:blipFill rotWithShape="0">
                <a:blip r:embed="rId4"/>
                <a:stretch>
                  <a:fillRect/>
                </a:stretch>
              </a:blipFill>
            </p:spPr>
            <p:txBody>
              <a:bodyPr/>
              <a:lstStyle/>
              <a:p>
                <a:r>
                  <a:rPr lang="en-US">
                    <a:noFill/>
                  </a:rPr>
                  <a:t> </a:t>
                </a:r>
              </a:p>
            </p:txBody>
          </p:sp>
        </mc:Fallback>
      </mc:AlternateContent>
      <p:sp>
        <p:nvSpPr>
          <p:cNvPr id="102" name="Oval 101">
            <a:extLst>
              <a:ext uri="{FF2B5EF4-FFF2-40B4-BE49-F238E27FC236}">
                <a16:creationId xmlns:a16="http://schemas.microsoft.com/office/drawing/2014/main" id="{BDD11F87-DA81-9510-C1CB-0AF4093562CB}"/>
              </a:ext>
            </a:extLst>
          </p:cNvPr>
          <p:cNvSpPr/>
          <p:nvPr/>
        </p:nvSpPr>
        <p:spPr>
          <a:xfrm rot="5400000">
            <a:off x="9206805" y="243381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3" name="Oval 102">
            <a:extLst>
              <a:ext uri="{FF2B5EF4-FFF2-40B4-BE49-F238E27FC236}">
                <a16:creationId xmlns:a16="http://schemas.microsoft.com/office/drawing/2014/main" id="{BDD11F87-DA81-9510-C1CB-0AF4093562CB}"/>
              </a:ext>
            </a:extLst>
          </p:cNvPr>
          <p:cNvSpPr/>
          <p:nvPr/>
        </p:nvSpPr>
        <p:spPr>
          <a:xfrm rot="5400000">
            <a:off x="10961230" y="243381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4" name="Straight Connector 103">
            <a:extLst>
              <a:ext uri="{FF2B5EF4-FFF2-40B4-BE49-F238E27FC236}">
                <a16:creationId xmlns:a16="http://schemas.microsoft.com/office/drawing/2014/main" id="{6205DD86-315C-53B6-CEEF-A9919650168E}"/>
              </a:ext>
            </a:extLst>
          </p:cNvPr>
          <p:cNvCxnSpPr>
            <a:cxnSpLocks/>
            <a:stCxn id="103" idx="4"/>
            <a:endCxn id="102" idx="0"/>
          </p:cNvCxnSpPr>
          <p:nvPr/>
        </p:nvCxnSpPr>
        <p:spPr>
          <a:xfrm flipH="1">
            <a:off x="9350805" y="2505815"/>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5" name="Oval 104">
            <a:extLst>
              <a:ext uri="{FF2B5EF4-FFF2-40B4-BE49-F238E27FC236}">
                <a16:creationId xmlns:a16="http://schemas.microsoft.com/office/drawing/2014/main" id="{BDD11F87-DA81-9510-C1CB-0AF4093562CB}"/>
              </a:ext>
            </a:extLst>
          </p:cNvPr>
          <p:cNvSpPr/>
          <p:nvPr/>
        </p:nvSpPr>
        <p:spPr>
          <a:xfrm rot="5400000">
            <a:off x="9209766" y="47368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6" name="Oval 105">
            <a:extLst>
              <a:ext uri="{FF2B5EF4-FFF2-40B4-BE49-F238E27FC236}">
                <a16:creationId xmlns:a16="http://schemas.microsoft.com/office/drawing/2014/main" id="{BDD11F87-DA81-9510-C1CB-0AF4093562CB}"/>
              </a:ext>
            </a:extLst>
          </p:cNvPr>
          <p:cNvSpPr/>
          <p:nvPr/>
        </p:nvSpPr>
        <p:spPr>
          <a:xfrm rot="5400000">
            <a:off x="10961230" y="47368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7" name="Straight Connector 106">
            <a:extLst>
              <a:ext uri="{FF2B5EF4-FFF2-40B4-BE49-F238E27FC236}">
                <a16:creationId xmlns:a16="http://schemas.microsoft.com/office/drawing/2014/main" id="{6205DD86-315C-53B6-CEEF-A9919650168E}"/>
              </a:ext>
            </a:extLst>
          </p:cNvPr>
          <p:cNvCxnSpPr>
            <a:cxnSpLocks/>
            <a:stCxn id="102" idx="6"/>
            <a:endCxn id="105" idx="2"/>
          </p:cNvCxnSpPr>
          <p:nvPr/>
        </p:nvCxnSpPr>
        <p:spPr>
          <a:xfrm>
            <a:off x="9278805" y="2577815"/>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8" name="Straight Connector 107">
            <a:extLst>
              <a:ext uri="{FF2B5EF4-FFF2-40B4-BE49-F238E27FC236}">
                <a16:creationId xmlns:a16="http://schemas.microsoft.com/office/drawing/2014/main" id="{6205DD86-315C-53B6-CEEF-A9919650168E}"/>
              </a:ext>
            </a:extLst>
          </p:cNvPr>
          <p:cNvCxnSpPr>
            <a:cxnSpLocks/>
            <a:stCxn id="103" idx="6"/>
            <a:endCxn id="106" idx="2"/>
          </p:cNvCxnSpPr>
          <p:nvPr/>
        </p:nvCxnSpPr>
        <p:spPr>
          <a:xfrm>
            <a:off x="11033230" y="2577815"/>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a:extLst>
              <a:ext uri="{FF2B5EF4-FFF2-40B4-BE49-F238E27FC236}">
                <a16:creationId xmlns:a16="http://schemas.microsoft.com/office/drawing/2014/main" id="{6205DD86-315C-53B6-CEEF-A9919650168E}"/>
              </a:ext>
            </a:extLst>
          </p:cNvPr>
          <p:cNvCxnSpPr>
            <a:cxnSpLocks/>
            <a:stCxn id="106" idx="4"/>
            <a:endCxn id="105" idx="0"/>
          </p:cNvCxnSpPr>
          <p:nvPr/>
        </p:nvCxnSpPr>
        <p:spPr>
          <a:xfrm flipH="1" flipV="1">
            <a:off x="9353766" y="4808859"/>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0" name="Straight Connector 109">
            <a:extLst>
              <a:ext uri="{FF2B5EF4-FFF2-40B4-BE49-F238E27FC236}">
                <a16:creationId xmlns:a16="http://schemas.microsoft.com/office/drawing/2014/main" id="{6205DD86-315C-53B6-CEEF-A9919650168E}"/>
              </a:ext>
            </a:extLst>
          </p:cNvPr>
          <p:cNvCxnSpPr>
            <a:cxnSpLocks/>
            <a:stCxn id="106" idx="3"/>
            <a:endCxn id="102" idx="7"/>
          </p:cNvCxnSpPr>
          <p:nvPr/>
        </p:nvCxnSpPr>
        <p:spPr>
          <a:xfrm flipH="1" flipV="1">
            <a:off x="9329717" y="2556727"/>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a:extLst>
              <a:ext uri="{FF2B5EF4-FFF2-40B4-BE49-F238E27FC236}">
                <a16:creationId xmlns:a16="http://schemas.microsoft.com/office/drawing/2014/main" id="{6205DD86-315C-53B6-CEEF-A9919650168E}"/>
              </a:ext>
            </a:extLst>
          </p:cNvPr>
          <p:cNvCxnSpPr>
            <a:cxnSpLocks/>
            <a:stCxn id="51" idx="7"/>
            <a:endCxn id="112" idx="4"/>
          </p:cNvCxnSpPr>
          <p:nvPr/>
        </p:nvCxnSpPr>
        <p:spPr>
          <a:xfrm>
            <a:off x="1810345" y="2479753"/>
            <a:ext cx="1487513" cy="4769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2" name="Oval 111">
            <a:extLst>
              <a:ext uri="{FF2B5EF4-FFF2-40B4-BE49-F238E27FC236}">
                <a16:creationId xmlns:a16="http://schemas.microsoft.com/office/drawing/2014/main" id="{BDD11F87-DA81-9510-C1CB-0AF4093562CB}"/>
              </a:ext>
            </a:extLst>
          </p:cNvPr>
          <p:cNvSpPr/>
          <p:nvPr/>
        </p:nvSpPr>
        <p:spPr>
          <a:xfrm rot="5400000">
            <a:off x="3297858" y="288466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3" name="Straight Connector 112">
            <a:extLst>
              <a:ext uri="{FF2B5EF4-FFF2-40B4-BE49-F238E27FC236}">
                <a16:creationId xmlns:a16="http://schemas.microsoft.com/office/drawing/2014/main" id="{6205DD86-315C-53B6-CEEF-A9919650168E}"/>
              </a:ext>
            </a:extLst>
          </p:cNvPr>
          <p:cNvCxnSpPr>
            <a:cxnSpLocks/>
            <a:stCxn id="114" idx="4"/>
            <a:endCxn id="51" idx="0"/>
          </p:cNvCxnSpPr>
          <p:nvPr/>
        </p:nvCxnSpPr>
        <p:spPr>
          <a:xfrm flipH="1">
            <a:off x="1831433" y="2305292"/>
            <a:ext cx="1456098" cy="12354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4" name="Oval 113">
            <a:extLst>
              <a:ext uri="{FF2B5EF4-FFF2-40B4-BE49-F238E27FC236}">
                <a16:creationId xmlns:a16="http://schemas.microsoft.com/office/drawing/2014/main" id="{BDD11F87-DA81-9510-C1CB-0AF4093562CB}"/>
              </a:ext>
            </a:extLst>
          </p:cNvPr>
          <p:cNvSpPr/>
          <p:nvPr/>
        </p:nvSpPr>
        <p:spPr>
          <a:xfrm rot="5400000">
            <a:off x="3287531" y="223329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5" name="Straight Connector 114">
            <a:extLst>
              <a:ext uri="{FF2B5EF4-FFF2-40B4-BE49-F238E27FC236}">
                <a16:creationId xmlns:a16="http://schemas.microsoft.com/office/drawing/2014/main" id="{6205DD86-315C-53B6-CEEF-A9919650168E}"/>
              </a:ext>
            </a:extLst>
          </p:cNvPr>
          <p:cNvCxnSpPr>
            <a:cxnSpLocks/>
            <a:stCxn id="89" idx="5"/>
            <a:endCxn id="117" idx="1"/>
          </p:cNvCxnSpPr>
          <p:nvPr/>
        </p:nvCxnSpPr>
        <p:spPr>
          <a:xfrm flipH="1">
            <a:off x="3935545" y="2479753"/>
            <a:ext cx="1214356" cy="101749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6" name="Straight Connector 115">
            <a:extLst>
              <a:ext uri="{FF2B5EF4-FFF2-40B4-BE49-F238E27FC236}">
                <a16:creationId xmlns:a16="http://schemas.microsoft.com/office/drawing/2014/main" id="{6205DD86-315C-53B6-CEEF-A9919650168E}"/>
              </a:ext>
            </a:extLst>
          </p:cNvPr>
          <p:cNvCxnSpPr>
            <a:cxnSpLocks/>
            <a:stCxn id="95" idx="3"/>
            <a:endCxn id="117" idx="7"/>
          </p:cNvCxnSpPr>
          <p:nvPr/>
        </p:nvCxnSpPr>
        <p:spPr>
          <a:xfrm flipH="1" flipV="1">
            <a:off x="3935545" y="3599074"/>
            <a:ext cx="1217317" cy="108189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7" name="Oval 116">
            <a:extLst>
              <a:ext uri="{FF2B5EF4-FFF2-40B4-BE49-F238E27FC236}">
                <a16:creationId xmlns:a16="http://schemas.microsoft.com/office/drawing/2014/main" id="{BDD11F87-DA81-9510-C1CB-0AF4093562CB}"/>
              </a:ext>
            </a:extLst>
          </p:cNvPr>
          <p:cNvSpPr/>
          <p:nvPr/>
        </p:nvSpPr>
        <p:spPr>
          <a:xfrm rot="5400000">
            <a:off x="3812633" y="34761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8" name="Straight Connector 117">
            <a:extLst>
              <a:ext uri="{FF2B5EF4-FFF2-40B4-BE49-F238E27FC236}">
                <a16:creationId xmlns:a16="http://schemas.microsoft.com/office/drawing/2014/main" id="{6205DD86-315C-53B6-CEEF-A9919650168E}"/>
              </a:ext>
            </a:extLst>
          </p:cNvPr>
          <p:cNvCxnSpPr>
            <a:cxnSpLocks/>
            <a:stCxn id="119" idx="4"/>
            <a:endCxn id="93" idx="0"/>
          </p:cNvCxnSpPr>
          <p:nvPr/>
        </p:nvCxnSpPr>
        <p:spPr>
          <a:xfrm flipH="1" flipV="1">
            <a:off x="7027238" y="2428841"/>
            <a:ext cx="1517911" cy="628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9" name="Oval 118">
            <a:extLst>
              <a:ext uri="{FF2B5EF4-FFF2-40B4-BE49-F238E27FC236}">
                <a16:creationId xmlns:a16="http://schemas.microsoft.com/office/drawing/2014/main" id="{BDD11F87-DA81-9510-C1CB-0AF4093562CB}"/>
              </a:ext>
            </a:extLst>
          </p:cNvPr>
          <p:cNvSpPr/>
          <p:nvPr/>
        </p:nvSpPr>
        <p:spPr>
          <a:xfrm rot="5400000">
            <a:off x="8545149" y="236312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0" name="Straight Connector 119">
            <a:extLst>
              <a:ext uri="{FF2B5EF4-FFF2-40B4-BE49-F238E27FC236}">
                <a16:creationId xmlns:a16="http://schemas.microsoft.com/office/drawing/2014/main" id="{6205DD86-315C-53B6-CEEF-A9919650168E}"/>
              </a:ext>
            </a:extLst>
          </p:cNvPr>
          <p:cNvCxnSpPr>
            <a:cxnSpLocks/>
            <a:stCxn id="121" idx="7"/>
            <a:endCxn id="105" idx="3"/>
          </p:cNvCxnSpPr>
          <p:nvPr/>
        </p:nvCxnSpPr>
        <p:spPr>
          <a:xfrm>
            <a:off x="8740061" y="3955786"/>
            <a:ext cx="490793" cy="80216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1" name="Oval 120">
            <a:extLst>
              <a:ext uri="{FF2B5EF4-FFF2-40B4-BE49-F238E27FC236}">
                <a16:creationId xmlns:a16="http://schemas.microsoft.com/office/drawing/2014/main" id="{BDD11F87-DA81-9510-C1CB-0AF4093562CB}"/>
              </a:ext>
            </a:extLst>
          </p:cNvPr>
          <p:cNvSpPr/>
          <p:nvPr/>
        </p:nvSpPr>
        <p:spPr>
          <a:xfrm rot="5400000">
            <a:off x="8617149" y="38328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3" name="Straight Connector 122">
            <a:extLst>
              <a:ext uri="{FF2B5EF4-FFF2-40B4-BE49-F238E27FC236}">
                <a16:creationId xmlns:a16="http://schemas.microsoft.com/office/drawing/2014/main" id="{6205DD86-315C-53B6-CEEF-A9919650168E}"/>
              </a:ext>
            </a:extLst>
          </p:cNvPr>
          <p:cNvCxnSpPr>
            <a:cxnSpLocks/>
            <a:stCxn id="105" idx="3"/>
            <a:endCxn id="125" idx="7"/>
          </p:cNvCxnSpPr>
          <p:nvPr/>
        </p:nvCxnSpPr>
        <p:spPr>
          <a:xfrm flipH="1" flipV="1">
            <a:off x="8460145" y="4407778"/>
            <a:ext cx="770709" cy="35016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5" name="Oval 124">
            <a:extLst>
              <a:ext uri="{FF2B5EF4-FFF2-40B4-BE49-F238E27FC236}">
                <a16:creationId xmlns:a16="http://schemas.microsoft.com/office/drawing/2014/main" id="{BDD11F87-DA81-9510-C1CB-0AF4093562CB}"/>
              </a:ext>
            </a:extLst>
          </p:cNvPr>
          <p:cNvSpPr/>
          <p:nvPr/>
        </p:nvSpPr>
        <p:spPr>
          <a:xfrm rot="5400000">
            <a:off x="8337233" y="42848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5" name="Straight Connector 134">
            <a:extLst>
              <a:ext uri="{FF2B5EF4-FFF2-40B4-BE49-F238E27FC236}">
                <a16:creationId xmlns:a16="http://schemas.microsoft.com/office/drawing/2014/main" id="{6205DD86-315C-53B6-CEEF-A9919650168E}"/>
              </a:ext>
            </a:extLst>
          </p:cNvPr>
          <p:cNvCxnSpPr>
            <a:cxnSpLocks/>
            <a:stCxn id="103" idx="0"/>
            <a:endCxn id="136" idx="4"/>
          </p:cNvCxnSpPr>
          <p:nvPr/>
        </p:nvCxnSpPr>
        <p:spPr>
          <a:xfrm flipV="1">
            <a:off x="11105230" y="2356841"/>
            <a:ext cx="668040" cy="1489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6" name="Oval 135">
            <a:extLst>
              <a:ext uri="{FF2B5EF4-FFF2-40B4-BE49-F238E27FC236}">
                <a16:creationId xmlns:a16="http://schemas.microsoft.com/office/drawing/2014/main" id="{BDD11F87-DA81-9510-C1CB-0AF4093562CB}"/>
              </a:ext>
            </a:extLst>
          </p:cNvPr>
          <p:cNvSpPr/>
          <p:nvPr/>
        </p:nvSpPr>
        <p:spPr>
          <a:xfrm rot="5400000">
            <a:off x="11773270" y="22848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7" name="Straight Connector 136">
            <a:extLst>
              <a:ext uri="{FF2B5EF4-FFF2-40B4-BE49-F238E27FC236}">
                <a16:creationId xmlns:a16="http://schemas.microsoft.com/office/drawing/2014/main" id="{6205DD86-315C-53B6-CEEF-A9919650168E}"/>
              </a:ext>
            </a:extLst>
          </p:cNvPr>
          <p:cNvCxnSpPr>
            <a:cxnSpLocks/>
            <a:stCxn id="103" idx="1"/>
            <a:endCxn id="138" idx="5"/>
          </p:cNvCxnSpPr>
          <p:nvPr/>
        </p:nvCxnSpPr>
        <p:spPr>
          <a:xfrm flipV="1">
            <a:off x="11084142" y="1865529"/>
            <a:ext cx="472767" cy="589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8" name="Oval 137">
            <a:extLst>
              <a:ext uri="{FF2B5EF4-FFF2-40B4-BE49-F238E27FC236}">
                <a16:creationId xmlns:a16="http://schemas.microsoft.com/office/drawing/2014/main" id="{BDD11F87-DA81-9510-C1CB-0AF4093562CB}"/>
              </a:ext>
            </a:extLst>
          </p:cNvPr>
          <p:cNvSpPr/>
          <p:nvPr/>
        </p:nvSpPr>
        <p:spPr>
          <a:xfrm rot="5400000">
            <a:off x="11535821" y="17426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Tree>
    <p:extLst>
      <p:ext uri="{BB962C8B-B14F-4D97-AF65-F5344CB8AC3E}">
        <p14:creationId xmlns:p14="http://schemas.microsoft.com/office/powerpoint/2010/main" val="13979346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any three matching of the following graphs.</a:t>
            </a:r>
          </a:p>
          <a:p>
            <a:endParaRPr lang="en-US" sz="2800" dirty="0">
              <a:solidFill>
                <a:schemeClr val="bg1"/>
              </a:solidFill>
            </a:endParaRPr>
          </a:p>
        </p:txBody>
      </p:sp>
      <mc:AlternateContent xmlns:mc="http://schemas.openxmlformats.org/markup-compatibility/2006" xmlns:a14="http://schemas.microsoft.com/office/drawing/2010/main">
        <mc:Choice Requires="a14">
          <p:sp>
            <p:nvSpPr>
              <p:cNvPr id="50" name="TextBox 49"/>
              <p:cNvSpPr txBox="1"/>
              <p:nvPr/>
            </p:nvSpPr>
            <p:spPr>
              <a:xfrm>
                <a:off x="10692688" y="5307148"/>
                <a:ext cx="64492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G</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10692688" y="5307148"/>
                <a:ext cx="644920" cy="523220"/>
              </a:xfrm>
              <a:prstGeom prst="rect">
                <a:avLst/>
              </a:prstGeom>
              <a:blipFill rotWithShape="0">
                <a:blip r:embed="rId2"/>
                <a:stretch>
                  <a:fillRect/>
                </a:stretch>
              </a:blipFill>
            </p:spPr>
            <p:txBody>
              <a:bodyPr/>
              <a:lstStyle/>
              <a:p>
                <a:r>
                  <a:rPr lang="en-US">
                    <a:noFill/>
                  </a:rPr>
                  <a:t> </a:t>
                </a:r>
              </a:p>
            </p:txBody>
          </p:sp>
        </mc:Fallback>
      </mc:AlternateContent>
      <p:sp>
        <p:nvSpPr>
          <p:cNvPr id="51" name="Oval 50">
            <a:extLst>
              <a:ext uri="{FF2B5EF4-FFF2-40B4-BE49-F238E27FC236}">
                <a16:creationId xmlns:a16="http://schemas.microsoft.com/office/drawing/2014/main" id="{BDD11F87-DA81-9510-C1CB-0AF4093562CB}"/>
              </a:ext>
            </a:extLst>
          </p:cNvPr>
          <p:cNvSpPr/>
          <p:nvPr/>
        </p:nvSpPr>
        <p:spPr>
          <a:xfrm rot="5400000">
            <a:off x="10044481" y="28601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2" name="Oval 51">
            <a:extLst>
              <a:ext uri="{FF2B5EF4-FFF2-40B4-BE49-F238E27FC236}">
                <a16:creationId xmlns:a16="http://schemas.microsoft.com/office/drawing/2014/main" id="{BDD11F87-DA81-9510-C1CB-0AF4093562CB}"/>
              </a:ext>
            </a:extLst>
          </p:cNvPr>
          <p:cNvSpPr/>
          <p:nvPr/>
        </p:nvSpPr>
        <p:spPr>
          <a:xfrm rot="5400000">
            <a:off x="11483020" y="22345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3" name="Straight Connector 52">
            <a:extLst>
              <a:ext uri="{FF2B5EF4-FFF2-40B4-BE49-F238E27FC236}">
                <a16:creationId xmlns:a16="http://schemas.microsoft.com/office/drawing/2014/main" id="{6205DD86-315C-53B6-CEEF-A9919650168E}"/>
              </a:ext>
            </a:extLst>
          </p:cNvPr>
          <p:cNvCxnSpPr>
            <a:cxnSpLocks/>
            <a:stCxn id="52" idx="5"/>
            <a:endCxn id="51" idx="1"/>
          </p:cNvCxnSpPr>
          <p:nvPr/>
        </p:nvCxnSpPr>
        <p:spPr>
          <a:xfrm flipH="1">
            <a:off x="10167393" y="2357511"/>
            <a:ext cx="1336715" cy="52368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4" name="Oval 53">
            <a:extLst>
              <a:ext uri="{FF2B5EF4-FFF2-40B4-BE49-F238E27FC236}">
                <a16:creationId xmlns:a16="http://schemas.microsoft.com/office/drawing/2014/main" id="{BDD11F87-DA81-9510-C1CB-0AF4093562CB}"/>
              </a:ext>
            </a:extLst>
          </p:cNvPr>
          <p:cNvSpPr/>
          <p:nvPr/>
        </p:nvSpPr>
        <p:spPr>
          <a:xfrm rot="5400000">
            <a:off x="10047442" y="516314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11798906" y="516314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9" name="Straight Connector 68">
            <a:extLst>
              <a:ext uri="{FF2B5EF4-FFF2-40B4-BE49-F238E27FC236}">
                <a16:creationId xmlns:a16="http://schemas.microsoft.com/office/drawing/2014/main" id="{6205DD86-315C-53B6-CEEF-A9919650168E}"/>
              </a:ext>
            </a:extLst>
          </p:cNvPr>
          <p:cNvCxnSpPr>
            <a:cxnSpLocks/>
            <a:stCxn id="51" idx="6"/>
            <a:endCxn id="54" idx="2"/>
          </p:cNvCxnSpPr>
          <p:nvPr/>
        </p:nvCxnSpPr>
        <p:spPr>
          <a:xfrm>
            <a:off x="10116481" y="3004104"/>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6205DD86-315C-53B6-CEEF-A9919650168E}"/>
              </a:ext>
            </a:extLst>
          </p:cNvPr>
          <p:cNvCxnSpPr>
            <a:cxnSpLocks/>
            <a:stCxn id="55" idx="4"/>
            <a:endCxn id="54" idx="0"/>
          </p:cNvCxnSpPr>
          <p:nvPr/>
        </p:nvCxnSpPr>
        <p:spPr>
          <a:xfrm flipH="1" flipV="1">
            <a:off x="10191442" y="5235148"/>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6205DD86-315C-53B6-CEEF-A9919650168E}"/>
              </a:ext>
            </a:extLst>
          </p:cNvPr>
          <p:cNvCxnSpPr>
            <a:cxnSpLocks/>
            <a:stCxn id="55" idx="3"/>
            <a:endCxn id="51" idx="7"/>
          </p:cNvCxnSpPr>
          <p:nvPr/>
        </p:nvCxnSpPr>
        <p:spPr>
          <a:xfrm flipH="1" flipV="1">
            <a:off x="10167393" y="2983016"/>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a:extLst>
              <a:ext uri="{FF2B5EF4-FFF2-40B4-BE49-F238E27FC236}">
                <a16:creationId xmlns:a16="http://schemas.microsoft.com/office/drawing/2014/main" id="{6205DD86-315C-53B6-CEEF-A9919650168E}"/>
              </a:ext>
            </a:extLst>
          </p:cNvPr>
          <p:cNvCxnSpPr>
            <a:cxnSpLocks/>
            <a:stCxn id="51" idx="7"/>
            <a:endCxn id="112" idx="4"/>
          </p:cNvCxnSpPr>
          <p:nvPr/>
        </p:nvCxnSpPr>
        <p:spPr>
          <a:xfrm>
            <a:off x="10167393" y="2983016"/>
            <a:ext cx="1487513" cy="4769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2" name="Oval 111">
            <a:extLst>
              <a:ext uri="{FF2B5EF4-FFF2-40B4-BE49-F238E27FC236}">
                <a16:creationId xmlns:a16="http://schemas.microsoft.com/office/drawing/2014/main" id="{BDD11F87-DA81-9510-C1CB-0AF4093562CB}"/>
              </a:ext>
            </a:extLst>
          </p:cNvPr>
          <p:cNvSpPr/>
          <p:nvPr/>
        </p:nvSpPr>
        <p:spPr>
          <a:xfrm rot="5400000">
            <a:off x="11654906" y="33879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3" name="Straight Connector 112">
            <a:extLst>
              <a:ext uri="{FF2B5EF4-FFF2-40B4-BE49-F238E27FC236}">
                <a16:creationId xmlns:a16="http://schemas.microsoft.com/office/drawing/2014/main" id="{6205DD86-315C-53B6-CEEF-A9919650168E}"/>
              </a:ext>
            </a:extLst>
          </p:cNvPr>
          <p:cNvCxnSpPr>
            <a:cxnSpLocks/>
            <a:stCxn id="114" idx="4"/>
            <a:endCxn id="51" idx="0"/>
          </p:cNvCxnSpPr>
          <p:nvPr/>
        </p:nvCxnSpPr>
        <p:spPr>
          <a:xfrm flipH="1">
            <a:off x="10188481" y="2808555"/>
            <a:ext cx="1456098" cy="12354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4" name="Oval 113">
            <a:extLst>
              <a:ext uri="{FF2B5EF4-FFF2-40B4-BE49-F238E27FC236}">
                <a16:creationId xmlns:a16="http://schemas.microsoft.com/office/drawing/2014/main" id="{BDD11F87-DA81-9510-C1CB-0AF4093562CB}"/>
              </a:ext>
            </a:extLst>
          </p:cNvPr>
          <p:cNvSpPr/>
          <p:nvPr/>
        </p:nvSpPr>
        <p:spPr>
          <a:xfrm rot="5400000">
            <a:off x="11644579" y="27365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 name="Straight Connector 6"/>
          <p:cNvCxnSpPr/>
          <p:nvPr/>
        </p:nvCxnSpPr>
        <p:spPr>
          <a:xfrm>
            <a:off x="9681028" y="2378599"/>
            <a:ext cx="0" cy="32528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214915" y="2365829"/>
            <a:ext cx="0" cy="32528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6516915" y="2358148"/>
            <a:ext cx="0" cy="32528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p:cNvSpPr txBox="1"/>
              <p:nvPr/>
            </p:nvSpPr>
            <p:spPr>
              <a:xfrm>
                <a:off x="1003162" y="5830361"/>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59" name="TextBox 58"/>
              <p:cNvSpPr txBox="1">
                <a:spLocks noRot="1" noChangeAspect="1" noMove="1" noResize="1" noEditPoints="1" noAdjustHandles="1" noChangeArrowheads="1" noChangeShapeType="1" noTextEdit="1"/>
              </p:cNvSpPr>
              <p:nvPr/>
            </p:nvSpPr>
            <p:spPr>
              <a:xfrm>
                <a:off x="1003162" y="5830361"/>
                <a:ext cx="718658" cy="523220"/>
              </a:xfrm>
              <a:prstGeom prst="rect">
                <a:avLst/>
              </a:prstGeom>
              <a:blipFill rotWithShape="0">
                <a:blip r:embed="rId3"/>
                <a:stretch>
                  <a:fillRect/>
                </a:stretch>
              </a:blipFill>
            </p:spPr>
            <p:txBody>
              <a:bodyPr/>
              <a:lstStyle/>
              <a:p>
                <a:r>
                  <a:rPr lang="en-US">
                    <a:noFill/>
                  </a:rPr>
                  <a:t> </a:t>
                </a:r>
              </a:p>
            </p:txBody>
          </p:sp>
        </mc:Fallback>
      </mc:AlternateContent>
      <p:sp>
        <p:nvSpPr>
          <p:cNvPr id="60" name="Oval 59">
            <a:extLst>
              <a:ext uri="{FF2B5EF4-FFF2-40B4-BE49-F238E27FC236}">
                <a16:creationId xmlns:a16="http://schemas.microsoft.com/office/drawing/2014/main" id="{BDD11F87-DA81-9510-C1CB-0AF4093562CB}"/>
              </a:ext>
            </a:extLst>
          </p:cNvPr>
          <p:cNvSpPr/>
          <p:nvPr/>
        </p:nvSpPr>
        <p:spPr>
          <a:xfrm rot="5400000">
            <a:off x="348939" y="28601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1" name="Oval 60">
            <a:extLst>
              <a:ext uri="{FF2B5EF4-FFF2-40B4-BE49-F238E27FC236}">
                <a16:creationId xmlns:a16="http://schemas.microsoft.com/office/drawing/2014/main" id="{BDD11F87-DA81-9510-C1CB-0AF4093562CB}"/>
              </a:ext>
            </a:extLst>
          </p:cNvPr>
          <p:cNvSpPr/>
          <p:nvPr/>
        </p:nvSpPr>
        <p:spPr>
          <a:xfrm rot="5400000">
            <a:off x="1787478" y="22345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2" name="Straight Connector 61">
            <a:extLst>
              <a:ext uri="{FF2B5EF4-FFF2-40B4-BE49-F238E27FC236}">
                <a16:creationId xmlns:a16="http://schemas.microsoft.com/office/drawing/2014/main" id="{6205DD86-315C-53B6-CEEF-A9919650168E}"/>
              </a:ext>
            </a:extLst>
          </p:cNvPr>
          <p:cNvCxnSpPr>
            <a:cxnSpLocks/>
            <a:stCxn id="61" idx="5"/>
            <a:endCxn id="60" idx="1"/>
          </p:cNvCxnSpPr>
          <p:nvPr/>
        </p:nvCxnSpPr>
        <p:spPr>
          <a:xfrm flipH="1">
            <a:off x="471851" y="2357511"/>
            <a:ext cx="1336715" cy="52368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3" name="Oval 62">
            <a:extLst>
              <a:ext uri="{FF2B5EF4-FFF2-40B4-BE49-F238E27FC236}">
                <a16:creationId xmlns:a16="http://schemas.microsoft.com/office/drawing/2014/main" id="{BDD11F87-DA81-9510-C1CB-0AF4093562CB}"/>
              </a:ext>
            </a:extLst>
          </p:cNvPr>
          <p:cNvSpPr/>
          <p:nvPr/>
        </p:nvSpPr>
        <p:spPr>
          <a:xfrm rot="5400000">
            <a:off x="351900" y="516314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4" name="Oval 63">
            <a:extLst>
              <a:ext uri="{FF2B5EF4-FFF2-40B4-BE49-F238E27FC236}">
                <a16:creationId xmlns:a16="http://schemas.microsoft.com/office/drawing/2014/main" id="{BDD11F87-DA81-9510-C1CB-0AF4093562CB}"/>
              </a:ext>
            </a:extLst>
          </p:cNvPr>
          <p:cNvSpPr/>
          <p:nvPr/>
        </p:nvSpPr>
        <p:spPr>
          <a:xfrm rot="5400000">
            <a:off x="2103364" y="516314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5" name="Straight Connector 64">
            <a:extLst>
              <a:ext uri="{FF2B5EF4-FFF2-40B4-BE49-F238E27FC236}">
                <a16:creationId xmlns:a16="http://schemas.microsoft.com/office/drawing/2014/main" id="{6205DD86-315C-53B6-CEEF-A9919650168E}"/>
              </a:ext>
            </a:extLst>
          </p:cNvPr>
          <p:cNvCxnSpPr>
            <a:cxnSpLocks/>
            <a:stCxn id="60" idx="6"/>
            <a:endCxn id="63" idx="2"/>
          </p:cNvCxnSpPr>
          <p:nvPr/>
        </p:nvCxnSpPr>
        <p:spPr>
          <a:xfrm>
            <a:off x="420939" y="3004104"/>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64" idx="4"/>
            <a:endCxn id="63" idx="0"/>
          </p:cNvCxnSpPr>
          <p:nvPr/>
        </p:nvCxnSpPr>
        <p:spPr>
          <a:xfrm flipH="1" flipV="1">
            <a:off x="495900" y="5235148"/>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a:extLst>
              <a:ext uri="{FF2B5EF4-FFF2-40B4-BE49-F238E27FC236}">
                <a16:creationId xmlns:a16="http://schemas.microsoft.com/office/drawing/2014/main" id="{6205DD86-315C-53B6-CEEF-A9919650168E}"/>
              </a:ext>
            </a:extLst>
          </p:cNvPr>
          <p:cNvCxnSpPr>
            <a:cxnSpLocks/>
            <a:stCxn id="64" idx="3"/>
            <a:endCxn id="60" idx="7"/>
          </p:cNvCxnSpPr>
          <p:nvPr/>
        </p:nvCxnSpPr>
        <p:spPr>
          <a:xfrm flipH="1" flipV="1">
            <a:off x="471851" y="2983016"/>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stCxn id="60" idx="7"/>
            <a:endCxn id="70" idx="4"/>
          </p:cNvCxnSpPr>
          <p:nvPr/>
        </p:nvCxnSpPr>
        <p:spPr>
          <a:xfrm>
            <a:off x="471851" y="2983016"/>
            <a:ext cx="1487513" cy="4769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0" name="Oval 69">
            <a:extLst>
              <a:ext uri="{FF2B5EF4-FFF2-40B4-BE49-F238E27FC236}">
                <a16:creationId xmlns:a16="http://schemas.microsoft.com/office/drawing/2014/main" id="{BDD11F87-DA81-9510-C1CB-0AF4093562CB}"/>
              </a:ext>
            </a:extLst>
          </p:cNvPr>
          <p:cNvSpPr/>
          <p:nvPr/>
        </p:nvSpPr>
        <p:spPr>
          <a:xfrm rot="5400000">
            <a:off x="1959364" y="33879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1" name="Straight Connector 70">
            <a:extLst>
              <a:ext uri="{FF2B5EF4-FFF2-40B4-BE49-F238E27FC236}">
                <a16:creationId xmlns:a16="http://schemas.microsoft.com/office/drawing/2014/main" id="{6205DD86-315C-53B6-CEEF-A9919650168E}"/>
              </a:ext>
            </a:extLst>
          </p:cNvPr>
          <p:cNvCxnSpPr>
            <a:cxnSpLocks/>
            <a:stCxn id="72" idx="4"/>
            <a:endCxn id="60" idx="0"/>
          </p:cNvCxnSpPr>
          <p:nvPr/>
        </p:nvCxnSpPr>
        <p:spPr>
          <a:xfrm flipH="1">
            <a:off x="492939" y="2808555"/>
            <a:ext cx="1456098" cy="12354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2" name="Oval 71">
            <a:extLst>
              <a:ext uri="{FF2B5EF4-FFF2-40B4-BE49-F238E27FC236}">
                <a16:creationId xmlns:a16="http://schemas.microsoft.com/office/drawing/2014/main" id="{BDD11F87-DA81-9510-C1CB-0AF4093562CB}"/>
              </a:ext>
            </a:extLst>
          </p:cNvPr>
          <p:cNvSpPr/>
          <p:nvPr/>
        </p:nvSpPr>
        <p:spPr>
          <a:xfrm rot="5400000">
            <a:off x="1949037" y="27365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90" name="TextBox 89"/>
              <p:cNvSpPr txBox="1"/>
              <p:nvPr/>
            </p:nvSpPr>
            <p:spPr>
              <a:xfrm>
                <a:off x="4419533" y="5830361"/>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90" name="TextBox 89"/>
              <p:cNvSpPr txBox="1">
                <a:spLocks noRot="1" noChangeAspect="1" noMove="1" noResize="1" noEditPoints="1" noAdjustHandles="1" noChangeArrowheads="1" noChangeShapeType="1" noTextEdit="1"/>
              </p:cNvSpPr>
              <p:nvPr/>
            </p:nvSpPr>
            <p:spPr>
              <a:xfrm>
                <a:off x="4419533" y="5830361"/>
                <a:ext cx="726930" cy="523220"/>
              </a:xfrm>
              <a:prstGeom prst="rect">
                <a:avLst/>
              </a:prstGeom>
              <a:blipFill rotWithShape="0">
                <a:blip r:embed="rId4"/>
                <a:stretch>
                  <a:fillRect/>
                </a:stretch>
              </a:blipFill>
            </p:spPr>
            <p:txBody>
              <a:bodyPr/>
              <a:lstStyle/>
              <a:p>
                <a:r>
                  <a:rPr lang="en-US">
                    <a:noFill/>
                  </a:rPr>
                  <a:t> </a:t>
                </a:r>
              </a:p>
            </p:txBody>
          </p:sp>
        </mc:Fallback>
      </mc:AlternateContent>
      <p:sp>
        <p:nvSpPr>
          <p:cNvPr id="91" name="Oval 90">
            <a:extLst>
              <a:ext uri="{FF2B5EF4-FFF2-40B4-BE49-F238E27FC236}">
                <a16:creationId xmlns:a16="http://schemas.microsoft.com/office/drawing/2014/main" id="{BDD11F87-DA81-9510-C1CB-0AF4093562CB}"/>
              </a:ext>
            </a:extLst>
          </p:cNvPr>
          <p:cNvSpPr/>
          <p:nvPr/>
        </p:nvSpPr>
        <p:spPr>
          <a:xfrm rot="5400000">
            <a:off x="3765310" y="28601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2" name="Oval 91">
            <a:extLst>
              <a:ext uri="{FF2B5EF4-FFF2-40B4-BE49-F238E27FC236}">
                <a16:creationId xmlns:a16="http://schemas.microsoft.com/office/drawing/2014/main" id="{BDD11F87-DA81-9510-C1CB-0AF4093562CB}"/>
              </a:ext>
            </a:extLst>
          </p:cNvPr>
          <p:cNvSpPr/>
          <p:nvPr/>
        </p:nvSpPr>
        <p:spPr>
          <a:xfrm rot="5400000">
            <a:off x="5203849" y="22345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2" name="Straight Connector 121">
            <a:extLst>
              <a:ext uri="{FF2B5EF4-FFF2-40B4-BE49-F238E27FC236}">
                <a16:creationId xmlns:a16="http://schemas.microsoft.com/office/drawing/2014/main" id="{6205DD86-315C-53B6-CEEF-A9919650168E}"/>
              </a:ext>
            </a:extLst>
          </p:cNvPr>
          <p:cNvCxnSpPr>
            <a:cxnSpLocks/>
            <a:stCxn id="92" idx="5"/>
            <a:endCxn id="91" idx="1"/>
          </p:cNvCxnSpPr>
          <p:nvPr/>
        </p:nvCxnSpPr>
        <p:spPr>
          <a:xfrm flipH="1">
            <a:off x="3888222" y="2357511"/>
            <a:ext cx="1336715" cy="52368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4" name="Oval 123">
            <a:extLst>
              <a:ext uri="{FF2B5EF4-FFF2-40B4-BE49-F238E27FC236}">
                <a16:creationId xmlns:a16="http://schemas.microsoft.com/office/drawing/2014/main" id="{BDD11F87-DA81-9510-C1CB-0AF4093562CB}"/>
              </a:ext>
            </a:extLst>
          </p:cNvPr>
          <p:cNvSpPr/>
          <p:nvPr/>
        </p:nvSpPr>
        <p:spPr>
          <a:xfrm rot="5400000">
            <a:off x="3768271" y="516314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6" name="Oval 125">
            <a:extLst>
              <a:ext uri="{FF2B5EF4-FFF2-40B4-BE49-F238E27FC236}">
                <a16:creationId xmlns:a16="http://schemas.microsoft.com/office/drawing/2014/main" id="{BDD11F87-DA81-9510-C1CB-0AF4093562CB}"/>
              </a:ext>
            </a:extLst>
          </p:cNvPr>
          <p:cNvSpPr/>
          <p:nvPr/>
        </p:nvSpPr>
        <p:spPr>
          <a:xfrm rot="5400000">
            <a:off x="5519735" y="516314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7" name="Straight Connector 126">
            <a:extLst>
              <a:ext uri="{FF2B5EF4-FFF2-40B4-BE49-F238E27FC236}">
                <a16:creationId xmlns:a16="http://schemas.microsoft.com/office/drawing/2014/main" id="{6205DD86-315C-53B6-CEEF-A9919650168E}"/>
              </a:ext>
            </a:extLst>
          </p:cNvPr>
          <p:cNvCxnSpPr>
            <a:cxnSpLocks/>
            <a:stCxn id="91" idx="6"/>
            <a:endCxn id="124" idx="2"/>
          </p:cNvCxnSpPr>
          <p:nvPr/>
        </p:nvCxnSpPr>
        <p:spPr>
          <a:xfrm>
            <a:off x="3837310" y="3004104"/>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8" name="Straight Connector 127">
            <a:extLst>
              <a:ext uri="{FF2B5EF4-FFF2-40B4-BE49-F238E27FC236}">
                <a16:creationId xmlns:a16="http://schemas.microsoft.com/office/drawing/2014/main" id="{6205DD86-315C-53B6-CEEF-A9919650168E}"/>
              </a:ext>
            </a:extLst>
          </p:cNvPr>
          <p:cNvCxnSpPr>
            <a:cxnSpLocks/>
            <a:stCxn id="126" idx="4"/>
            <a:endCxn id="124" idx="0"/>
          </p:cNvCxnSpPr>
          <p:nvPr/>
        </p:nvCxnSpPr>
        <p:spPr>
          <a:xfrm flipH="1" flipV="1">
            <a:off x="3912271" y="5235148"/>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9" name="Straight Connector 128">
            <a:extLst>
              <a:ext uri="{FF2B5EF4-FFF2-40B4-BE49-F238E27FC236}">
                <a16:creationId xmlns:a16="http://schemas.microsoft.com/office/drawing/2014/main" id="{6205DD86-315C-53B6-CEEF-A9919650168E}"/>
              </a:ext>
            </a:extLst>
          </p:cNvPr>
          <p:cNvCxnSpPr>
            <a:cxnSpLocks/>
            <a:stCxn id="126" idx="3"/>
            <a:endCxn id="91" idx="7"/>
          </p:cNvCxnSpPr>
          <p:nvPr/>
        </p:nvCxnSpPr>
        <p:spPr>
          <a:xfrm flipH="1" flipV="1">
            <a:off x="3888222" y="2983016"/>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Straight Connector 129">
            <a:extLst>
              <a:ext uri="{FF2B5EF4-FFF2-40B4-BE49-F238E27FC236}">
                <a16:creationId xmlns:a16="http://schemas.microsoft.com/office/drawing/2014/main" id="{6205DD86-315C-53B6-CEEF-A9919650168E}"/>
              </a:ext>
            </a:extLst>
          </p:cNvPr>
          <p:cNvCxnSpPr>
            <a:cxnSpLocks/>
            <a:stCxn id="91" idx="7"/>
            <a:endCxn id="131" idx="4"/>
          </p:cNvCxnSpPr>
          <p:nvPr/>
        </p:nvCxnSpPr>
        <p:spPr>
          <a:xfrm>
            <a:off x="3888222" y="2983016"/>
            <a:ext cx="1487513" cy="4769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1" name="Oval 130">
            <a:extLst>
              <a:ext uri="{FF2B5EF4-FFF2-40B4-BE49-F238E27FC236}">
                <a16:creationId xmlns:a16="http://schemas.microsoft.com/office/drawing/2014/main" id="{BDD11F87-DA81-9510-C1CB-0AF4093562CB}"/>
              </a:ext>
            </a:extLst>
          </p:cNvPr>
          <p:cNvSpPr/>
          <p:nvPr/>
        </p:nvSpPr>
        <p:spPr>
          <a:xfrm rot="5400000">
            <a:off x="5375735" y="33879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2" name="Straight Connector 131">
            <a:extLst>
              <a:ext uri="{FF2B5EF4-FFF2-40B4-BE49-F238E27FC236}">
                <a16:creationId xmlns:a16="http://schemas.microsoft.com/office/drawing/2014/main" id="{6205DD86-315C-53B6-CEEF-A9919650168E}"/>
              </a:ext>
            </a:extLst>
          </p:cNvPr>
          <p:cNvCxnSpPr>
            <a:cxnSpLocks/>
            <a:stCxn id="133" idx="4"/>
            <a:endCxn id="91" idx="0"/>
          </p:cNvCxnSpPr>
          <p:nvPr/>
        </p:nvCxnSpPr>
        <p:spPr>
          <a:xfrm flipH="1">
            <a:off x="3909310" y="2808555"/>
            <a:ext cx="1456098" cy="12354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3" name="Oval 132">
            <a:extLst>
              <a:ext uri="{FF2B5EF4-FFF2-40B4-BE49-F238E27FC236}">
                <a16:creationId xmlns:a16="http://schemas.microsoft.com/office/drawing/2014/main" id="{BDD11F87-DA81-9510-C1CB-0AF4093562CB}"/>
              </a:ext>
            </a:extLst>
          </p:cNvPr>
          <p:cNvSpPr/>
          <p:nvPr/>
        </p:nvSpPr>
        <p:spPr>
          <a:xfrm rot="5400000">
            <a:off x="5365408" y="27365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134" name="TextBox 133"/>
              <p:cNvSpPr txBox="1"/>
              <p:nvPr/>
            </p:nvSpPr>
            <p:spPr>
              <a:xfrm>
                <a:off x="7741053" y="5830361"/>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134" name="TextBox 133"/>
              <p:cNvSpPr txBox="1">
                <a:spLocks noRot="1" noChangeAspect="1" noMove="1" noResize="1" noEditPoints="1" noAdjustHandles="1" noChangeArrowheads="1" noChangeShapeType="1" noTextEdit="1"/>
              </p:cNvSpPr>
              <p:nvPr/>
            </p:nvSpPr>
            <p:spPr>
              <a:xfrm>
                <a:off x="7741053" y="5830361"/>
                <a:ext cx="726930" cy="523220"/>
              </a:xfrm>
              <a:prstGeom prst="rect">
                <a:avLst/>
              </a:prstGeom>
              <a:blipFill rotWithShape="0">
                <a:blip r:embed="rId5"/>
                <a:stretch>
                  <a:fillRect/>
                </a:stretch>
              </a:blipFill>
            </p:spPr>
            <p:txBody>
              <a:bodyPr/>
              <a:lstStyle/>
              <a:p>
                <a:r>
                  <a:rPr lang="en-US">
                    <a:noFill/>
                  </a:rPr>
                  <a:t> </a:t>
                </a:r>
              </a:p>
            </p:txBody>
          </p:sp>
        </mc:Fallback>
      </mc:AlternateContent>
      <p:sp>
        <p:nvSpPr>
          <p:cNvPr id="139" name="Oval 138">
            <a:extLst>
              <a:ext uri="{FF2B5EF4-FFF2-40B4-BE49-F238E27FC236}">
                <a16:creationId xmlns:a16="http://schemas.microsoft.com/office/drawing/2014/main" id="{BDD11F87-DA81-9510-C1CB-0AF4093562CB}"/>
              </a:ext>
            </a:extLst>
          </p:cNvPr>
          <p:cNvSpPr/>
          <p:nvPr/>
        </p:nvSpPr>
        <p:spPr>
          <a:xfrm rot="5400000">
            <a:off x="7086830" y="28601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0" name="Oval 139">
            <a:extLst>
              <a:ext uri="{FF2B5EF4-FFF2-40B4-BE49-F238E27FC236}">
                <a16:creationId xmlns:a16="http://schemas.microsoft.com/office/drawing/2014/main" id="{BDD11F87-DA81-9510-C1CB-0AF4093562CB}"/>
              </a:ext>
            </a:extLst>
          </p:cNvPr>
          <p:cNvSpPr/>
          <p:nvPr/>
        </p:nvSpPr>
        <p:spPr>
          <a:xfrm rot="5400000">
            <a:off x="8525369" y="22345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1" name="Straight Connector 140">
            <a:extLst>
              <a:ext uri="{FF2B5EF4-FFF2-40B4-BE49-F238E27FC236}">
                <a16:creationId xmlns:a16="http://schemas.microsoft.com/office/drawing/2014/main" id="{6205DD86-315C-53B6-CEEF-A9919650168E}"/>
              </a:ext>
            </a:extLst>
          </p:cNvPr>
          <p:cNvCxnSpPr>
            <a:cxnSpLocks/>
            <a:stCxn id="140" idx="5"/>
            <a:endCxn id="139" idx="1"/>
          </p:cNvCxnSpPr>
          <p:nvPr/>
        </p:nvCxnSpPr>
        <p:spPr>
          <a:xfrm flipH="1">
            <a:off x="7209742" y="2357511"/>
            <a:ext cx="1336715" cy="52368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2" name="Oval 141">
            <a:extLst>
              <a:ext uri="{FF2B5EF4-FFF2-40B4-BE49-F238E27FC236}">
                <a16:creationId xmlns:a16="http://schemas.microsoft.com/office/drawing/2014/main" id="{BDD11F87-DA81-9510-C1CB-0AF4093562CB}"/>
              </a:ext>
            </a:extLst>
          </p:cNvPr>
          <p:cNvSpPr/>
          <p:nvPr/>
        </p:nvSpPr>
        <p:spPr>
          <a:xfrm rot="5400000">
            <a:off x="7089791" y="516314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3" name="Oval 142">
            <a:extLst>
              <a:ext uri="{FF2B5EF4-FFF2-40B4-BE49-F238E27FC236}">
                <a16:creationId xmlns:a16="http://schemas.microsoft.com/office/drawing/2014/main" id="{BDD11F87-DA81-9510-C1CB-0AF4093562CB}"/>
              </a:ext>
            </a:extLst>
          </p:cNvPr>
          <p:cNvSpPr/>
          <p:nvPr/>
        </p:nvSpPr>
        <p:spPr>
          <a:xfrm rot="5400000">
            <a:off x="8841255" y="516314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4" name="Straight Connector 143">
            <a:extLst>
              <a:ext uri="{FF2B5EF4-FFF2-40B4-BE49-F238E27FC236}">
                <a16:creationId xmlns:a16="http://schemas.microsoft.com/office/drawing/2014/main" id="{6205DD86-315C-53B6-CEEF-A9919650168E}"/>
              </a:ext>
            </a:extLst>
          </p:cNvPr>
          <p:cNvCxnSpPr>
            <a:cxnSpLocks/>
            <a:stCxn id="139" idx="6"/>
            <a:endCxn id="142" idx="2"/>
          </p:cNvCxnSpPr>
          <p:nvPr/>
        </p:nvCxnSpPr>
        <p:spPr>
          <a:xfrm>
            <a:off x="7158830" y="3004104"/>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5" name="Straight Connector 144">
            <a:extLst>
              <a:ext uri="{FF2B5EF4-FFF2-40B4-BE49-F238E27FC236}">
                <a16:creationId xmlns:a16="http://schemas.microsoft.com/office/drawing/2014/main" id="{6205DD86-315C-53B6-CEEF-A9919650168E}"/>
              </a:ext>
            </a:extLst>
          </p:cNvPr>
          <p:cNvCxnSpPr>
            <a:cxnSpLocks/>
            <a:stCxn id="143" idx="4"/>
            <a:endCxn id="142" idx="0"/>
          </p:cNvCxnSpPr>
          <p:nvPr/>
        </p:nvCxnSpPr>
        <p:spPr>
          <a:xfrm flipH="1" flipV="1">
            <a:off x="7233791" y="5235148"/>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6" name="Straight Connector 145">
            <a:extLst>
              <a:ext uri="{FF2B5EF4-FFF2-40B4-BE49-F238E27FC236}">
                <a16:creationId xmlns:a16="http://schemas.microsoft.com/office/drawing/2014/main" id="{6205DD86-315C-53B6-CEEF-A9919650168E}"/>
              </a:ext>
            </a:extLst>
          </p:cNvPr>
          <p:cNvCxnSpPr>
            <a:cxnSpLocks/>
            <a:stCxn id="143" idx="3"/>
            <a:endCxn id="139" idx="7"/>
          </p:cNvCxnSpPr>
          <p:nvPr/>
        </p:nvCxnSpPr>
        <p:spPr>
          <a:xfrm flipH="1" flipV="1">
            <a:off x="7209742" y="2983016"/>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7" name="Straight Connector 146">
            <a:extLst>
              <a:ext uri="{FF2B5EF4-FFF2-40B4-BE49-F238E27FC236}">
                <a16:creationId xmlns:a16="http://schemas.microsoft.com/office/drawing/2014/main" id="{6205DD86-315C-53B6-CEEF-A9919650168E}"/>
              </a:ext>
            </a:extLst>
          </p:cNvPr>
          <p:cNvCxnSpPr>
            <a:cxnSpLocks/>
            <a:stCxn id="139" idx="7"/>
            <a:endCxn id="148" idx="4"/>
          </p:cNvCxnSpPr>
          <p:nvPr/>
        </p:nvCxnSpPr>
        <p:spPr>
          <a:xfrm>
            <a:off x="7209742" y="2983016"/>
            <a:ext cx="1487513" cy="4769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8" name="Oval 147">
            <a:extLst>
              <a:ext uri="{FF2B5EF4-FFF2-40B4-BE49-F238E27FC236}">
                <a16:creationId xmlns:a16="http://schemas.microsoft.com/office/drawing/2014/main" id="{BDD11F87-DA81-9510-C1CB-0AF4093562CB}"/>
              </a:ext>
            </a:extLst>
          </p:cNvPr>
          <p:cNvSpPr/>
          <p:nvPr/>
        </p:nvSpPr>
        <p:spPr>
          <a:xfrm rot="5400000">
            <a:off x="8697255" y="33879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9" name="Straight Connector 148">
            <a:extLst>
              <a:ext uri="{FF2B5EF4-FFF2-40B4-BE49-F238E27FC236}">
                <a16:creationId xmlns:a16="http://schemas.microsoft.com/office/drawing/2014/main" id="{6205DD86-315C-53B6-CEEF-A9919650168E}"/>
              </a:ext>
            </a:extLst>
          </p:cNvPr>
          <p:cNvCxnSpPr>
            <a:cxnSpLocks/>
            <a:stCxn id="150" idx="4"/>
            <a:endCxn id="139" idx="0"/>
          </p:cNvCxnSpPr>
          <p:nvPr/>
        </p:nvCxnSpPr>
        <p:spPr>
          <a:xfrm flipH="1">
            <a:off x="7230830" y="2808555"/>
            <a:ext cx="1456098" cy="12354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0" name="Oval 149">
            <a:extLst>
              <a:ext uri="{FF2B5EF4-FFF2-40B4-BE49-F238E27FC236}">
                <a16:creationId xmlns:a16="http://schemas.microsoft.com/office/drawing/2014/main" id="{BDD11F87-DA81-9510-C1CB-0AF4093562CB}"/>
              </a:ext>
            </a:extLst>
          </p:cNvPr>
          <p:cNvSpPr/>
          <p:nvPr/>
        </p:nvSpPr>
        <p:spPr>
          <a:xfrm rot="5400000">
            <a:off x="8686928" y="27365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Tree>
    <p:extLst>
      <p:ext uri="{BB962C8B-B14F-4D97-AF65-F5344CB8AC3E}">
        <p14:creationId xmlns:p14="http://schemas.microsoft.com/office/powerpoint/2010/main" val="2453554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7" presetClass="emph" presetSubtype="2" fill="hold" nodeType="clickEffect">
                                  <p:stCondLst>
                                    <p:cond delay="0"/>
                                  </p:stCondLst>
                                  <p:childTnLst>
                                    <p:animClr clrSpc="rgb" dir="cw">
                                      <p:cBhvr>
                                        <p:cTn id="32" dur="500" fill="hold"/>
                                        <p:tgtEl>
                                          <p:spTgt spid="65"/>
                                        </p:tgtEl>
                                        <p:attrNameLst>
                                          <p:attrName>stroke.color</p:attrName>
                                        </p:attrNameLst>
                                      </p:cBhvr>
                                      <p:to>
                                        <a:schemeClr val="accent2"/>
                                      </p:to>
                                    </p:animClr>
                                    <p:set>
                                      <p:cBhvr>
                                        <p:cTn id="33" dur="500" fill="hold"/>
                                        <p:tgtEl>
                                          <p:spTgt spid="65"/>
                                        </p:tgtEl>
                                        <p:attrNameLst>
                                          <p:attrName>stroke.on</p:attrName>
                                        </p:attrNameLst>
                                      </p:cBhvr>
                                      <p:to>
                                        <p:strVal val="true"/>
                                      </p:to>
                                    </p:set>
                                  </p:childTnLst>
                                </p:cTn>
                              </p:par>
                            </p:childTnLst>
                          </p:cTn>
                        </p:par>
                      </p:childTnLst>
                    </p:cTn>
                  </p:par>
                  <p:par>
                    <p:cTn id="34" fill="hold">
                      <p:stCondLst>
                        <p:cond delay="indefinite"/>
                      </p:stCondLst>
                      <p:childTnLst>
                        <p:par>
                          <p:cTn id="35" fill="hold">
                            <p:stCondLst>
                              <p:cond delay="0"/>
                            </p:stCondLst>
                            <p:childTnLst>
                              <p:par>
                                <p:cTn id="36" presetID="42" presetClass="exit" presetSubtype="0" fill="hold" nodeType="clickEffect">
                                  <p:stCondLst>
                                    <p:cond delay="0"/>
                                  </p:stCondLst>
                                  <p:childTnLst>
                                    <p:animEffect transition="out" filter="fade">
                                      <p:cBhvr>
                                        <p:cTn id="37" dur="1000"/>
                                        <p:tgtEl>
                                          <p:spTgt spid="62"/>
                                        </p:tgtEl>
                                      </p:cBhvr>
                                    </p:animEffect>
                                    <p:anim calcmode="lin" valueType="num">
                                      <p:cBhvr>
                                        <p:cTn id="38" dur="1000"/>
                                        <p:tgtEl>
                                          <p:spTgt spid="62"/>
                                        </p:tgtEl>
                                        <p:attrNameLst>
                                          <p:attrName>ppt_x</p:attrName>
                                        </p:attrNameLst>
                                      </p:cBhvr>
                                      <p:tavLst>
                                        <p:tav tm="0">
                                          <p:val>
                                            <p:strVal val="ppt_x"/>
                                          </p:val>
                                        </p:tav>
                                        <p:tav tm="100000">
                                          <p:val>
                                            <p:strVal val="ppt_x"/>
                                          </p:val>
                                        </p:tav>
                                      </p:tavLst>
                                    </p:anim>
                                    <p:anim calcmode="lin" valueType="num">
                                      <p:cBhvr>
                                        <p:cTn id="39" dur="1000"/>
                                        <p:tgtEl>
                                          <p:spTgt spid="62"/>
                                        </p:tgtEl>
                                        <p:attrNameLst>
                                          <p:attrName>ppt_y</p:attrName>
                                        </p:attrNameLst>
                                      </p:cBhvr>
                                      <p:tavLst>
                                        <p:tav tm="0">
                                          <p:val>
                                            <p:strVal val="ppt_y"/>
                                          </p:val>
                                        </p:tav>
                                        <p:tav tm="100000">
                                          <p:val>
                                            <p:strVal val="ppt_y+.1"/>
                                          </p:val>
                                        </p:tav>
                                      </p:tavLst>
                                    </p:anim>
                                    <p:set>
                                      <p:cBhvr>
                                        <p:cTn id="40" dur="1" fill="hold">
                                          <p:stCondLst>
                                            <p:cond delay="999"/>
                                          </p:stCondLst>
                                        </p:cTn>
                                        <p:tgtEl>
                                          <p:spTgt spid="62"/>
                                        </p:tgtEl>
                                        <p:attrNameLst>
                                          <p:attrName>style.visibility</p:attrName>
                                        </p:attrNameLst>
                                      </p:cBhvr>
                                      <p:to>
                                        <p:strVal val="hidden"/>
                                      </p:to>
                                    </p:set>
                                  </p:childTnLst>
                                </p:cTn>
                              </p:par>
                              <p:par>
                                <p:cTn id="41" presetID="42" presetClass="exit" presetSubtype="0" fill="hold" nodeType="withEffect">
                                  <p:stCondLst>
                                    <p:cond delay="0"/>
                                  </p:stCondLst>
                                  <p:childTnLst>
                                    <p:animEffect transition="out" filter="fade">
                                      <p:cBhvr>
                                        <p:cTn id="42" dur="1000"/>
                                        <p:tgtEl>
                                          <p:spTgt spid="66"/>
                                        </p:tgtEl>
                                      </p:cBhvr>
                                    </p:animEffect>
                                    <p:anim calcmode="lin" valueType="num">
                                      <p:cBhvr>
                                        <p:cTn id="43" dur="1000"/>
                                        <p:tgtEl>
                                          <p:spTgt spid="66"/>
                                        </p:tgtEl>
                                        <p:attrNameLst>
                                          <p:attrName>ppt_x</p:attrName>
                                        </p:attrNameLst>
                                      </p:cBhvr>
                                      <p:tavLst>
                                        <p:tav tm="0">
                                          <p:val>
                                            <p:strVal val="ppt_x"/>
                                          </p:val>
                                        </p:tav>
                                        <p:tav tm="100000">
                                          <p:val>
                                            <p:strVal val="ppt_x"/>
                                          </p:val>
                                        </p:tav>
                                      </p:tavLst>
                                    </p:anim>
                                    <p:anim calcmode="lin" valueType="num">
                                      <p:cBhvr>
                                        <p:cTn id="44" dur="1000"/>
                                        <p:tgtEl>
                                          <p:spTgt spid="66"/>
                                        </p:tgtEl>
                                        <p:attrNameLst>
                                          <p:attrName>ppt_y</p:attrName>
                                        </p:attrNameLst>
                                      </p:cBhvr>
                                      <p:tavLst>
                                        <p:tav tm="0">
                                          <p:val>
                                            <p:strVal val="ppt_y"/>
                                          </p:val>
                                        </p:tav>
                                        <p:tav tm="100000">
                                          <p:val>
                                            <p:strVal val="ppt_y+.1"/>
                                          </p:val>
                                        </p:tav>
                                      </p:tavLst>
                                    </p:anim>
                                    <p:set>
                                      <p:cBhvr>
                                        <p:cTn id="45" dur="1" fill="hold">
                                          <p:stCondLst>
                                            <p:cond delay="999"/>
                                          </p:stCondLst>
                                        </p:cTn>
                                        <p:tgtEl>
                                          <p:spTgt spid="66"/>
                                        </p:tgtEl>
                                        <p:attrNameLst>
                                          <p:attrName>style.visibility</p:attrName>
                                        </p:attrNameLst>
                                      </p:cBhvr>
                                      <p:to>
                                        <p:strVal val="hidden"/>
                                      </p:to>
                                    </p:set>
                                  </p:childTnLst>
                                </p:cTn>
                              </p:par>
                              <p:par>
                                <p:cTn id="46" presetID="42" presetClass="exit" presetSubtype="0" fill="hold" nodeType="withEffect">
                                  <p:stCondLst>
                                    <p:cond delay="0"/>
                                  </p:stCondLst>
                                  <p:childTnLst>
                                    <p:animEffect transition="out" filter="fade">
                                      <p:cBhvr>
                                        <p:cTn id="47" dur="1000"/>
                                        <p:tgtEl>
                                          <p:spTgt spid="67"/>
                                        </p:tgtEl>
                                      </p:cBhvr>
                                    </p:animEffect>
                                    <p:anim calcmode="lin" valueType="num">
                                      <p:cBhvr>
                                        <p:cTn id="48" dur="1000"/>
                                        <p:tgtEl>
                                          <p:spTgt spid="67"/>
                                        </p:tgtEl>
                                        <p:attrNameLst>
                                          <p:attrName>ppt_x</p:attrName>
                                        </p:attrNameLst>
                                      </p:cBhvr>
                                      <p:tavLst>
                                        <p:tav tm="0">
                                          <p:val>
                                            <p:strVal val="ppt_x"/>
                                          </p:val>
                                        </p:tav>
                                        <p:tav tm="100000">
                                          <p:val>
                                            <p:strVal val="ppt_x"/>
                                          </p:val>
                                        </p:tav>
                                      </p:tavLst>
                                    </p:anim>
                                    <p:anim calcmode="lin" valueType="num">
                                      <p:cBhvr>
                                        <p:cTn id="49" dur="1000"/>
                                        <p:tgtEl>
                                          <p:spTgt spid="67"/>
                                        </p:tgtEl>
                                        <p:attrNameLst>
                                          <p:attrName>ppt_y</p:attrName>
                                        </p:attrNameLst>
                                      </p:cBhvr>
                                      <p:tavLst>
                                        <p:tav tm="0">
                                          <p:val>
                                            <p:strVal val="ppt_y"/>
                                          </p:val>
                                        </p:tav>
                                        <p:tav tm="100000">
                                          <p:val>
                                            <p:strVal val="ppt_y+.1"/>
                                          </p:val>
                                        </p:tav>
                                      </p:tavLst>
                                    </p:anim>
                                    <p:set>
                                      <p:cBhvr>
                                        <p:cTn id="50" dur="1" fill="hold">
                                          <p:stCondLst>
                                            <p:cond delay="999"/>
                                          </p:stCondLst>
                                        </p:cTn>
                                        <p:tgtEl>
                                          <p:spTgt spid="67"/>
                                        </p:tgtEl>
                                        <p:attrNameLst>
                                          <p:attrName>style.visibility</p:attrName>
                                        </p:attrNameLst>
                                      </p:cBhvr>
                                      <p:to>
                                        <p:strVal val="hidden"/>
                                      </p:to>
                                    </p:set>
                                  </p:childTnLst>
                                </p:cTn>
                              </p:par>
                              <p:par>
                                <p:cTn id="51" presetID="42" presetClass="exit" presetSubtype="0" fill="hold" nodeType="withEffect">
                                  <p:stCondLst>
                                    <p:cond delay="0"/>
                                  </p:stCondLst>
                                  <p:childTnLst>
                                    <p:animEffect transition="out" filter="fade">
                                      <p:cBhvr>
                                        <p:cTn id="52" dur="1000"/>
                                        <p:tgtEl>
                                          <p:spTgt spid="68"/>
                                        </p:tgtEl>
                                      </p:cBhvr>
                                    </p:animEffect>
                                    <p:anim calcmode="lin" valueType="num">
                                      <p:cBhvr>
                                        <p:cTn id="53" dur="1000"/>
                                        <p:tgtEl>
                                          <p:spTgt spid="68"/>
                                        </p:tgtEl>
                                        <p:attrNameLst>
                                          <p:attrName>ppt_x</p:attrName>
                                        </p:attrNameLst>
                                      </p:cBhvr>
                                      <p:tavLst>
                                        <p:tav tm="0">
                                          <p:val>
                                            <p:strVal val="ppt_x"/>
                                          </p:val>
                                        </p:tav>
                                        <p:tav tm="100000">
                                          <p:val>
                                            <p:strVal val="ppt_x"/>
                                          </p:val>
                                        </p:tav>
                                      </p:tavLst>
                                    </p:anim>
                                    <p:anim calcmode="lin" valueType="num">
                                      <p:cBhvr>
                                        <p:cTn id="54" dur="1000"/>
                                        <p:tgtEl>
                                          <p:spTgt spid="68"/>
                                        </p:tgtEl>
                                        <p:attrNameLst>
                                          <p:attrName>ppt_y</p:attrName>
                                        </p:attrNameLst>
                                      </p:cBhvr>
                                      <p:tavLst>
                                        <p:tav tm="0">
                                          <p:val>
                                            <p:strVal val="ppt_y"/>
                                          </p:val>
                                        </p:tav>
                                        <p:tav tm="100000">
                                          <p:val>
                                            <p:strVal val="ppt_y+.1"/>
                                          </p:val>
                                        </p:tav>
                                      </p:tavLst>
                                    </p:anim>
                                    <p:set>
                                      <p:cBhvr>
                                        <p:cTn id="55" dur="1" fill="hold">
                                          <p:stCondLst>
                                            <p:cond delay="999"/>
                                          </p:stCondLst>
                                        </p:cTn>
                                        <p:tgtEl>
                                          <p:spTgt spid="68"/>
                                        </p:tgtEl>
                                        <p:attrNameLst>
                                          <p:attrName>style.visibility</p:attrName>
                                        </p:attrNameLst>
                                      </p:cBhvr>
                                      <p:to>
                                        <p:strVal val="hidden"/>
                                      </p:to>
                                    </p:set>
                                  </p:childTnLst>
                                </p:cTn>
                              </p:par>
                              <p:par>
                                <p:cTn id="56" presetID="42" presetClass="exit" presetSubtype="0" fill="hold" nodeType="withEffect">
                                  <p:stCondLst>
                                    <p:cond delay="0"/>
                                  </p:stCondLst>
                                  <p:childTnLst>
                                    <p:animEffect transition="out" filter="fade">
                                      <p:cBhvr>
                                        <p:cTn id="57" dur="1000"/>
                                        <p:tgtEl>
                                          <p:spTgt spid="71"/>
                                        </p:tgtEl>
                                      </p:cBhvr>
                                    </p:animEffect>
                                    <p:anim calcmode="lin" valueType="num">
                                      <p:cBhvr>
                                        <p:cTn id="58" dur="1000"/>
                                        <p:tgtEl>
                                          <p:spTgt spid="71"/>
                                        </p:tgtEl>
                                        <p:attrNameLst>
                                          <p:attrName>ppt_x</p:attrName>
                                        </p:attrNameLst>
                                      </p:cBhvr>
                                      <p:tavLst>
                                        <p:tav tm="0">
                                          <p:val>
                                            <p:strVal val="ppt_x"/>
                                          </p:val>
                                        </p:tav>
                                        <p:tav tm="100000">
                                          <p:val>
                                            <p:strVal val="ppt_x"/>
                                          </p:val>
                                        </p:tav>
                                      </p:tavLst>
                                    </p:anim>
                                    <p:anim calcmode="lin" valueType="num">
                                      <p:cBhvr>
                                        <p:cTn id="59" dur="1000"/>
                                        <p:tgtEl>
                                          <p:spTgt spid="71"/>
                                        </p:tgtEl>
                                        <p:attrNameLst>
                                          <p:attrName>ppt_y</p:attrName>
                                        </p:attrNameLst>
                                      </p:cBhvr>
                                      <p:tavLst>
                                        <p:tav tm="0">
                                          <p:val>
                                            <p:strVal val="ppt_y"/>
                                          </p:val>
                                        </p:tav>
                                        <p:tav tm="100000">
                                          <p:val>
                                            <p:strVal val="ppt_y+.1"/>
                                          </p:val>
                                        </p:tav>
                                      </p:tavLst>
                                    </p:anim>
                                    <p:set>
                                      <p:cBhvr>
                                        <p:cTn id="60" dur="1" fill="hold">
                                          <p:stCondLst>
                                            <p:cond delay="999"/>
                                          </p:stCondLst>
                                        </p:cTn>
                                        <p:tgtEl>
                                          <p:spTgt spid="71"/>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2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2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2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2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2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2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3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3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3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3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7" presetClass="emph" presetSubtype="2" fill="hold" nodeType="clickEffect">
                                  <p:stCondLst>
                                    <p:cond delay="0"/>
                                  </p:stCondLst>
                                  <p:childTnLst>
                                    <p:animClr clrSpc="rgb" dir="cw">
                                      <p:cBhvr>
                                        <p:cTn id="96" dur="500" fill="hold"/>
                                        <p:tgtEl>
                                          <p:spTgt spid="122"/>
                                        </p:tgtEl>
                                        <p:attrNameLst>
                                          <p:attrName>stroke.color</p:attrName>
                                        </p:attrNameLst>
                                      </p:cBhvr>
                                      <p:to>
                                        <a:schemeClr val="accent2"/>
                                      </p:to>
                                    </p:animClr>
                                    <p:set>
                                      <p:cBhvr>
                                        <p:cTn id="97" dur="500" fill="hold"/>
                                        <p:tgtEl>
                                          <p:spTgt spid="122"/>
                                        </p:tgtEl>
                                        <p:attrNameLst>
                                          <p:attrName>stroke.on</p:attrName>
                                        </p:attrNameLst>
                                      </p:cBhvr>
                                      <p:to>
                                        <p:strVal val="true"/>
                                      </p:to>
                                    </p:set>
                                  </p:childTnLst>
                                </p:cTn>
                              </p:par>
                            </p:childTnLst>
                          </p:cTn>
                        </p:par>
                      </p:childTnLst>
                    </p:cTn>
                  </p:par>
                  <p:par>
                    <p:cTn id="98" fill="hold">
                      <p:stCondLst>
                        <p:cond delay="indefinite"/>
                      </p:stCondLst>
                      <p:childTnLst>
                        <p:par>
                          <p:cTn id="99" fill="hold">
                            <p:stCondLst>
                              <p:cond delay="0"/>
                            </p:stCondLst>
                            <p:childTnLst>
                              <p:par>
                                <p:cTn id="100" presetID="42" presetClass="exit" presetSubtype="0" fill="hold" nodeType="clickEffect">
                                  <p:stCondLst>
                                    <p:cond delay="0"/>
                                  </p:stCondLst>
                                  <p:childTnLst>
                                    <p:animEffect transition="out" filter="fade">
                                      <p:cBhvr>
                                        <p:cTn id="101" dur="1000"/>
                                        <p:tgtEl>
                                          <p:spTgt spid="127"/>
                                        </p:tgtEl>
                                      </p:cBhvr>
                                    </p:animEffect>
                                    <p:anim calcmode="lin" valueType="num">
                                      <p:cBhvr>
                                        <p:cTn id="102" dur="1000"/>
                                        <p:tgtEl>
                                          <p:spTgt spid="127"/>
                                        </p:tgtEl>
                                        <p:attrNameLst>
                                          <p:attrName>ppt_x</p:attrName>
                                        </p:attrNameLst>
                                      </p:cBhvr>
                                      <p:tavLst>
                                        <p:tav tm="0">
                                          <p:val>
                                            <p:strVal val="ppt_x"/>
                                          </p:val>
                                        </p:tav>
                                        <p:tav tm="100000">
                                          <p:val>
                                            <p:strVal val="ppt_x"/>
                                          </p:val>
                                        </p:tav>
                                      </p:tavLst>
                                    </p:anim>
                                    <p:anim calcmode="lin" valueType="num">
                                      <p:cBhvr>
                                        <p:cTn id="103" dur="1000"/>
                                        <p:tgtEl>
                                          <p:spTgt spid="127"/>
                                        </p:tgtEl>
                                        <p:attrNameLst>
                                          <p:attrName>ppt_y</p:attrName>
                                        </p:attrNameLst>
                                      </p:cBhvr>
                                      <p:tavLst>
                                        <p:tav tm="0">
                                          <p:val>
                                            <p:strVal val="ppt_y"/>
                                          </p:val>
                                        </p:tav>
                                        <p:tav tm="100000">
                                          <p:val>
                                            <p:strVal val="ppt_y+.1"/>
                                          </p:val>
                                        </p:tav>
                                      </p:tavLst>
                                    </p:anim>
                                    <p:set>
                                      <p:cBhvr>
                                        <p:cTn id="104" dur="1" fill="hold">
                                          <p:stCondLst>
                                            <p:cond delay="999"/>
                                          </p:stCondLst>
                                        </p:cTn>
                                        <p:tgtEl>
                                          <p:spTgt spid="127"/>
                                        </p:tgtEl>
                                        <p:attrNameLst>
                                          <p:attrName>style.visibility</p:attrName>
                                        </p:attrNameLst>
                                      </p:cBhvr>
                                      <p:to>
                                        <p:strVal val="hidden"/>
                                      </p:to>
                                    </p:set>
                                  </p:childTnLst>
                                </p:cTn>
                              </p:par>
                              <p:par>
                                <p:cTn id="105" presetID="42" presetClass="exit" presetSubtype="0" fill="hold" nodeType="withEffect">
                                  <p:stCondLst>
                                    <p:cond delay="0"/>
                                  </p:stCondLst>
                                  <p:childTnLst>
                                    <p:animEffect transition="out" filter="fade">
                                      <p:cBhvr>
                                        <p:cTn id="106" dur="1000"/>
                                        <p:tgtEl>
                                          <p:spTgt spid="129"/>
                                        </p:tgtEl>
                                      </p:cBhvr>
                                    </p:animEffect>
                                    <p:anim calcmode="lin" valueType="num">
                                      <p:cBhvr>
                                        <p:cTn id="107" dur="1000"/>
                                        <p:tgtEl>
                                          <p:spTgt spid="129"/>
                                        </p:tgtEl>
                                        <p:attrNameLst>
                                          <p:attrName>ppt_x</p:attrName>
                                        </p:attrNameLst>
                                      </p:cBhvr>
                                      <p:tavLst>
                                        <p:tav tm="0">
                                          <p:val>
                                            <p:strVal val="ppt_x"/>
                                          </p:val>
                                        </p:tav>
                                        <p:tav tm="100000">
                                          <p:val>
                                            <p:strVal val="ppt_x"/>
                                          </p:val>
                                        </p:tav>
                                      </p:tavLst>
                                    </p:anim>
                                    <p:anim calcmode="lin" valueType="num">
                                      <p:cBhvr>
                                        <p:cTn id="108" dur="1000"/>
                                        <p:tgtEl>
                                          <p:spTgt spid="129"/>
                                        </p:tgtEl>
                                        <p:attrNameLst>
                                          <p:attrName>ppt_y</p:attrName>
                                        </p:attrNameLst>
                                      </p:cBhvr>
                                      <p:tavLst>
                                        <p:tav tm="0">
                                          <p:val>
                                            <p:strVal val="ppt_y"/>
                                          </p:val>
                                        </p:tav>
                                        <p:tav tm="100000">
                                          <p:val>
                                            <p:strVal val="ppt_y+.1"/>
                                          </p:val>
                                        </p:tav>
                                      </p:tavLst>
                                    </p:anim>
                                    <p:set>
                                      <p:cBhvr>
                                        <p:cTn id="109" dur="1" fill="hold">
                                          <p:stCondLst>
                                            <p:cond delay="999"/>
                                          </p:stCondLst>
                                        </p:cTn>
                                        <p:tgtEl>
                                          <p:spTgt spid="129"/>
                                        </p:tgtEl>
                                        <p:attrNameLst>
                                          <p:attrName>style.visibility</p:attrName>
                                        </p:attrNameLst>
                                      </p:cBhvr>
                                      <p:to>
                                        <p:strVal val="hidden"/>
                                      </p:to>
                                    </p:set>
                                  </p:childTnLst>
                                </p:cTn>
                              </p:par>
                              <p:par>
                                <p:cTn id="110" presetID="42" presetClass="exit" presetSubtype="0" fill="hold" nodeType="withEffect">
                                  <p:stCondLst>
                                    <p:cond delay="0"/>
                                  </p:stCondLst>
                                  <p:childTnLst>
                                    <p:animEffect transition="out" filter="fade">
                                      <p:cBhvr>
                                        <p:cTn id="111" dur="1000"/>
                                        <p:tgtEl>
                                          <p:spTgt spid="130"/>
                                        </p:tgtEl>
                                      </p:cBhvr>
                                    </p:animEffect>
                                    <p:anim calcmode="lin" valueType="num">
                                      <p:cBhvr>
                                        <p:cTn id="112" dur="1000"/>
                                        <p:tgtEl>
                                          <p:spTgt spid="130"/>
                                        </p:tgtEl>
                                        <p:attrNameLst>
                                          <p:attrName>ppt_x</p:attrName>
                                        </p:attrNameLst>
                                      </p:cBhvr>
                                      <p:tavLst>
                                        <p:tav tm="0">
                                          <p:val>
                                            <p:strVal val="ppt_x"/>
                                          </p:val>
                                        </p:tav>
                                        <p:tav tm="100000">
                                          <p:val>
                                            <p:strVal val="ppt_x"/>
                                          </p:val>
                                        </p:tav>
                                      </p:tavLst>
                                    </p:anim>
                                    <p:anim calcmode="lin" valueType="num">
                                      <p:cBhvr>
                                        <p:cTn id="113" dur="1000"/>
                                        <p:tgtEl>
                                          <p:spTgt spid="130"/>
                                        </p:tgtEl>
                                        <p:attrNameLst>
                                          <p:attrName>ppt_y</p:attrName>
                                        </p:attrNameLst>
                                      </p:cBhvr>
                                      <p:tavLst>
                                        <p:tav tm="0">
                                          <p:val>
                                            <p:strVal val="ppt_y"/>
                                          </p:val>
                                        </p:tav>
                                        <p:tav tm="100000">
                                          <p:val>
                                            <p:strVal val="ppt_y+.1"/>
                                          </p:val>
                                        </p:tav>
                                      </p:tavLst>
                                    </p:anim>
                                    <p:set>
                                      <p:cBhvr>
                                        <p:cTn id="114" dur="1" fill="hold">
                                          <p:stCondLst>
                                            <p:cond delay="999"/>
                                          </p:stCondLst>
                                        </p:cTn>
                                        <p:tgtEl>
                                          <p:spTgt spid="130"/>
                                        </p:tgtEl>
                                        <p:attrNameLst>
                                          <p:attrName>style.visibility</p:attrName>
                                        </p:attrNameLst>
                                      </p:cBhvr>
                                      <p:to>
                                        <p:strVal val="hidden"/>
                                      </p:to>
                                    </p:set>
                                  </p:childTnLst>
                                </p:cTn>
                              </p:par>
                              <p:par>
                                <p:cTn id="115" presetID="42" presetClass="exit" presetSubtype="0" fill="hold" nodeType="withEffect">
                                  <p:stCondLst>
                                    <p:cond delay="0"/>
                                  </p:stCondLst>
                                  <p:childTnLst>
                                    <p:animEffect transition="out" filter="fade">
                                      <p:cBhvr>
                                        <p:cTn id="116" dur="1000"/>
                                        <p:tgtEl>
                                          <p:spTgt spid="132"/>
                                        </p:tgtEl>
                                      </p:cBhvr>
                                    </p:animEffect>
                                    <p:anim calcmode="lin" valueType="num">
                                      <p:cBhvr>
                                        <p:cTn id="117" dur="1000"/>
                                        <p:tgtEl>
                                          <p:spTgt spid="132"/>
                                        </p:tgtEl>
                                        <p:attrNameLst>
                                          <p:attrName>ppt_x</p:attrName>
                                        </p:attrNameLst>
                                      </p:cBhvr>
                                      <p:tavLst>
                                        <p:tav tm="0">
                                          <p:val>
                                            <p:strVal val="ppt_x"/>
                                          </p:val>
                                        </p:tav>
                                        <p:tav tm="100000">
                                          <p:val>
                                            <p:strVal val="ppt_x"/>
                                          </p:val>
                                        </p:tav>
                                      </p:tavLst>
                                    </p:anim>
                                    <p:anim calcmode="lin" valueType="num">
                                      <p:cBhvr>
                                        <p:cTn id="118" dur="1000"/>
                                        <p:tgtEl>
                                          <p:spTgt spid="132"/>
                                        </p:tgtEl>
                                        <p:attrNameLst>
                                          <p:attrName>ppt_y</p:attrName>
                                        </p:attrNameLst>
                                      </p:cBhvr>
                                      <p:tavLst>
                                        <p:tav tm="0">
                                          <p:val>
                                            <p:strVal val="ppt_y"/>
                                          </p:val>
                                        </p:tav>
                                        <p:tav tm="100000">
                                          <p:val>
                                            <p:strVal val="ppt_y+.1"/>
                                          </p:val>
                                        </p:tav>
                                      </p:tavLst>
                                    </p:anim>
                                    <p:set>
                                      <p:cBhvr>
                                        <p:cTn id="119" dur="1" fill="hold">
                                          <p:stCondLst>
                                            <p:cond delay="999"/>
                                          </p:stCondLst>
                                        </p:cTn>
                                        <p:tgtEl>
                                          <p:spTgt spid="132"/>
                                        </p:tgtEl>
                                        <p:attrNameLst>
                                          <p:attrName>style.visibility</p:attrName>
                                        </p:attrNameLst>
                                      </p:cBhvr>
                                      <p:to>
                                        <p:strVal val="hidden"/>
                                      </p:to>
                                    </p:set>
                                  </p:childTnLst>
                                </p:cTn>
                              </p:par>
                            </p:childTnLst>
                          </p:cTn>
                        </p:par>
                      </p:childTnLst>
                    </p:cTn>
                  </p:par>
                  <p:par>
                    <p:cTn id="120" fill="hold">
                      <p:stCondLst>
                        <p:cond delay="indefinite"/>
                      </p:stCondLst>
                      <p:childTnLst>
                        <p:par>
                          <p:cTn id="121" fill="hold">
                            <p:stCondLst>
                              <p:cond delay="0"/>
                            </p:stCondLst>
                            <p:childTnLst>
                              <p:par>
                                <p:cTn id="122" presetID="7" presetClass="emph" presetSubtype="2" fill="hold" nodeType="clickEffect">
                                  <p:stCondLst>
                                    <p:cond delay="0"/>
                                  </p:stCondLst>
                                  <p:childTnLst>
                                    <p:animClr clrSpc="rgb" dir="cw">
                                      <p:cBhvr>
                                        <p:cTn id="123" dur="500" fill="hold"/>
                                        <p:tgtEl>
                                          <p:spTgt spid="128"/>
                                        </p:tgtEl>
                                        <p:attrNameLst>
                                          <p:attrName>stroke.color</p:attrName>
                                        </p:attrNameLst>
                                      </p:cBhvr>
                                      <p:to>
                                        <a:schemeClr val="accent2"/>
                                      </p:to>
                                    </p:animClr>
                                    <p:set>
                                      <p:cBhvr>
                                        <p:cTn id="124" dur="500" fill="hold"/>
                                        <p:tgtEl>
                                          <p:spTgt spid="128"/>
                                        </p:tgtEl>
                                        <p:attrNameLst>
                                          <p:attrName>stroke.on</p:attrName>
                                        </p:attrNameLst>
                                      </p:cBhvr>
                                      <p:to>
                                        <p:strVal val="tru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90"/>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7"/>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5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3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40"/>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141"/>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4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43"/>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44"/>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145"/>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46"/>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47"/>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48"/>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149"/>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50"/>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7" presetClass="emph" presetSubtype="2" fill="hold" nodeType="clickEffect">
                                  <p:stCondLst>
                                    <p:cond delay="0"/>
                                  </p:stCondLst>
                                  <p:childTnLst>
                                    <p:animClr clrSpc="rgb" dir="cw">
                                      <p:cBhvr>
                                        <p:cTn id="162" dur="500" fill="hold"/>
                                        <p:tgtEl>
                                          <p:spTgt spid="145"/>
                                        </p:tgtEl>
                                        <p:attrNameLst>
                                          <p:attrName>stroke.color</p:attrName>
                                        </p:attrNameLst>
                                      </p:cBhvr>
                                      <p:to>
                                        <a:schemeClr val="accent2"/>
                                      </p:to>
                                    </p:animClr>
                                    <p:set>
                                      <p:cBhvr>
                                        <p:cTn id="163" dur="500" fill="hold"/>
                                        <p:tgtEl>
                                          <p:spTgt spid="145"/>
                                        </p:tgtEl>
                                        <p:attrNameLst>
                                          <p:attrName>stroke.on</p:attrName>
                                        </p:attrNameLst>
                                      </p:cBhvr>
                                      <p:to>
                                        <p:strVal val="true"/>
                                      </p:to>
                                    </p:set>
                                  </p:childTnLst>
                                </p:cTn>
                              </p:par>
                            </p:childTnLst>
                          </p:cTn>
                        </p:par>
                      </p:childTnLst>
                    </p:cTn>
                  </p:par>
                  <p:par>
                    <p:cTn id="164" fill="hold">
                      <p:stCondLst>
                        <p:cond delay="indefinite"/>
                      </p:stCondLst>
                      <p:childTnLst>
                        <p:par>
                          <p:cTn id="165" fill="hold">
                            <p:stCondLst>
                              <p:cond delay="0"/>
                            </p:stCondLst>
                            <p:childTnLst>
                              <p:par>
                                <p:cTn id="166" presetID="42" presetClass="exit" presetSubtype="0" fill="hold" nodeType="clickEffect">
                                  <p:stCondLst>
                                    <p:cond delay="0"/>
                                  </p:stCondLst>
                                  <p:childTnLst>
                                    <p:animEffect transition="out" filter="fade">
                                      <p:cBhvr>
                                        <p:cTn id="167" dur="1000"/>
                                        <p:tgtEl>
                                          <p:spTgt spid="144"/>
                                        </p:tgtEl>
                                      </p:cBhvr>
                                    </p:animEffect>
                                    <p:anim calcmode="lin" valueType="num">
                                      <p:cBhvr>
                                        <p:cTn id="168" dur="1000"/>
                                        <p:tgtEl>
                                          <p:spTgt spid="144"/>
                                        </p:tgtEl>
                                        <p:attrNameLst>
                                          <p:attrName>ppt_x</p:attrName>
                                        </p:attrNameLst>
                                      </p:cBhvr>
                                      <p:tavLst>
                                        <p:tav tm="0">
                                          <p:val>
                                            <p:strVal val="ppt_x"/>
                                          </p:val>
                                        </p:tav>
                                        <p:tav tm="100000">
                                          <p:val>
                                            <p:strVal val="ppt_x"/>
                                          </p:val>
                                        </p:tav>
                                      </p:tavLst>
                                    </p:anim>
                                    <p:anim calcmode="lin" valueType="num">
                                      <p:cBhvr>
                                        <p:cTn id="169" dur="1000"/>
                                        <p:tgtEl>
                                          <p:spTgt spid="144"/>
                                        </p:tgtEl>
                                        <p:attrNameLst>
                                          <p:attrName>ppt_y</p:attrName>
                                        </p:attrNameLst>
                                      </p:cBhvr>
                                      <p:tavLst>
                                        <p:tav tm="0">
                                          <p:val>
                                            <p:strVal val="ppt_y"/>
                                          </p:val>
                                        </p:tav>
                                        <p:tav tm="100000">
                                          <p:val>
                                            <p:strVal val="ppt_y+.1"/>
                                          </p:val>
                                        </p:tav>
                                      </p:tavLst>
                                    </p:anim>
                                    <p:set>
                                      <p:cBhvr>
                                        <p:cTn id="170" dur="1" fill="hold">
                                          <p:stCondLst>
                                            <p:cond delay="999"/>
                                          </p:stCondLst>
                                        </p:cTn>
                                        <p:tgtEl>
                                          <p:spTgt spid="144"/>
                                        </p:tgtEl>
                                        <p:attrNameLst>
                                          <p:attrName>style.visibility</p:attrName>
                                        </p:attrNameLst>
                                      </p:cBhvr>
                                      <p:to>
                                        <p:strVal val="hidden"/>
                                      </p:to>
                                    </p:set>
                                  </p:childTnLst>
                                </p:cTn>
                              </p:par>
                              <p:par>
                                <p:cTn id="171" presetID="42" presetClass="exit" presetSubtype="0" fill="hold" nodeType="withEffect">
                                  <p:stCondLst>
                                    <p:cond delay="0"/>
                                  </p:stCondLst>
                                  <p:childTnLst>
                                    <p:animEffect transition="out" filter="fade">
                                      <p:cBhvr>
                                        <p:cTn id="172" dur="1000"/>
                                        <p:tgtEl>
                                          <p:spTgt spid="146"/>
                                        </p:tgtEl>
                                      </p:cBhvr>
                                    </p:animEffect>
                                    <p:anim calcmode="lin" valueType="num">
                                      <p:cBhvr>
                                        <p:cTn id="173" dur="1000"/>
                                        <p:tgtEl>
                                          <p:spTgt spid="146"/>
                                        </p:tgtEl>
                                        <p:attrNameLst>
                                          <p:attrName>ppt_x</p:attrName>
                                        </p:attrNameLst>
                                      </p:cBhvr>
                                      <p:tavLst>
                                        <p:tav tm="0">
                                          <p:val>
                                            <p:strVal val="ppt_x"/>
                                          </p:val>
                                        </p:tav>
                                        <p:tav tm="100000">
                                          <p:val>
                                            <p:strVal val="ppt_x"/>
                                          </p:val>
                                        </p:tav>
                                      </p:tavLst>
                                    </p:anim>
                                    <p:anim calcmode="lin" valueType="num">
                                      <p:cBhvr>
                                        <p:cTn id="174" dur="1000"/>
                                        <p:tgtEl>
                                          <p:spTgt spid="146"/>
                                        </p:tgtEl>
                                        <p:attrNameLst>
                                          <p:attrName>ppt_y</p:attrName>
                                        </p:attrNameLst>
                                      </p:cBhvr>
                                      <p:tavLst>
                                        <p:tav tm="0">
                                          <p:val>
                                            <p:strVal val="ppt_y"/>
                                          </p:val>
                                        </p:tav>
                                        <p:tav tm="100000">
                                          <p:val>
                                            <p:strVal val="ppt_y+.1"/>
                                          </p:val>
                                        </p:tav>
                                      </p:tavLst>
                                    </p:anim>
                                    <p:set>
                                      <p:cBhvr>
                                        <p:cTn id="175" dur="1" fill="hold">
                                          <p:stCondLst>
                                            <p:cond delay="999"/>
                                          </p:stCondLst>
                                        </p:cTn>
                                        <p:tgtEl>
                                          <p:spTgt spid="146"/>
                                        </p:tgtEl>
                                        <p:attrNameLst>
                                          <p:attrName>style.visibility</p:attrName>
                                        </p:attrNameLst>
                                      </p:cBhvr>
                                      <p:to>
                                        <p:strVal val="hidden"/>
                                      </p:to>
                                    </p:set>
                                  </p:childTnLst>
                                </p:cTn>
                              </p:par>
                            </p:childTnLst>
                          </p:cTn>
                        </p:par>
                      </p:childTnLst>
                    </p:cTn>
                  </p:par>
                  <p:par>
                    <p:cTn id="176" fill="hold">
                      <p:stCondLst>
                        <p:cond delay="indefinite"/>
                      </p:stCondLst>
                      <p:childTnLst>
                        <p:par>
                          <p:cTn id="177" fill="hold">
                            <p:stCondLst>
                              <p:cond delay="0"/>
                            </p:stCondLst>
                            <p:childTnLst>
                              <p:par>
                                <p:cTn id="178" presetID="42" presetClass="exit" presetSubtype="0" fill="hold" nodeType="clickEffect">
                                  <p:stCondLst>
                                    <p:cond delay="0"/>
                                  </p:stCondLst>
                                  <p:childTnLst>
                                    <p:animEffect transition="out" filter="fade">
                                      <p:cBhvr>
                                        <p:cTn id="179" dur="1000"/>
                                        <p:tgtEl>
                                          <p:spTgt spid="141"/>
                                        </p:tgtEl>
                                      </p:cBhvr>
                                    </p:animEffect>
                                    <p:anim calcmode="lin" valueType="num">
                                      <p:cBhvr>
                                        <p:cTn id="180" dur="1000"/>
                                        <p:tgtEl>
                                          <p:spTgt spid="141"/>
                                        </p:tgtEl>
                                        <p:attrNameLst>
                                          <p:attrName>ppt_x</p:attrName>
                                        </p:attrNameLst>
                                      </p:cBhvr>
                                      <p:tavLst>
                                        <p:tav tm="0">
                                          <p:val>
                                            <p:strVal val="ppt_x"/>
                                          </p:val>
                                        </p:tav>
                                        <p:tav tm="100000">
                                          <p:val>
                                            <p:strVal val="ppt_x"/>
                                          </p:val>
                                        </p:tav>
                                      </p:tavLst>
                                    </p:anim>
                                    <p:anim calcmode="lin" valueType="num">
                                      <p:cBhvr>
                                        <p:cTn id="181" dur="1000"/>
                                        <p:tgtEl>
                                          <p:spTgt spid="141"/>
                                        </p:tgtEl>
                                        <p:attrNameLst>
                                          <p:attrName>ppt_y</p:attrName>
                                        </p:attrNameLst>
                                      </p:cBhvr>
                                      <p:tavLst>
                                        <p:tav tm="0">
                                          <p:val>
                                            <p:strVal val="ppt_y"/>
                                          </p:val>
                                        </p:tav>
                                        <p:tav tm="100000">
                                          <p:val>
                                            <p:strVal val="ppt_y+.1"/>
                                          </p:val>
                                        </p:tav>
                                      </p:tavLst>
                                    </p:anim>
                                    <p:set>
                                      <p:cBhvr>
                                        <p:cTn id="182" dur="1" fill="hold">
                                          <p:stCondLst>
                                            <p:cond delay="999"/>
                                          </p:stCondLst>
                                        </p:cTn>
                                        <p:tgtEl>
                                          <p:spTgt spid="141"/>
                                        </p:tgtEl>
                                        <p:attrNameLst>
                                          <p:attrName>style.visibility</p:attrName>
                                        </p:attrNameLst>
                                      </p:cBhvr>
                                      <p:to>
                                        <p:strVal val="hidden"/>
                                      </p:to>
                                    </p:set>
                                  </p:childTnLst>
                                </p:cTn>
                              </p:par>
                              <p:par>
                                <p:cTn id="183" presetID="42" presetClass="exit" presetSubtype="0" fill="hold" nodeType="withEffect">
                                  <p:stCondLst>
                                    <p:cond delay="0"/>
                                  </p:stCondLst>
                                  <p:childTnLst>
                                    <p:animEffect transition="out" filter="fade">
                                      <p:cBhvr>
                                        <p:cTn id="184" dur="1000"/>
                                        <p:tgtEl>
                                          <p:spTgt spid="147"/>
                                        </p:tgtEl>
                                      </p:cBhvr>
                                    </p:animEffect>
                                    <p:anim calcmode="lin" valueType="num">
                                      <p:cBhvr>
                                        <p:cTn id="185" dur="1000"/>
                                        <p:tgtEl>
                                          <p:spTgt spid="147"/>
                                        </p:tgtEl>
                                        <p:attrNameLst>
                                          <p:attrName>ppt_x</p:attrName>
                                        </p:attrNameLst>
                                      </p:cBhvr>
                                      <p:tavLst>
                                        <p:tav tm="0">
                                          <p:val>
                                            <p:strVal val="ppt_x"/>
                                          </p:val>
                                        </p:tav>
                                        <p:tav tm="100000">
                                          <p:val>
                                            <p:strVal val="ppt_x"/>
                                          </p:val>
                                        </p:tav>
                                      </p:tavLst>
                                    </p:anim>
                                    <p:anim calcmode="lin" valueType="num">
                                      <p:cBhvr>
                                        <p:cTn id="186" dur="1000"/>
                                        <p:tgtEl>
                                          <p:spTgt spid="147"/>
                                        </p:tgtEl>
                                        <p:attrNameLst>
                                          <p:attrName>ppt_y</p:attrName>
                                        </p:attrNameLst>
                                      </p:cBhvr>
                                      <p:tavLst>
                                        <p:tav tm="0">
                                          <p:val>
                                            <p:strVal val="ppt_y"/>
                                          </p:val>
                                        </p:tav>
                                        <p:tav tm="100000">
                                          <p:val>
                                            <p:strVal val="ppt_y+.1"/>
                                          </p:val>
                                        </p:tav>
                                      </p:tavLst>
                                    </p:anim>
                                    <p:set>
                                      <p:cBhvr>
                                        <p:cTn id="187" dur="1" fill="hold">
                                          <p:stCondLst>
                                            <p:cond delay="999"/>
                                          </p:stCondLst>
                                        </p:cTn>
                                        <p:tgtEl>
                                          <p:spTgt spid="147"/>
                                        </p:tgtEl>
                                        <p:attrNameLst>
                                          <p:attrName>style.visibility</p:attrName>
                                        </p:attrNameLst>
                                      </p:cBhvr>
                                      <p:to>
                                        <p:strVal val="hidden"/>
                                      </p:to>
                                    </p:set>
                                  </p:childTnLst>
                                </p:cTn>
                              </p:par>
                              <p:par>
                                <p:cTn id="188" presetID="42" presetClass="exit" presetSubtype="0" fill="hold" nodeType="withEffect">
                                  <p:stCondLst>
                                    <p:cond delay="0"/>
                                  </p:stCondLst>
                                  <p:childTnLst>
                                    <p:animEffect transition="out" filter="fade">
                                      <p:cBhvr>
                                        <p:cTn id="189" dur="1000"/>
                                        <p:tgtEl>
                                          <p:spTgt spid="149"/>
                                        </p:tgtEl>
                                      </p:cBhvr>
                                    </p:animEffect>
                                    <p:anim calcmode="lin" valueType="num">
                                      <p:cBhvr>
                                        <p:cTn id="190" dur="1000"/>
                                        <p:tgtEl>
                                          <p:spTgt spid="149"/>
                                        </p:tgtEl>
                                        <p:attrNameLst>
                                          <p:attrName>ppt_x</p:attrName>
                                        </p:attrNameLst>
                                      </p:cBhvr>
                                      <p:tavLst>
                                        <p:tav tm="0">
                                          <p:val>
                                            <p:strVal val="ppt_x"/>
                                          </p:val>
                                        </p:tav>
                                        <p:tav tm="100000">
                                          <p:val>
                                            <p:strVal val="ppt_x"/>
                                          </p:val>
                                        </p:tav>
                                      </p:tavLst>
                                    </p:anim>
                                    <p:anim calcmode="lin" valueType="num">
                                      <p:cBhvr>
                                        <p:cTn id="191" dur="1000"/>
                                        <p:tgtEl>
                                          <p:spTgt spid="149"/>
                                        </p:tgtEl>
                                        <p:attrNameLst>
                                          <p:attrName>ppt_y</p:attrName>
                                        </p:attrNameLst>
                                      </p:cBhvr>
                                      <p:tavLst>
                                        <p:tav tm="0">
                                          <p:val>
                                            <p:strVal val="ppt_y"/>
                                          </p:val>
                                        </p:tav>
                                        <p:tav tm="100000">
                                          <p:val>
                                            <p:strVal val="ppt_y+.1"/>
                                          </p:val>
                                        </p:tav>
                                      </p:tavLst>
                                    </p:anim>
                                    <p:set>
                                      <p:cBhvr>
                                        <p:cTn id="192" dur="1" fill="hold">
                                          <p:stCondLst>
                                            <p:cond delay="999"/>
                                          </p:stCondLst>
                                        </p:cTn>
                                        <p:tgtEl>
                                          <p:spTgt spid="149"/>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animBg="1"/>
      <p:bldP spid="61" grpId="0" animBg="1"/>
      <p:bldP spid="63" grpId="0" animBg="1"/>
      <p:bldP spid="64" grpId="0" animBg="1"/>
      <p:bldP spid="70" grpId="0" animBg="1"/>
      <p:bldP spid="72" grpId="0" animBg="1"/>
      <p:bldP spid="90" grpId="0"/>
      <p:bldP spid="91" grpId="0" animBg="1"/>
      <p:bldP spid="92" grpId="0" animBg="1"/>
      <p:bldP spid="124" grpId="0" animBg="1"/>
      <p:bldP spid="126" grpId="0" animBg="1"/>
      <p:bldP spid="131" grpId="0" animBg="1"/>
      <p:bldP spid="133" grpId="0" animBg="1"/>
      <p:bldP spid="134" grpId="0"/>
      <p:bldP spid="139" grpId="0" animBg="1"/>
      <p:bldP spid="140" grpId="0" animBg="1"/>
      <p:bldP spid="142" grpId="0" animBg="1"/>
      <p:bldP spid="143" grpId="0" animBg="1"/>
      <p:bldP spid="148" grpId="0" animBg="1"/>
      <p:bldP spid="150"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any three matching of the following graphs.</a:t>
            </a:r>
          </a:p>
          <a:p>
            <a:endParaRPr lang="en-US" sz="2800" dirty="0">
              <a:solidFill>
                <a:schemeClr val="bg1"/>
              </a:solidFill>
            </a:endParaRPr>
          </a:p>
        </p:txBody>
      </p:sp>
      <p:cxnSp>
        <p:nvCxnSpPr>
          <p:cNvPr id="7" name="Straight Connector 6"/>
          <p:cNvCxnSpPr/>
          <p:nvPr/>
        </p:nvCxnSpPr>
        <p:spPr>
          <a:xfrm>
            <a:off x="9334665" y="2365829"/>
            <a:ext cx="0" cy="32528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214915" y="2365829"/>
            <a:ext cx="0" cy="32528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6516915" y="2358148"/>
            <a:ext cx="0" cy="32528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TextBox 72"/>
              <p:cNvSpPr txBox="1"/>
              <p:nvPr/>
            </p:nvSpPr>
            <p:spPr>
              <a:xfrm>
                <a:off x="10577406" y="4858176"/>
                <a:ext cx="65319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G</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73" name="TextBox 72"/>
              <p:cNvSpPr txBox="1">
                <a:spLocks noRot="1" noChangeAspect="1" noMove="1" noResize="1" noEditPoints="1" noAdjustHandles="1" noChangeArrowheads="1" noChangeShapeType="1" noTextEdit="1"/>
              </p:cNvSpPr>
              <p:nvPr/>
            </p:nvSpPr>
            <p:spPr>
              <a:xfrm>
                <a:off x="10577406" y="4858176"/>
                <a:ext cx="653191" cy="523220"/>
              </a:xfrm>
              <a:prstGeom prst="rect">
                <a:avLst/>
              </a:prstGeom>
              <a:blipFill rotWithShape="0">
                <a:blip r:embed="rId2"/>
                <a:stretch>
                  <a:fillRect/>
                </a:stretch>
              </a:blipFill>
            </p:spPr>
            <p:txBody>
              <a:bodyPr/>
              <a:lstStyle/>
              <a:p>
                <a:r>
                  <a:rPr lang="en-US">
                    <a:noFill/>
                  </a:rPr>
                  <a:t> </a:t>
                </a:r>
              </a:p>
            </p:txBody>
          </p:sp>
        </mc:Fallback>
      </mc:AlternateContent>
      <p:sp>
        <p:nvSpPr>
          <p:cNvPr id="94" name="Oval 93">
            <a:extLst>
              <a:ext uri="{FF2B5EF4-FFF2-40B4-BE49-F238E27FC236}">
                <a16:creationId xmlns:a16="http://schemas.microsoft.com/office/drawing/2014/main" id="{BDD11F87-DA81-9510-C1CB-0AF4093562CB}"/>
              </a:ext>
            </a:extLst>
          </p:cNvPr>
          <p:cNvSpPr/>
          <p:nvPr/>
        </p:nvSpPr>
        <p:spPr>
          <a:xfrm rot="5400000">
            <a:off x="10326364" y="282468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5" name="Oval 94">
            <a:extLst>
              <a:ext uri="{FF2B5EF4-FFF2-40B4-BE49-F238E27FC236}">
                <a16:creationId xmlns:a16="http://schemas.microsoft.com/office/drawing/2014/main" id="{BDD11F87-DA81-9510-C1CB-0AF4093562CB}"/>
              </a:ext>
            </a:extLst>
          </p:cNvPr>
          <p:cNvSpPr/>
          <p:nvPr/>
        </p:nvSpPr>
        <p:spPr>
          <a:xfrm rot="5400000">
            <a:off x="11020889" y="282468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6" name="Straight Connector 95">
            <a:extLst>
              <a:ext uri="{FF2B5EF4-FFF2-40B4-BE49-F238E27FC236}">
                <a16:creationId xmlns:a16="http://schemas.microsoft.com/office/drawing/2014/main" id="{6205DD86-315C-53B6-CEEF-A9919650168E}"/>
              </a:ext>
            </a:extLst>
          </p:cNvPr>
          <p:cNvCxnSpPr>
            <a:cxnSpLocks/>
            <a:stCxn id="95" idx="4"/>
            <a:endCxn id="94" idx="0"/>
          </p:cNvCxnSpPr>
          <p:nvPr/>
        </p:nvCxnSpPr>
        <p:spPr>
          <a:xfrm flipH="1">
            <a:off x="10470364" y="2896688"/>
            <a:ext cx="5505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7" name="Oval 96">
            <a:extLst>
              <a:ext uri="{FF2B5EF4-FFF2-40B4-BE49-F238E27FC236}">
                <a16:creationId xmlns:a16="http://schemas.microsoft.com/office/drawing/2014/main" id="{BDD11F87-DA81-9510-C1CB-0AF4093562CB}"/>
              </a:ext>
            </a:extLst>
          </p:cNvPr>
          <p:cNvSpPr/>
          <p:nvPr/>
        </p:nvSpPr>
        <p:spPr>
          <a:xfrm rot="5400000">
            <a:off x="10326364" y="42728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8" name="Oval 97">
            <a:extLst>
              <a:ext uri="{FF2B5EF4-FFF2-40B4-BE49-F238E27FC236}">
                <a16:creationId xmlns:a16="http://schemas.microsoft.com/office/drawing/2014/main" id="{BDD11F87-DA81-9510-C1CB-0AF4093562CB}"/>
              </a:ext>
            </a:extLst>
          </p:cNvPr>
          <p:cNvSpPr/>
          <p:nvPr/>
        </p:nvSpPr>
        <p:spPr>
          <a:xfrm rot="5400000">
            <a:off x="11018571" y="42728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9" name="Straight Connector 98">
            <a:extLst>
              <a:ext uri="{FF2B5EF4-FFF2-40B4-BE49-F238E27FC236}">
                <a16:creationId xmlns:a16="http://schemas.microsoft.com/office/drawing/2014/main" id="{6205DD86-315C-53B6-CEEF-A9919650168E}"/>
              </a:ext>
            </a:extLst>
          </p:cNvPr>
          <p:cNvCxnSpPr>
            <a:cxnSpLocks/>
            <a:stCxn id="94" idx="6"/>
            <a:endCxn id="97" idx="2"/>
          </p:cNvCxnSpPr>
          <p:nvPr/>
        </p:nvCxnSpPr>
        <p:spPr>
          <a:xfrm>
            <a:off x="10398364" y="2968688"/>
            <a:ext cx="0" cy="13041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Straight Connector 99">
            <a:extLst>
              <a:ext uri="{FF2B5EF4-FFF2-40B4-BE49-F238E27FC236}">
                <a16:creationId xmlns:a16="http://schemas.microsoft.com/office/drawing/2014/main" id="{6205DD86-315C-53B6-CEEF-A9919650168E}"/>
              </a:ext>
            </a:extLst>
          </p:cNvPr>
          <p:cNvCxnSpPr>
            <a:cxnSpLocks/>
            <a:stCxn id="95" idx="6"/>
            <a:endCxn id="98" idx="2"/>
          </p:cNvCxnSpPr>
          <p:nvPr/>
        </p:nvCxnSpPr>
        <p:spPr>
          <a:xfrm flipH="1">
            <a:off x="11090571" y="2968688"/>
            <a:ext cx="2318" cy="13041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1" name="Straight Connector 100">
            <a:extLst>
              <a:ext uri="{FF2B5EF4-FFF2-40B4-BE49-F238E27FC236}">
                <a16:creationId xmlns:a16="http://schemas.microsoft.com/office/drawing/2014/main" id="{6205DD86-315C-53B6-CEEF-A9919650168E}"/>
              </a:ext>
            </a:extLst>
          </p:cNvPr>
          <p:cNvCxnSpPr>
            <a:cxnSpLocks/>
            <a:stCxn id="98" idx="4"/>
            <a:endCxn id="97" idx="0"/>
          </p:cNvCxnSpPr>
          <p:nvPr/>
        </p:nvCxnSpPr>
        <p:spPr>
          <a:xfrm flipH="1">
            <a:off x="10470364" y="4344812"/>
            <a:ext cx="548207"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2" name="Straight Connector 101">
            <a:extLst>
              <a:ext uri="{FF2B5EF4-FFF2-40B4-BE49-F238E27FC236}">
                <a16:creationId xmlns:a16="http://schemas.microsoft.com/office/drawing/2014/main" id="{6205DD86-315C-53B6-CEEF-A9919650168E}"/>
              </a:ext>
            </a:extLst>
          </p:cNvPr>
          <p:cNvCxnSpPr>
            <a:cxnSpLocks/>
            <a:stCxn id="98" idx="3"/>
            <a:endCxn id="94" idx="7"/>
          </p:cNvCxnSpPr>
          <p:nvPr/>
        </p:nvCxnSpPr>
        <p:spPr>
          <a:xfrm flipH="1" flipV="1">
            <a:off x="10449276" y="2947600"/>
            <a:ext cx="590383" cy="13463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3" name="Straight Connector 102">
            <a:extLst>
              <a:ext uri="{FF2B5EF4-FFF2-40B4-BE49-F238E27FC236}">
                <a16:creationId xmlns:a16="http://schemas.microsoft.com/office/drawing/2014/main" id="{6205DD86-315C-53B6-CEEF-A9919650168E}"/>
              </a:ext>
            </a:extLst>
          </p:cNvPr>
          <p:cNvCxnSpPr>
            <a:cxnSpLocks/>
            <a:stCxn id="94" idx="5"/>
            <a:endCxn id="105" idx="1"/>
          </p:cNvCxnSpPr>
          <p:nvPr/>
        </p:nvCxnSpPr>
        <p:spPr>
          <a:xfrm flipH="1">
            <a:off x="9721149" y="2947600"/>
            <a:ext cx="626303" cy="6222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4" name="Straight Connector 103">
            <a:extLst>
              <a:ext uri="{FF2B5EF4-FFF2-40B4-BE49-F238E27FC236}">
                <a16:creationId xmlns:a16="http://schemas.microsoft.com/office/drawing/2014/main" id="{6205DD86-315C-53B6-CEEF-A9919650168E}"/>
              </a:ext>
            </a:extLst>
          </p:cNvPr>
          <p:cNvCxnSpPr>
            <a:cxnSpLocks/>
            <a:stCxn id="97" idx="3"/>
            <a:endCxn id="105" idx="7"/>
          </p:cNvCxnSpPr>
          <p:nvPr/>
        </p:nvCxnSpPr>
        <p:spPr>
          <a:xfrm flipH="1" flipV="1">
            <a:off x="9721149" y="3671662"/>
            <a:ext cx="626303" cy="6222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5" name="Oval 104">
            <a:extLst>
              <a:ext uri="{FF2B5EF4-FFF2-40B4-BE49-F238E27FC236}">
                <a16:creationId xmlns:a16="http://schemas.microsoft.com/office/drawing/2014/main" id="{BDD11F87-DA81-9510-C1CB-0AF4093562CB}"/>
              </a:ext>
            </a:extLst>
          </p:cNvPr>
          <p:cNvSpPr/>
          <p:nvPr/>
        </p:nvSpPr>
        <p:spPr>
          <a:xfrm rot="5400000">
            <a:off x="9598237" y="35487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6" name="Straight Connector 105">
            <a:extLst>
              <a:ext uri="{FF2B5EF4-FFF2-40B4-BE49-F238E27FC236}">
                <a16:creationId xmlns:a16="http://schemas.microsoft.com/office/drawing/2014/main" id="{6205DD86-315C-53B6-CEEF-A9919650168E}"/>
              </a:ext>
            </a:extLst>
          </p:cNvPr>
          <p:cNvCxnSpPr>
            <a:cxnSpLocks/>
            <a:stCxn id="107" idx="4"/>
            <a:endCxn id="95" idx="0"/>
          </p:cNvCxnSpPr>
          <p:nvPr/>
        </p:nvCxnSpPr>
        <p:spPr>
          <a:xfrm flipH="1">
            <a:off x="11164889" y="2896688"/>
            <a:ext cx="599532"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7" name="Oval 106">
            <a:extLst>
              <a:ext uri="{FF2B5EF4-FFF2-40B4-BE49-F238E27FC236}">
                <a16:creationId xmlns:a16="http://schemas.microsoft.com/office/drawing/2014/main" id="{BDD11F87-DA81-9510-C1CB-0AF4093562CB}"/>
              </a:ext>
            </a:extLst>
          </p:cNvPr>
          <p:cNvSpPr/>
          <p:nvPr/>
        </p:nvSpPr>
        <p:spPr>
          <a:xfrm rot="5400000">
            <a:off x="11764421" y="282468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8" name="Oval 107">
            <a:extLst>
              <a:ext uri="{FF2B5EF4-FFF2-40B4-BE49-F238E27FC236}">
                <a16:creationId xmlns:a16="http://schemas.microsoft.com/office/drawing/2014/main" id="{BDD11F87-DA81-9510-C1CB-0AF4093562CB}"/>
              </a:ext>
            </a:extLst>
          </p:cNvPr>
          <p:cNvSpPr/>
          <p:nvPr/>
        </p:nvSpPr>
        <p:spPr>
          <a:xfrm rot="5400000">
            <a:off x="1205650" y="30968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9" name="Oval 108">
            <a:extLst>
              <a:ext uri="{FF2B5EF4-FFF2-40B4-BE49-F238E27FC236}">
                <a16:creationId xmlns:a16="http://schemas.microsoft.com/office/drawing/2014/main" id="{BDD11F87-DA81-9510-C1CB-0AF4093562CB}"/>
              </a:ext>
            </a:extLst>
          </p:cNvPr>
          <p:cNvSpPr/>
          <p:nvPr/>
        </p:nvSpPr>
        <p:spPr>
          <a:xfrm rot="5400000">
            <a:off x="1900175" y="30968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0" name="Straight Connector 109">
            <a:extLst>
              <a:ext uri="{FF2B5EF4-FFF2-40B4-BE49-F238E27FC236}">
                <a16:creationId xmlns:a16="http://schemas.microsoft.com/office/drawing/2014/main" id="{6205DD86-315C-53B6-CEEF-A9919650168E}"/>
              </a:ext>
            </a:extLst>
          </p:cNvPr>
          <p:cNvCxnSpPr>
            <a:cxnSpLocks/>
            <a:stCxn id="109" idx="4"/>
            <a:endCxn id="108" idx="0"/>
          </p:cNvCxnSpPr>
          <p:nvPr/>
        </p:nvCxnSpPr>
        <p:spPr>
          <a:xfrm flipH="1">
            <a:off x="1349650" y="3168889"/>
            <a:ext cx="5505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5" name="Oval 114">
            <a:extLst>
              <a:ext uri="{FF2B5EF4-FFF2-40B4-BE49-F238E27FC236}">
                <a16:creationId xmlns:a16="http://schemas.microsoft.com/office/drawing/2014/main" id="{BDD11F87-DA81-9510-C1CB-0AF4093562CB}"/>
              </a:ext>
            </a:extLst>
          </p:cNvPr>
          <p:cNvSpPr/>
          <p:nvPr/>
        </p:nvSpPr>
        <p:spPr>
          <a:xfrm rot="5400000">
            <a:off x="1205650" y="45450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6" name="Oval 115">
            <a:extLst>
              <a:ext uri="{FF2B5EF4-FFF2-40B4-BE49-F238E27FC236}">
                <a16:creationId xmlns:a16="http://schemas.microsoft.com/office/drawing/2014/main" id="{BDD11F87-DA81-9510-C1CB-0AF4093562CB}"/>
              </a:ext>
            </a:extLst>
          </p:cNvPr>
          <p:cNvSpPr/>
          <p:nvPr/>
        </p:nvSpPr>
        <p:spPr>
          <a:xfrm rot="5400000">
            <a:off x="1897857" y="45450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7" name="Straight Connector 116">
            <a:extLst>
              <a:ext uri="{FF2B5EF4-FFF2-40B4-BE49-F238E27FC236}">
                <a16:creationId xmlns:a16="http://schemas.microsoft.com/office/drawing/2014/main" id="{6205DD86-315C-53B6-CEEF-A9919650168E}"/>
              </a:ext>
            </a:extLst>
          </p:cNvPr>
          <p:cNvCxnSpPr>
            <a:cxnSpLocks/>
            <a:stCxn id="108" idx="6"/>
            <a:endCxn id="115" idx="2"/>
          </p:cNvCxnSpPr>
          <p:nvPr/>
        </p:nvCxnSpPr>
        <p:spPr>
          <a:xfrm>
            <a:off x="1277650" y="3240889"/>
            <a:ext cx="0" cy="13041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8" name="Straight Connector 117">
            <a:extLst>
              <a:ext uri="{FF2B5EF4-FFF2-40B4-BE49-F238E27FC236}">
                <a16:creationId xmlns:a16="http://schemas.microsoft.com/office/drawing/2014/main" id="{6205DD86-315C-53B6-CEEF-A9919650168E}"/>
              </a:ext>
            </a:extLst>
          </p:cNvPr>
          <p:cNvCxnSpPr>
            <a:cxnSpLocks/>
            <a:stCxn id="109" idx="6"/>
            <a:endCxn id="116" idx="2"/>
          </p:cNvCxnSpPr>
          <p:nvPr/>
        </p:nvCxnSpPr>
        <p:spPr>
          <a:xfrm flipH="1">
            <a:off x="1969857" y="3240889"/>
            <a:ext cx="2318" cy="13041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9" name="Straight Connector 118">
            <a:extLst>
              <a:ext uri="{FF2B5EF4-FFF2-40B4-BE49-F238E27FC236}">
                <a16:creationId xmlns:a16="http://schemas.microsoft.com/office/drawing/2014/main" id="{6205DD86-315C-53B6-CEEF-A9919650168E}"/>
              </a:ext>
            </a:extLst>
          </p:cNvPr>
          <p:cNvCxnSpPr>
            <a:cxnSpLocks/>
            <a:stCxn id="116" idx="4"/>
            <a:endCxn id="115" idx="0"/>
          </p:cNvCxnSpPr>
          <p:nvPr/>
        </p:nvCxnSpPr>
        <p:spPr>
          <a:xfrm flipH="1">
            <a:off x="1349650" y="4617013"/>
            <a:ext cx="548207"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Straight Connector 119">
            <a:extLst>
              <a:ext uri="{FF2B5EF4-FFF2-40B4-BE49-F238E27FC236}">
                <a16:creationId xmlns:a16="http://schemas.microsoft.com/office/drawing/2014/main" id="{6205DD86-315C-53B6-CEEF-A9919650168E}"/>
              </a:ext>
            </a:extLst>
          </p:cNvPr>
          <p:cNvCxnSpPr>
            <a:cxnSpLocks/>
            <a:stCxn id="116" idx="3"/>
            <a:endCxn id="108" idx="7"/>
          </p:cNvCxnSpPr>
          <p:nvPr/>
        </p:nvCxnSpPr>
        <p:spPr>
          <a:xfrm flipH="1" flipV="1">
            <a:off x="1328562" y="3219801"/>
            <a:ext cx="590383" cy="13463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1" name="Straight Connector 120">
            <a:extLst>
              <a:ext uri="{FF2B5EF4-FFF2-40B4-BE49-F238E27FC236}">
                <a16:creationId xmlns:a16="http://schemas.microsoft.com/office/drawing/2014/main" id="{6205DD86-315C-53B6-CEEF-A9919650168E}"/>
              </a:ext>
            </a:extLst>
          </p:cNvPr>
          <p:cNvCxnSpPr>
            <a:cxnSpLocks/>
            <a:stCxn id="108" idx="5"/>
            <a:endCxn id="125" idx="1"/>
          </p:cNvCxnSpPr>
          <p:nvPr/>
        </p:nvCxnSpPr>
        <p:spPr>
          <a:xfrm flipH="1">
            <a:off x="600435" y="3219801"/>
            <a:ext cx="626303" cy="6222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3" name="Straight Connector 122">
            <a:extLst>
              <a:ext uri="{FF2B5EF4-FFF2-40B4-BE49-F238E27FC236}">
                <a16:creationId xmlns:a16="http://schemas.microsoft.com/office/drawing/2014/main" id="{6205DD86-315C-53B6-CEEF-A9919650168E}"/>
              </a:ext>
            </a:extLst>
          </p:cNvPr>
          <p:cNvCxnSpPr>
            <a:cxnSpLocks/>
            <a:stCxn id="115" idx="3"/>
            <a:endCxn id="125" idx="7"/>
          </p:cNvCxnSpPr>
          <p:nvPr/>
        </p:nvCxnSpPr>
        <p:spPr>
          <a:xfrm flipH="1" flipV="1">
            <a:off x="600435" y="3943863"/>
            <a:ext cx="626303" cy="6222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5" name="Oval 124">
            <a:extLst>
              <a:ext uri="{FF2B5EF4-FFF2-40B4-BE49-F238E27FC236}">
                <a16:creationId xmlns:a16="http://schemas.microsoft.com/office/drawing/2014/main" id="{BDD11F87-DA81-9510-C1CB-0AF4093562CB}"/>
              </a:ext>
            </a:extLst>
          </p:cNvPr>
          <p:cNvSpPr/>
          <p:nvPr/>
        </p:nvSpPr>
        <p:spPr>
          <a:xfrm rot="5400000">
            <a:off x="477523" y="38209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5" name="Straight Connector 134">
            <a:extLst>
              <a:ext uri="{FF2B5EF4-FFF2-40B4-BE49-F238E27FC236}">
                <a16:creationId xmlns:a16="http://schemas.microsoft.com/office/drawing/2014/main" id="{6205DD86-315C-53B6-CEEF-A9919650168E}"/>
              </a:ext>
            </a:extLst>
          </p:cNvPr>
          <p:cNvCxnSpPr>
            <a:cxnSpLocks/>
            <a:stCxn id="136" idx="4"/>
            <a:endCxn id="109" idx="0"/>
          </p:cNvCxnSpPr>
          <p:nvPr/>
        </p:nvCxnSpPr>
        <p:spPr>
          <a:xfrm flipH="1">
            <a:off x="2044175" y="3168889"/>
            <a:ext cx="599532"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6" name="Oval 135">
            <a:extLst>
              <a:ext uri="{FF2B5EF4-FFF2-40B4-BE49-F238E27FC236}">
                <a16:creationId xmlns:a16="http://schemas.microsoft.com/office/drawing/2014/main" id="{BDD11F87-DA81-9510-C1CB-0AF4093562CB}"/>
              </a:ext>
            </a:extLst>
          </p:cNvPr>
          <p:cNvSpPr/>
          <p:nvPr/>
        </p:nvSpPr>
        <p:spPr>
          <a:xfrm rot="5400000">
            <a:off x="2643707" y="30968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7" name="Oval 136">
            <a:extLst>
              <a:ext uri="{FF2B5EF4-FFF2-40B4-BE49-F238E27FC236}">
                <a16:creationId xmlns:a16="http://schemas.microsoft.com/office/drawing/2014/main" id="{BDD11F87-DA81-9510-C1CB-0AF4093562CB}"/>
              </a:ext>
            </a:extLst>
          </p:cNvPr>
          <p:cNvSpPr/>
          <p:nvPr/>
        </p:nvSpPr>
        <p:spPr>
          <a:xfrm rot="5400000">
            <a:off x="4501670" y="30968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8" name="Oval 137">
            <a:extLst>
              <a:ext uri="{FF2B5EF4-FFF2-40B4-BE49-F238E27FC236}">
                <a16:creationId xmlns:a16="http://schemas.microsoft.com/office/drawing/2014/main" id="{BDD11F87-DA81-9510-C1CB-0AF4093562CB}"/>
              </a:ext>
            </a:extLst>
          </p:cNvPr>
          <p:cNvSpPr/>
          <p:nvPr/>
        </p:nvSpPr>
        <p:spPr>
          <a:xfrm rot="5400000">
            <a:off x="5196195" y="30968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1" name="Straight Connector 150">
            <a:extLst>
              <a:ext uri="{FF2B5EF4-FFF2-40B4-BE49-F238E27FC236}">
                <a16:creationId xmlns:a16="http://schemas.microsoft.com/office/drawing/2014/main" id="{6205DD86-315C-53B6-CEEF-A9919650168E}"/>
              </a:ext>
            </a:extLst>
          </p:cNvPr>
          <p:cNvCxnSpPr>
            <a:cxnSpLocks/>
            <a:stCxn id="138" idx="4"/>
            <a:endCxn id="137" idx="0"/>
          </p:cNvCxnSpPr>
          <p:nvPr/>
        </p:nvCxnSpPr>
        <p:spPr>
          <a:xfrm flipH="1">
            <a:off x="4645670" y="3168889"/>
            <a:ext cx="5505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2" name="Oval 151">
            <a:extLst>
              <a:ext uri="{FF2B5EF4-FFF2-40B4-BE49-F238E27FC236}">
                <a16:creationId xmlns:a16="http://schemas.microsoft.com/office/drawing/2014/main" id="{BDD11F87-DA81-9510-C1CB-0AF4093562CB}"/>
              </a:ext>
            </a:extLst>
          </p:cNvPr>
          <p:cNvSpPr/>
          <p:nvPr/>
        </p:nvSpPr>
        <p:spPr>
          <a:xfrm rot="5400000">
            <a:off x="4501670" y="45450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3" name="Oval 152">
            <a:extLst>
              <a:ext uri="{FF2B5EF4-FFF2-40B4-BE49-F238E27FC236}">
                <a16:creationId xmlns:a16="http://schemas.microsoft.com/office/drawing/2014/main" id="{BDD11F87-DA81-9510-C1CB-0AF4093562CB}"/>
              </a:ext>
            </a:extLst>
          </p:cNvPr>
          <p:cNvSpPr/>
          <p:nvPr/>
        </p:nvSpPr>
        <p:spPr>
          <a:xfrm rot="5400000">
            <a:off x="5193877" y="45450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4" name="Straight Connector 153">
            <a:extLst>
              <a:ext uri="{FF2B5EF4-FFF2-40B4-BE49-F238E27FC236}">
                <a16:creationId xmlns:a16="http://schemas.microsoft.com/office/drawing/2014/main" id="{6205DD86-315C-53B6-CEEF-A9919650168E}"/>
              </a:ext>
            </a:extLst>
          </p:cNvPr>
          <p:cNvCxnSpPr>
            <a:cxnSpLocks/>
            <a:stCxn id="137" idx="6"/>
            <a:endCxn id="152" idx="2"/>
          </p:cNvCxnSpPr>
          <p:nvPr/>
        </p:nvCxnSpPr>
        <p:spPr>
          <a:xfrm>
            <a:off x="4573670" y="3240889"/>
            <a:ext cx="0" cy="13041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5" name="Straight Connector 154">
            <a:extLst>
              <a:ext uri="{FF2B5EF4-FFF2-40B4-BE49-F238E27FC236}">
                <a16:creationId xmlns:a16="http://schemas.microsoft.com/office/drawing/2014/main" id="{6205DD86-315C-53B6-CEEF-A9919650168E}"/>
              </a:ext>
            </a:extLst>
          </p:cNvPr>
          <p:cNvCxnSpPr>
            <a:cxnSpLocks/>
            <a:stCxn id="138" idx="6"/>
            <a:endCxn id="153" idx="2"/>
          </p:cNvCxnSpPr>
          <p:nvPr/>
        </p:nvCxnSpPr>
        <p:spPr>
          <a:xfrm flipH="1">
            <a:off x="5265877" y="3240889"/>
            <a:ext cx="2318" cy="13041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Straight Connector 155">
            <a:extLst>
              <a:ext uri="{FF2B5EF4-FFF2-40B4-BE49-F238E27FC236}">
                <a16:creationId xmlns:a16="http://schemas.microsoft.com/office/drawing/2014/main" id="{6205DD86-315C-53B6-CEEF-A9919650168E}"/>
              </a:ext>
            </a:extLst>
          </p:cNvPr>
          <p:cNvCxnSpPr>
            <a:cxnSpLocks/>
            <a:stCxn id="153" idx="4"/>
            <a:endCxn id="152" idx="0"/>
          </p:cNvCxnSpPr>
          <p:nvPr/>
        </p:nvCxnSpPr>
        <p:spPr>
          <a:xfrm flipH="1">
            <a:off x="4645670" y="4617013"/>
            <a:ext cx="548207"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7" name="Straight Connector 156">
            <a:extLst>
              <a:ext uri="{FF2B5EF4-FFF2-40B4-BE49-F238E27FC236}">
                <a16:creationId xmlns:a16="http://schemas.microsoft.com/office/drawing/2014/main" id="{6205DD86-315C-53B6-CEEF-A9919650168E}"/>
              </a:ext>
            </a:extLst>
          </p:cNvPr>
          <p:cNvCxnSpPr>
            <a:cxnSpLocks/>
            <a:stCxn id="153" idx="3"/>
            <a:endCxn id="137" idx="7"/>
          </p:cNvCxnSpPr>
          <p:nvPr/>
        </p:nvCxnSpPr>
        <p:spPr>
          <a:xfrm flipH="1" flipV="1">
            <a:off x="4624582" y="3219801"/>
            <a:ext cx="590383" cy="13463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8" name="Straight Connector 157">
            <a:extLst>
              <a:ext uri="{FF2B5EF4-FFF2-40B4-BE49-F238E27FC236}">
                <a16:creationId xmlns:a16="http://schemas.microsoft.com/office/drawing/2014/main" id="{6205DD86-315C-53B6-CEEF-A9919650168E}"/>
              </a:ext>
            </a:extLst>
          </p:cNvPr>
          <p:cNvCxnSpPr>
            <a:cxnSpLocks/>
            <a:stCxn id="137" idx="5"/>
            <a:endCxn id="160" idx="1"/>
          </p:cNvCxnSpPr>
          <p:nvPr/>
        </p:nvCxnSpPr>
        <p:spPr>
          <a:xfrm flipH="1">
            <a:off x="3896455" y="3219801"/>
            <a:ext cx="626303" cy="6222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9" name="Straight Connector 158">
            <a:extLst>
              <a:ext uri="{FF2B5EF4-FFF2-40B4-BE49-F238E27FC236}">
                <a16:creationId xmlns:a16="http://schemas.microsoft.com/office/drawing/2014/main" id="{6205DD86-315C-53B6-CEEF-A9919650168E}"/>
              </a:ext>
            </a:extLst>
          </p:cNvPr>
          <p:cNvCxnSpPr>
            <a:cxnSpLocks/>
            <a:stCxn id="152" idx="3"/>
            <a:endCxn id="160" idx="7"/>
          </p:cNvCxnSpPr>
          <p:nvPr/>
        </p:nvCxnSpPr>
        <p:spPr>
          <a:xfrm flipH="1" flipV="1">
            <a:off x="3896455" y="3943863"/>
            <a:ext cx="626303" cy="6222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60" name="Oval 159">
            <a:extLst>
              <a:ext uri="{FF2B5EF4-FFF2-40B4-BE49-F238E27FC236}">
                <a16:creationId xmlns:a16="http://schemas.microsoft.com/office/drawing/2014/main" id="{BDD11F87-DA81-9510-C1CB-0AF4093562CB}"/>
              </a:ext>
            </a:extLst>
          </p:cNvPr>
          <p:cNvSpPr/>
          <p:nvPr/>
        </p:nvSpPr>
        <p:spPr>
          <a:xfrm rot="5400000">
            <a:off x="3773543" y="38209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1" name="Straight Connector 160">
            <a:extLst>
              <a:ext uri="{FF2B5EF4-FFF2-40B4-BE49-F238E27FC236}">
                <a16:creationId xmlns:a16="http://schemas.microsoft.com/office/drawing/2014/main" id="{6205DD86-315C-53B6-CEEF-A9919650168E}"/>
              </a:ext>
            </a:extLst>
          </p:cNvPr>
          <p:cNvCxnSpPr>
            <a:cxnSpLocks/>
            <a:stCxn id="162" idx="4"/>
            <a:endCxn id="138" idx="0"/>
          </p:cNvCxnSpPr>
          <p:nvPr/>
        </p:nvCxnSpPr>
        <p:spPr>
          <a:xfrm flipH="1">
            <a:off x="5340195" y="3168889"/>
            <a:ext cx="599532"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62" name="Oval 161">
            <a:extLst>
              <a:ext uri="{FF2B5EF4-FFF2-40B4-BE49-F238E27FC236}">
                <a16:creationId xmlns:a16="http://schemas.microsoft.com/office/drawing/2014/main" id="{BDD11F87-DA81-9510-C1CB-0AF4093562CB}"/>
              </a:ext>
            </a:extLst>
          </p:cNvPr>
          <p:cNvSpPr/>
          <p:nvPr/>
        </p:nvSpPr>
        <p:spPr>
          <a:xfrm rot="5400000">
            <a:off x="5939727" y="30968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3" name="Oval 162">
            <a:extLst>
              <a:ext uri="{FF2B5EF4-FFF2-40B4-BE49-F238E27FC236}">
                <a16:creationId xmlns:a16="http://schemas.microsoft.com/office/drawing/2014/main" id="{BDD11F87-DA81-9510-C1CB-0AF4093562CB}"/>
              </a:ext>
            </a:extLst>
          </p:cNvPr>
          <p:cNvSpPr/>
          <p:nvPr/>
        </p:nvSpPr>
        <p:spPr>
          <a:xfrm rot="5400000">
            <a:off x="7547153" y="30968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4" name="Oval 163">
            <a:extLst>
              <a:ext uri="{FF2B5EF4-FFF2-40B4-BE49-F238E27FC236}">
                <a16:creationId xmlns:a16="http://schemas.microsoft.com/office/drawing/2014/main" id="{BDD11F87-DA81-9510-C1CB-0AF4093562CB}"/>
              </a:ext>
            </a:extLst>
          </p:cNvPr>
          <p:cNvSpPr/>
          <p:nvPr/>
        </p:nvSpPr>
        <p:spPr>
          <a:xfrm rot="5400000">
            <a:off x="8241678" y="30968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5" name="Straight Connector 164">
            <a:extLst>
              <a:ext uri="{FF2B5EF4-FFF2-40B4-BE49-F238E27FC236}">
                <a16:creationId xmlns:a16="http://schemas.microsoft.com/office/drawing/2014/main" id="{6205DD86-315C-53B6-CEEF-A9919650168E}"/>
              </a:ext>
            </a:extLst>
          </p:cNvPr>
          <p:cNvCxnSpPr>
            <a:cxnSpLocks/>
            <a:stCxn id="164" idx="4"/>
            <a:endCxn id="163" idx="0"/>
          </p:cNvCxnSpPr>
          <p:nvPr/>
        </p:nvCxnSpPr>
        <p:spPr>
          <a:xfrm flipH="1">
            <a:off x="7691153" y="3168889"/>
            <a:ext cx="5505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66" name="Oval 165">
            <a:extLst>
              <a:ext uri="{FF2B5EF4-FFF2-40B4-BE49-F238E27FC236}">
                <a16:creationId xmlns:a16="http://schemas.microsoft.com/office/drawing/2014/main" id="{BDD11F87-DA81-9510-C1CB-0AF4093562CB}"/>
              </a:ext>
            </a:extLst>
          </p:cNvPr>
          <p:cNvSpPr/>
          <p:nvPr/>
        </p:nvSpPr>
        <p:spPr>
          <a:xfrm rot="5400000">
            <a:off x="7547153" y="45450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7" name="Oval 166">
            <a:extLst>
              <a:ext uri="{FF2B5EF4-FFF2-40B4-BE49-F238E27FC236}">
                <a16:creationId xmlns:a16="http://schemas.microsoft.com/office/drawing/2014/main" id="{BDD11F87-DA81-9510-C1CB-0AF4093562CB}"/>
              </a:ext>
            </a:extLst>
          </p:cNvPr>
          <p:cNvSpPr/>
          <p:nvPr/>
        </p:nvSpPr>
        <p:spPr>
          <a:xfrm rot="5400000">
            <a:off x="8239360" y="45450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8" name="Straight Connector 167">
            <a:extLst>
              <a:ext uri="{FF2B5EF4-FFF2-40B4-BE49-F238E27FC236}">
                <a16:creationId xmlns:a16="http://schemas.microsoft.com/office/drawing/2014/main" id="{6205DD86-315C-53B6-CEEF-A9919650168E}"/>
              </a:ext>
            </a:extLst>
          </p:cNvPr>
          <p:cNvCxnSpPr>
            <a:cxnSpLocks/>
            <a:stCxn id="163" idx="6"/>
            <a:endCxn id="166" idx="2"/>
          </p:cNvCxnSpPr>
          <p:nvPr/>
        </p:nvCxnSpPr>
        <p:spPr>
          <a:xfrm>
            <a:off x="7619153" y="3240889"/>
            <a:ext cx="0" cy="13041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9" name="Straight Connector 168">
            <a:extLst>
              <a:ext uri="{FF2B5EF4-FFF2-40B4-BE49-F238E27FC236}">
                <a16:creationId xmlns:a16="http://schemas.microsoft.com/office/drawing/2014/main" id="{6205DD86-315C-53B6-CEEF-A9919650168E}"/>
              </a:ext>
            </a:extLst>
          </p:cNvPr>
          <p:cNvCxnSpPr>
            <a:cxnSpLocks/>
            <a:stCxn id="164" idx="6"/>
            <a:endCxn id="167" idx="2"/>
          </p:cNvCxnSpPr>
          <p:nvPr/>
        </p:nvCxnSpPr>
        <p:spPr>
          <a:xfrm flipH="1">
            <a:off x="8311360" y="3240889"/>
            <a:ext cx="2318" cy="13041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0" name="Straight Connector 169">
            <a:extLst>
              <a:ext uri="{FF2B5EF4-FFF2-40B4-BE49-F238E27FC236}">
                <a16:creationId xmlns:a16="http://schemas.microsoft.com/office/drawing/2014/main" id="{6205DD86-315C-53B6-CEEF-A9919650168E}"/>
              </a:ext>
            </a:extLst>
          </p:cNvPr>
          <p:cNvCxnSpPr>
            <a:cxnSpLocks/>
            <a:stCxn id="167" idx="4"/>
            <a:endCxn id="166" idx="0"/>
          </p:cNvCxnSpPr>
          <p:nvPr/>
        </p:nvCxnSpPr>
        <p:spPr>
          <a:xfrm flipH="1">
            <a:off x="7691153" y="4617013"/>
            <a:ext cx="548207"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1" name="Straight Connector 170">
            <a:extLst>
              <a:ext uri="{FF2B5EF4-FFF2-40B4-BE49-F238E27FC236}">
                <a16:creationId xmlns:a16="http://schemas.microsoft.com/office/drawing/2014/main" id="{6205DD86-315C-53B6-CEEF-A9919650168E}"/>
              </a:ext>
            </a:extLst>
          </p:cNvPr>
          <p:cNvCxnSpPr>
            <a:cxnSpLocks/>
            <a:stCxn id="167" idx="3"/>
            <a:endCxn id="163" idx="7"/>
          </p:cNvCxnSpPr>
          <p:nvPr/>
        </p:nvCxnSpPr>
        <p:spPr>
          <a:xfrm flipH="1" flipV="1">
            <a:off x="7670065" y="3219801"/>
            <a:ext cx="590383" cy="13463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2" name="Straight Connector 171">
            <a:extLst>
              <a:ext uri="{FF2B5EF4-FFF2-40B4-BE49-F238E27FC236}">
                <a16:creationId xmlns:a16="http://schemas.microsoft.com/office/drawing/2014/main" id="{6205DD86-315C-53B6-CEEF-A9919650168E}"/>
              </a:ext>
            </a:extLst>
          </p:cNvPr>
          <p:cNvCxnSpPr>
            <a:cxnSpLocks/>
            <a:stCxn id="163" idx="5"/>
            <a:endCxn id="174" idx="1"/>
          </p:cNvCxnSpPr>
          <p:nvPr/>
        </p:nvCxnSpPr>
        <p:spPr>
          <a:xfrm flipH="1">
            <a:off x="6941938" y="3219801"/>
            <a:ext cx="626303" cy="6222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3" name="Straight Connector 172">
            <a:extLst>
              <a:ext uri="{FF2B5EF4-FFF2-40B4-BE49-F238E27FC236}">
                <a16:creationId xmlns:a16="http://schemas.microsoft.com/office/drawing/2014/main" id="{6205DD86-315C-53B6-CEEF-A9919650168E}"/>
              </a:ext>
            </a:extLst>
          </p:cNvPr>
          <p:cNvCxnSpPr>
            <a:cxnSpLocks/>
            <a:stCxn id="166" idx="3"/>
            <a:endCxn id="174" idx="7"/>
          </p:cNvCxnSpPr>
          <p:nvPr/>
        </p:nvCxnSpPr>
        <p:spPr>
          <a:xfrm flipH="1" flipV="1">
            <a:off x="6941938" y="3943863"/>
            <a:ext cx="626303" cy="6222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4" name="Oval 173">
            <a:extLst>
              <a:ext uri="{FF2B5EF4-FFF2-40B4-BE49-F238E27FC236}">
                <a16:creationId xmlns:a16="http://schemas.microsoft.com/office/drawing/2014/main" id="{BDD11F87-DA81-9510-C1CB-0AF4093562CB}"/>
              </a:ext>
            </a:extLst>
          </p:cNvPr>
          <p:cNvSpPr/>
          <p:nvPr/>
        </p:nvSpPr>
        <p:spPr>
          <a:xfrm rot="5400000">
            <a:off x="6819026" y="38209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75" name="Straight Connector 174">
            <a:extLst>
              <a:ext uri="{FF2B5EF4-FFF2-40B4-BE49-F238E27FC236}">
                <a16:creationId xmlns:a16="http://schemas.microsoft.com/office/drawing/2014/main" id="{6205DD86-315C-53B6-CEEF-A9919650168E}"/>
              </a:ext>
            </a:extLst>
          </p:cNvPr>
          <p:cNvCxnSpPr>
            <a:cxnSpLocks/>
            <a:stCxn id="176" idx="4"/>
            <a:endCxn id="164" idx="0"/>
          </p:cNvCxnSpPr>
          <p:nvPr/>
        </p:nvCxnSpPr>
        <p:spPr>
          <a:xfrm flipH="1">
            <a:off x="8385678" y="3168889"/>
            <a:ext cx="599532"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6" name="Oval 175">
            <a:extLst>
              <a:ext uri="{FF2B5EF4-FFF2-40B4-BE49-F238E27FC236}">
                <a16:creationId xmlns:a16="http://schemas.microsoft.com/office/drawing/2014/main" id="{BDD11F87-DA81-9510-C1CB-0AF4093562CB}"/>
              </a:ext>
            </a:extLst>
          </p:cNvPr>
          <p:cNvSpPr/>
          <p:nvPr/>
        </p:nvSpPr>
        <p:spPr>
          <a:xfrm rot="5400000">
            <a:off x="8985210" y="30968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177" name="TextBox 176"/>
              <p:cNvSpPr txBox="1"/>
              <p:nvPr/>
            </p:nvSpPr>
            <p:spPr>
              <a:xfrm>
                <a:off x="1138004" y="5014460"/>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177" name="TextBox 176"/>
              <p:cNvSpPr txBox="1">
                <a:spLocks noRot="1" noChangeAspect="1" noMove="1" noResize="1" noEditPoints="1" noAdjustHandles="1" noChangeArrowheads="1" noChangeShapeType="1" noTextEdit="1"/>
              </p:cNvSpPr>
              <p:nvPr/>
            </p:nvSpPr>
            <p:spPr>
              <a:xfrm>
                <a:off x="1138004" y="5014460"/>
                <a:ext cx="71865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8" name="TextBox 177"/>
              <p:cNvSpPr txBox="1"/>
              <p:nvPr/>
            </p:nvSpPr>
            <p:spPr>
              <a:xfrm>
                <a:off x="4554375" y="5014460"/>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78" name="TextBox 177"/>
              <p:cNvSpPr txBox="1">
                <a:spLocks noRot="1" noChangeAspect="1" noMove="1" noResize="1" noEditPoints="1" noAdjustHandles="1" noChangeArrowheads="1" noChangeShapeType="1" noTextEdit="1"/>
              </p:cNvSpPr>
              <p:nvPr/>
            </p:nvSpPr>
            <p:spPr>
              <a:xfrm>
                <a:off x="4554375" y="5014460"/>
                <a:ext cx="726930"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p:cNvSpPr txBox="1"/>
              <p:nvPr/>
            </p:nvSpPr>
            <p:spPr>
              <a:xfrm>
                <a:off x="7875895" y="5014460"/>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179" name="TextBox 178"/>
              <p:cNvSpPr txBox="1">
                <a:spLocks noRot="1" noChangeAspect="1" noMove="1" noResize="1" noEditPoints="1" noAdjustHandles="1" noChangeArrowheads="1" noChangeShapeType="1" noTextEdit="1"/>
              </p:cNvSpPr>
              <p:nvPr/>
            </p:nvSpPr>
            <p:spPr>
              <a:xfrm>
                <a:off x="7875895" y="5014460"/>
                <a:ext cx="726930" cy="523220"/>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01202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exit" presetSubtype="0" fill="hold" nodeType="clickEffect">
                                  <p:stCondLst>
                                    <p:cond delay="0"/>
                                  </p:stCondLst>
                                  <p:childTnLst>
                                    <p:animEffect transition="out" filter="fade">
                                      <p:cBhvr>
                                        <p:cTn id="36" dur="1000"/>
                                        <p:tgtEl>
                                          <p:spTgt spid="110"/>
                                        </p:tgtEl>
                                      </p:cBhvr>
                                    </p:animEffect>
                                    <p:anim calcmode="lin" valueType="num">
                                      <p:cBhvr>
                                        <p:cTn id="37" dur="1000"/>
                                        <p:tgtEl>
                                          <p:spTgt spid="110"/>
                                        </p:tgtEl>
                                        <p:attrNameLst>
                                          <p:attrName>ppt_x</p:attrName>
                                        </p:attrNameLst>
                                      </p:cBhvr>
                                      <p:tavLst>
                                        <p:tav tm="0">
                                          <p:val>
                                            <p:strVal val="ppt_x"/>
                                          </p:val>
                                        </p:tav>
                                        <p:tav tm="100000">
                                          <p:val>
                                            <p:strVal val="ppt_x"/>
                                          </p:val>
                                        </p:tav>
                                      </p:tavLst>
                                    </p:anim>
                                    <p:anim calcmode="lin" valueType="num">
                                      <p:cBhvr>
                                        <p:cTn id="38" dur="1000"/>
                                        <p:tgtEl>
                                          <p:spTgt spid="110"/>
                                        </p:tgtEl>
                                        <p:attrNameLst>
                                          <p:attrName>ppt_y</p:attrName>
                                        </p:attrNameLst>
                                      </p:cBhvr>
                                      <p:tavLst>
                                        <p:tav tm="0">
                                          <p:val>
                                            <p:strVal val="ppt_y"/>
                                          </p:val>
                                        </p:tav>
                                        <p:tav tm="100000">
                                          <p:val>
                                            <p:strVal val="ppt_y+.1"/>
                                          </p:val>
                                        </p:tav>
                                      </p:tavLst>
                                    </p:anim>
                                    <p:set>
                                      <p:cBhvr>
                                        <p:cTn id="39" dur="1" fill="hold">
                                          <p:stCondLst>
                                            <p:cond delay="999"/>
                                          </p:stCondLst>
                                        </p:cTn>
                                        <p:tgtEl>
                                          <p:spTgt spid="110"/>
                                        </p:tgtEl>
                                        <p:attrNameLst>
                                          <p:attrName>style.visibility</p:attrName>
                                        </p:attrNameLst>
                                      </p:cBhvr>
                                      <p:to>
                                        <p:strVal val="hidden"/>
                                      </p:to>
                                    </p:set>
                                  </p:childTnLst>
                                </p:cTn>
                              </p:par>
                              <p:par>
                                <p:cTn id="40" presetID="42" presetClass="exit" presetSubtype="0" fill="hold" nodeType="withEffect">
                                  <p:stCondLst>
                                    <p:cond delay="0"/>
                                  </p:stCondLst>
                                  <p:childTnLst>
                                    <p:animEffect transition="out" filter="fade">
                                      <p:cBhvr>
                                        <p:cTn id="41" dur="1000"/>
                                        <p:tgtEl>
                                          <p:spTgt spid="117"/>
                                        </p:tgtEl>
                                      </p:cBhvr>
                                    </p:animEffect>
                                    <p:anim calcmode="lin" valueType="num">
                                      <p:cBhvr>
                                        <p:cTn id="42" dur="1000"/>
                                        <p:tgtEl>
                                          <p:spTgt spid="117"/>
                                        </p:tgtEl>
                                        <p:attrNameLst>
                                          <p:attrName>ppt_x</p:attrName>
                                        </p:attrNameLst>
                                      </p:cBhvr>
                                      <p:tavLst>
                                        <p:tav tm="0">
                                          <p:val>
                                            <p:strVal val="ppt_x"/>
                                          </p:val>
                                        </p:tav>
                                        <p:tav tm="100000">
                                          <p:val>
                                            <p:strVal val="ppt_x"/>
                                          </p:val>
                                        </p:tav>
                                      </p:tavLst>
                                    </p:anim>
                                    <p:anim calcmode="lin" valueType="num">
                                      <p:cBhvr>
                                        <p:cTn id="43" dur="1000"/>
                                        <p:tgtEl>
                                          <p:spTgt spid="117"/>
                                        </p:tgtEl>
                                        <p:attrNameLst>
                                          <p:attrName>ppt_y</p:attrName>
                                        </p:attrNameLst>
                                      </p:cBhvr>
                                      <p:tavLst>
                                        <p:tav tm="0">
                                          <p:val>
                                            <p:strVal val="ppt_y"/>
                                          </p:val>
                                        </p:tav>
                                        <p:tav tm="100000">
                                          <p:val>
                                            <p:strVal val="ppt_y+.1"/>
                                          </p:val>
                                        </p:tav>
                                      </p:tavLst>
                                    </p:anim>
                                    <p:set>
                                      <p:cBhvr>
                                        <p:cTn id="44" dur="1" fill="hold">
                                          <p:stCondLst>
                                            <p:cond delay="999"/>
                                          </p:stCondLst>
                                        </p:cTn>
                                        <p:tgtEl>
                                          <p:spTgt spid="117"/>
                                        </p:tgtEl>
                                        <p:attrNameLst>
                                          <p:attrName>style.visibility</p:attrName>
                                        </p:attrNameLst>
                                      </p:cBhvr>
                                      <p:to>
                                        <p:strVal val="hidden"/>
                                      </p:to>
                                    </p:set>
                                  </p:childTnLst>
                                </p:cTn>
                              </p:par>
                              <p:par>
                                <p:cTn id="45" presetID="42" presetClass="exit" presetSubtype="0" fill="hold" nodeType="withEffect">
                                  <p:stCondLst>
                                    <p:cond delay="0"/>
                                  </p:stCondLst>
                                  <p:childTnLst>
                                    <p:animEffect transition="out" filter="fade">
                                      <p:cBhvr>
                                        <p:cTn id="46" dur="1000"/>
                                        <p:tgtEl>
                                          <p:spTgt spid="118"/>
                                        </p:tgtEl>
                                      </p:cBhvr>
                                    </p:animEffect>
                                    <p:anim calcmode="lin" valueType="num">
                                      <p:cBhvr>
                                        <p:cTn id="47" dur="1000"/>
                                        <p:tgtEl>
                                          <p:spTgt spid="118"/>
                                        </p:tgtEl>
                                        <p:attrNameLst>
                                          <p:attrName>ppt_x</p:attrName>
                                        </p:attrNameLst>
                                      </p:cBhvr>
                                      <p:tavLst>
                                        <p:tav tm="0">
                                          <p:val>
                                            <p:strVal val="ppt_x"/>
                                          </p:val>
                                        </p:tav>
                                        <p:tav tm="100000">
                                          <p:val>
                                            <p:strVal val="ppt_x"/>
                                          </p:val>
                                        </p:tav>
                                      </p:tavLst>
                                    </p:anim>
                                    <p:anim calcmode="lin" valueType="num">
                                      <p:cBhvr>
                                        <p:cTn id="48" dur="1000"/>
                                        <p:tgtEl>
                                          <p:spTgt spid="118"/>
                                        </p:tgtEl>
                                        <p:attrNameLst>
                                          <p:attrName>ppt_y</p:attrName>
                                        </p:attrNameLst>
                                      </p:cBhvr>
                                      <p:tavLst>
                                        <p:tav tm="0">
                                          <p:val>
                                            <p:strVal val="ppt_y"/>
                                          </p:val>
                                        </p:tav>
                                        <p:tav tm="100000">
                                          <p:val>
                                            <p:strVal val="ppt_y+.1"/>
                                          </p:val>
                                        </p:tav>
                                      </p:tavLst>
                                    </p:anim>
                                    <p:set>
                                      <p:cBhvr>
                                        <p:cTn id="49" dur="1" fill="hold">
                                          <p:stCondLst>
                                            <p:cond delay="999"/>
                                          </p:stCondLst>
                                        </p:cTn>
                                        <p:tgtEl>
                                          <p:spTgt spid="118"/>
                                        </p:tgtEl>
                                        <p:attrNameLst>
                                          <p:attrName>style.visibility</p:attrName>
                                        </p:attrNameLst>
                                      </p:cBhvr>
                                      <p:to>
                                        <p:strVal val="hidden"/>
                                      </p:to>
                                    </p:set>
                                  </p:childTnLst>
                                </p:cTn>
                              </p:par>
                              <p:par>
                                <p:cTn id="50" presetID="42" presetClass="exit" presetSubtype="0" fill="hold" nodeType="withEffect">
                                  <p:stCondLst>
                                    <p:cond delay="0"/>
                                  </p:stCondLst>
                                  <p:childTnLst>
                                    <p:animEffect transition="out" filter="fade">
                                      <p:cBhvr>
                                        <p:cTn id="51" dur="1000"/>
                                        <p:tgtEl>
                                          <p:spTgt spid="119"/>
                                        </p:tgtEl>
                                      </p:cBhvr>
                                    </p:animEffect>
                                    <p:anim calcmode="lin" valueType="num">
                                      <p:cBhvr>
                                        <p:cTn id="52" dur="1000"/>
                                        <p:tgtEl>
                                          <p:spTgt spid="119"/>
                                        </p:tgtEl>
                                        <p:attrNameLst>
                                          <p:attrName>ppt_x</p:attrName>
                                        </p:attrNameLst>
                                      </p:cBhvr>
                                      <p:tavLst>
                                        <p:tav tm="0">
                                          <p:val>
                                            <p:strVal val="ppt_x"/>
                                          </p:val>
                                        </p:tav>
                                        <p:tav tm="100000">
                                          <p:val>
                                            <p:strVal val="ppt_x"/>
                                          </p:val>
                                        </p:tav>
                                      </p:tavLst>
                                    </p:anim>
                                    <p:anim calcmode="lin" valueType="num">
                                      <p:cBhvr>
                                        <p:cTn id="53" dur="1000"/>
                                        <p:tgtEl>
                                          <p:spTgt spid="119"/>
                                        </p:tgtEl>
                                        <p:attrNameLst>
                                          <p:attrName>ppt_y</p:attrName>
                                        </p:attrNameLst>
                                      </p:cBhvr>
                                      <p:tavLst>
                                        <p:tav tm="0">
                                          <p:val>
                                            <p:strVal val="ppt_y"/>
                                          </p:val>
                                        </p:tav>
                                        <p:tav tm="100000">
                                          <p:val>
                                            <p:strVal val="ppt_y+.1"/>
                                          </p:val>
                                        </p:tav>
                                      </p:tavLst>
                                    </p:anim>
                                    <p:set>
                                      <p:cBhvr>
                                        <p:cTn id="54" dur="1" fill="hold">
                                          <p:stCondLst>
                                            <p:cond delay="999"/>
                                          </p:stCondLst>
                                        </p:cTn>
                                        <p:tgtEl>
                                          <p:spTgt spid="119"/>
                                        </p:tgtEl>
                                        <p:attrNameLst>
                                          <p:attrName>style.visibility</p:attrName>
                                        </p:attrNameLst>
                                      </p:cBhvr>
                                      <p:to>
                                        <p:strVal val="hidden"/>
                                      </p:to>
                                    </p:set>
                                  </p:childTnLst>
                                </p:cTn>
                              </p:par>
                              <p:par>
                                <p:cTn id="55" presetID="42" presetClass="exit" presetSubtype="0" fill="hold" nodeType="withEffect">
                                  <p:stCondLst>
                                    <p:cond delay="0"/>
                                  </p:stCondLst>
                                  <p:childTnLst>
                                    <p:animEffect transition="out" filter="fade">
                                      <p:cBhvr>
                                        <p:cTn id="56" dur="1000"/>
                                        <p:tgtEl>
                                          <p:spTgt spid="120"/>
                                        </p:tgtEl>
                                      </p:cBhvr>
                                    </p:animEffect>
                                    <p:anim calcmode="lin" valueType="num">
                                      <p:cBhvr>
                                        <p:cTn id="57" dur="1000"/>
                                        <p:tgtEl>
                                          <p:spTgt spid="120"/>
                                        </p:tgtEl>
                                        <p:attrNameLst>
                                          <p:attrName>ppt_x</p:attrName>
                                        </p:attrNameLst>
                                      </p:cBhvr>
                                      <p:tavLst>
                                        <p:tav tm="0">
                                          <p:val>
                                            <p:strVal val="ppt_x"/>
                                          </p:val>
                                        </p:tav>
                                        <p:tav tm="100000">
                                          <p:val>
                                            <p:strVal val="ppt_x"/>
                                          </p:val>
                                        </p:tav>
                                      </p:tavLst>
                                    </p:anim>
                                    <p:anim calcmode="lin" valueType="num">
                                      <p:cBhvr>
                                        <p:cTn id="58" dur="1000"/>
                                        <p:tgtEl>
                                          <p:spTgt spid="120"/>
                                        </p:tgtEl>
                                        <p:attrNameLst>
                                          <p:attrName>ppt_y</p:attrName>
                                        </p:attrNameLst>
                                      </p:cBhvr>
                                      <p:tavLst>
                                        <p:tav tm="0">
                                          <p:val>
                                            <p:strVal val="ppt_y"/>
                                          </p:val>
                                        </p:tav>
                                        <p:tav tm="100000">
                                          <p:val>
                                            <p:strVal val="ppt_y+.1"/>
                                          </p:val>
                                        </p:tav>
                                      </p:tavLst>
                                    </p:anim>
                                    <p:set>
                                      <p:cBhvr>
                                        <p:cTn id="59" dur="1" fill="hold">
                                          <p:stCondLst>
                                            <p:cond delay="999"/>
                                          </p:stCondLst>
                                        </p:cTn>
                                        <p:tgtEl>
                                          <p:spTgt spid="120"/>
                                        </p:tgtEl>
                                        <p:attrNameLst>
                                          <p:attrName>style.visibility</p:attrName>
                                        </p:attrNameLst>
                                      </p:cBhvr>
                                      <p:to>
                                        <p:strVal val="hidden"/>
                                      </p:to>
                                    </p:set>
                                  </p:childTnLst>
                                </p:cTn>
                              </p:par>
                              <p:par>
                                <p:cTn id="60" presetID="42" presetClass="exit" presetSubtype="0" fill="hold" nodeType="withEffect">
                                  <p:stCondLst>
                                    <p:cond delay="0"/>
                                  </p:stCondLst>
                                  <p:childTnLst>
                                    <p:animEffect transition="out" filter="fade">
                                      <p:cBhvr>
                                        <p:cTn id="61" dur="1000"/>
                                        <p:tgtEl>
                                          <p:spTgt spid="121"/>
                                        </p:tgtEl>
                                      </p:cBhvr>
                                    </p:animEffect>
                                    <p:anim calcmode="lin" valueType="num">
                                      <p:cBhvr>
                                        <p:cTn id="62" dur="1000"/>
                                        <p:tgtEl>
                                          <p:spTgt spid="121"/>
                                        </p:tgtEl>
                                        <p:attrNameLst>
                                          <p:attrName>ppt_x</p:attrName>
                                        </p:attrNameLst>
                                      </p:cBhvr>
                                      <p:tavLst>
                                        <p:tav tm="0">
                                          <p:val>
                                            <p:strVal val="ppt_x"/>
                                          </p:val>
                                        </p:tav>
                                        <p:tav tm="100000">
                                          <p:val>
                                            <p:strVal val="ppt_x"/>
                                          </p:val>
                                        </p:tav>
                                      </p:tavLst>
                                    </p:anim>
                                    <p:anim calcmode="lin" valueType="num">
                                      <p:cBhvr>
                                        <p:cTn id="63" dur="1000"/>
                                        <p:tgtEl>
                                          <p:spTgt spid="121"/>
                                        </p:tgtEl>
                                        <p:attrNameLst>
                                          <p:attrName>ppt_y</p:attrName>
                                        </p:attrNameLst>
                                      </p:cBhvr>
                                      <p:tavLst>
                                        <p:tav tm="0">
                                          <p:val>
                                            <p:strVal val="ppt_y"/>
                                          </p:val>
                                        </p:tav>
                                        <p:tav tm="100000">
                                          <p:val>
                                            <p:strVal val="ppt_y+.1"/>
                                          </p:val>
                                        </p:tav>
                                      </p:tavLst>
                                    </p:anim>
                                    <p:set>
                                      <p:cBhvr>
                                        <p:cTn id="64" dur="1" fill="hold">
                                          <p:stCondLst>
                                            <p:cond delay="999"/>
                                          </p:stCondLst>
                                        </p:cTn>
                                        <p:tgtEl>
                                          <p:spTgt spid="121"/>
                                        </p:tgtEl>
                                        <p:attrNameLst>
                                          <p:attrName>style.visibility</p:attrName>
                                        </p:attrNameLst>
                                      </p:cBhvr>
                                      <p:to>
                                        <p:strVal val="hidden"/>
                                      </p:to>
                                    </p:set>
                                  </p:childTnLst>
                                </p:cTn>
                              </p:par>
                              <p:par>
                                <p:cTn id="65" presetID="42" presetClass="exit" presetSubtype="0" fill="hold" nodeType="withEffect">
                                  <p:stCondLst>
                                    <p:cond delay="0"/>
                                  </p:stCondLst>
                                  <p:childTnLst>
                                    <p:animEffect transition="out" filter="fade">
                                      <p:cBhvr>
                                        <p:cTn id="66" dur="1000"/>
                                        <p:tgtEl>
                                          <p:spTgt spid="123"/>
                                        </p:tgtEl>
                                      </p:cBhvr>
                                    </p:animEffect>
                                    <p:anim calcmode="lin" valueType="num">
                                      <p:cBhvr>
                                        <p:cTn id="67" dur="1000"/>
                                        <p:tgtEl>
                                          <p:spTgt spid="123"/>
                                        </p:tgtEl>
                                        <p:attrNameLst>
                                          <p:attrName>ppt_x</p:attrName>
                                        </p:attrNameLst>
                                      </p:cBhvr>
                                      <p:tavLst>
                                        <p:tav tm="0">
                                          <p:val>
                                            <p:strVal val="ppt_x"/>
                                          </p:val>
                                        </p:tav>
                                        <p:tav tm="100000">
                                          <p:val>
                                            <p:strVal val="ppt_x"/>
                                          </p:val>
                                        </p:tav>
                                      </p:tavLst>
                                    </p:anim>
                                    <p:anim calcmode="lin" valueType="num">
                                      <p:cBhvr>
                                        <p:cTn id="68" dur="1000"/>
                                        <p:tgtEl>
                                          <p:spTgt spid="123"/>
                                        </p:tgtEl>
                                        <p:attrNameLst>
                                          <p:attrName>ppt_y</p:attrName>
                                        </p:attrNameLst>
                                      </p:cBhvr>
                                      <p:tavLst>
                                        <p:tav tm="0">
                                          <p:val>
                                            <p:strVal val="ppt_y"/>
                                          </p:val>
                                        </p:tav>
                                        <p:tav tm="100000">
                                          <p:val>
                                            <p:strVal val="ppt_y+.1"/>
                                          </p:val>
                                        </p:tav>
                                      </p:tavLst>
                                    </p:anim>
                                    <p:set>
                                      <p:cBhvr>
                                        <p:cTn id="69" dur="1" fill="hold">
                                          <p:stCondLst>
                                            <p:cond delay="999"/>
                                          </p:stCondLst>
                                        </p:cTn>
                                        <p:tgtEl>
                                          <p:spTgt spid="123"/>
                                        </p:tgtEl>
                                        <p:attrNameLst>
                                          <p:attrName>style.visibility</p:attrName>
                                        </p:attrNameLst>
                                      </p:cBhvr>
                                      <p:to>
                                        <p:strVal val="hidden"/>
                                      </p:to>
                                    </p:set>
                                  </p:childTnLst>
                                </p:cTn>
                              </p:par>
                              <p:par>
                                <p:cTn id="70" presetID="42" presetClass="exit" presetSubtype="0" fill="hold" nodeType="withEffect">
                                  <p:stCondLst>
                                    <p:cond delay="0"/>
                                  </p:stCondLst>
                                  <p:childTnLst>
                                    <p:animEffect transition="out" filter="fade">
                                      <p:cBhvr>
                                        <p:cTn id="71" dur="1000"/>
                                        <p:tgtEl>
                                          <p:spTgt spid="135"/>
                                        </p:tgtEl>
                                      </p:cBhvr>
                                    </p:animEffect>
                                    <p:anim calcmode="lin" valueType="num">
                                      <p:cBhvr>
                                        <p:cTn id="72" dur="1000"/>
                                        <p:tgtEl>
                                          <p:spTgt spid="135"/>
                                        </p:tgtEl>
                                        <p:attrNameLst>
                                          <p:attrName>ppt_x</p:attrName>
                                        </p:attrNameLst>
                                      </p:cBhvr>
                                      <p:tavLst>
                                        <p:tav tm="0">
                                          <p:val>
                                            <p:strVal val="ppt_x"/>
                                          </p:val>
                                        </p:tav>
                                        <p:tav tm="100000">
                                          <p:val>
                                            <p:strVal val="ppt_x"/>
                                          </p:val>
                                        </p:tav>
                                      </p:tavLst>
                                    </p:anim>
                                    <p:anim calcmode="lin" valueType="num">
                                      <p:cBhvr>
                                        <p:cTn id="73" dur="1000"/>
                                        <p:tgtEl>
                                          <p:spTgt spid="135"/>
                                        </p:tgtEl>
                                        <p:attrNameLst>
                                          <p:attrName>ppt_y</p:attrName>
                                        </p:attrNameLst>
                                      </p:cBhvr>
                                      <p:tavLst>
                                        <p:tav tm="0">
                                          <p:val>
                                            <p:strVal val="ppt_y"/>
                                          </p:val>
                                        </p:tav>
                                        <p:tav tm="100000">
                                          <p:val>
                                            <p:strVal val="ppt_y+.1"/>
                                          </p:val>
                                        </p:tav>
                                      </p:tavLst>
                                    </p:anim>
                                    <p:set>
                                      <p:cBhvr>
                                        <p:cTn id="74" dur="1" fill="hold">
                                          <p:stCondLst>
                                            <p:cond delay="999"/>
                                          </p:stCondLst>
                                        </p:cTn>
                                        <p:tgtEl>
                                          <p:spTgt spid="135"/>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7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3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3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5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5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5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5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55"/>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56"/>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5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58"/>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5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60"/>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61"/>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6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7" presetClass="emph" presetSubtype="2" fill="hold" nodeType="clickEffect">
                                  <p:stCondLst>
                                    <p:cond delay="0"/>
                                  </p:stCondLst>
                                  <p:childTnLst>
                                    <p:animClr clrSpc="rgb" dir="cw">
                                      <p:cBhvr>
                                        <p:cTn id="114" dur="500" fill="hold"/>
                                        <p:tgtEl>
                                          <p:spTgt spid="158"/>
                                        </p:tgtEl>
                                        <p:attrNameLst>
                                          <p:attrName>stroke.color</p:attrName>
                                        </p:attrNameLst>
                                      </p:cBhvr>
                                      <p:to>
                                        <a:schemeClr val="accent2"/>
                                      </p:to>
                                    </p:animClr>
                                    <p:set>
                                      <p:cBhvr>
                                        <p:cTn id="115" dur="500" fill="hold"/>
                                        <p:tgtEl>
                                          <p:spTgt spid="158"/>
                                        </p:tgtEl>
                                        <p:attrNameLst>
                                          <p:attrName>stroke.on</p:attrName>
                                        </p:attrNameLst>
                                      </p:cBhvr>
                                      <p:to>
                                        <p:strVal val="true"/>
                                      </p:to>
                                    </p:set>
                                  </p:childTnLst>
                                </p:cTn>
                              </p:par>
                            </p:childTnLst>
                          </p:cTn>
                        </p:par>
                      </p:childTnLst>
                    </p:cTn>
                  </p:par>
                  <p:par>
                    <p:cTn id="116" fill="hold">
                      <p:stCondLst>
                        <p:cond delay="indefinite"/>
                      </p:stCondLst>
                      <p:childTnLst>
                        <p:par>
                          <p:cTn id="117" fill="hold">
                            <p:stCondLst>
                              <p:cond delay="0"/>
                            </p:stCondLst>
                            <p:childTnLst>
                              <p:par>
                                <p:cTn id="118" presetID="42" presetClass="exit" presetSubtype="0" fill="hold" nodeType="clickEffect">
                                  <p:stCondLst>
                                    <p:cond delay="0"/>
                                  </p:stCondLst>
                                  <p:childTnLst>
                                    <p:animEffect transition="out" filter="fade">
                                      <p:cBhvr>
                                        <p:cTn id="119" dur="1000"/>
                                        <p:tgtEl>
                                          <p:spTgt spid="151"/>
                                        </p:tgtEl>
                                      </p:cBhvr>
                                    </p:animEffect>
                                    <p:anim calcmode="lin" valueType="num">
                                      <p:cBhvr>
                                        <p:cTn id="120" dur="1000"/>
                                        <p:tgtEl>
                                          <p:spTgt spid="151"/>
                                        </p:tgtEl>
                                        <p:attrNameLst>
                                          <p:attrName>ppt_x</p:attrName>
                                        </p:attrNameLst>
                                      </p:cBhvr>
                                      <p:tavLst>
                                        <p:tav tm="0">
                                          <p:val>
                                            <p:strVal val="ppt_x"/>
                                          </p:val>
                                        </p:tav>
                                        <p:tav tm="100000">
                                          <p:val>
                                            <p:strVal val="ppt_x"/>
                                          </p:val>
                                        </p:tav>
                                      </p:tavLst>
                                    </p:anim>
                                    <p:anim calcmode="lin" valueType="num">
                                      <p:cBhvr>
                                        <p:cTn id="121" dur="1000"/>
                                        <p:tgtEl>
                                          <p:spTgt spid="151"/>
                                        </p:tgtEl>
                                        <p:attrNameLst>
                                          <p:attrName>ppt_y</p:attrName>
                                        </p:attrNameLst>
                                      </p:cBhvr>
                                      <p:tavLst>
                                        <p:tav tm="0">
                                          <p:val>
                                            <p:strVal val="ppt_y"/>
                                          </p:val>
                                        </p:tav>
                                        <p:tav tm="100000">
                                          <p:val>
                                            <p:strVal val="ppt_y+.1"/>
                                          </p:val>
                                        </p:tav>
                                      </p:tavLst>
                                    </p:anim>
                                    <p:set>
                                      <p:cBhvr>
                                        <p:cTn id="122" dur="1" fill="hold">
                                          <p:stCondLst>
                                            <p:cond delay="999"/>
                                          </p:stCondLst>
                                        </p:cTn>
                                        <p:tgtEl>
                                          <p:spTgt spid="151"/>
                                        </p:tgtEl>
                                        <p:attrNameLst>
                                          <p:attrName>style.visibility</p:attrName>
                                        </p:attrNameLst>
                                      </p:cBhvr>
                                      <p:to>
                                        <p:strVal val="hidden"/>
                                      </p:to>
                                    </p:set>
                                  </p:childTnLst>
                                </p:cTn>
                              </p:par>
                              <p:par>
                                <p:cTn id="123" presetID="42" presetClass="exit" presetSubtype="0" fill="hold" nodeType="withEffect">
                                  <p:stCondLst>
                                    <p:cond delay="0"/>
                                  </p:stCondLst>
                                  <p:childTnLst>
                                    <p:animEffect transition="out" filter="fade">
                                      <p:cBhvr>
                                        <p:cTn id="124" dur="1000"/>
                                        <p:tgtEl>
                                          <p:spTgt spid="154"/>
                                        </p:tgtEl>
                                      </p:cBhvr>
                                    </p:animEffect>
                                    <p:anim calcmode="lin" valueType="num">
                                      <p:cBhvr>
                                        <p:cTn id="125" dur="1000"/>
                                        <p:tgtEl>
                                          <p:spTgt spid="154"/>
                                        </p:tgtEl>
                                        <p:attrNameLst>
                                          <p:attrName>ppt_x</p:attrName>
                                        </p:attrNameLst>
                                      </p:cBhvr>
                                      <p:tavLst>
                                        <p:tav tm="0">
                                          <p:val>
                                            <p:strVal val="ppt_x"/>
                                          </p:val>
                                        </p:tav>
                                        <p:tav tm="100000">
                                          <p:val>
                                            <p:strVal val="ppt_x"/>
                                          </p:val>
                                        </p:tav>
                                      </p:tavLst>
                                    </p:anim>
                                    <p:anim calcmode="lin" valueType="num">
                                      <p:cBhvr>
                                        <p:cTn id="126" dur="1000"/>
                                        <p:tgtEl>
                                          <p:spTgt spid="154"/>
                                        </p:tgtEl>
                                        <p:attrNameLst>
                                          <p:attrName>ppt_y</p:attrName>
                                        </p:attrNameLst>
                                      </p:cBhvr>
                                      <p:tavLst>
                                        <p:tav tm="0">
                                          <p:val>
                                            <p:strVal val="ppt_y"/>
                                          </p:val>
                                        </p:tav>
                                        <p:tav tm="100000">
                                          <p:val>
                                            <p:strVal val="ppt_y+.1"/>
                                          </p:val>
                                        </p:tav>
                                      </p:tavLst>
                                    </p:anim>
                                    <p:set>
                                      <p:cBhvr>
                                        <p:cTn id="127" dur="1" fill="hold">
                                          <p:stCondLst>
                                            <p:cond delay="999"/>
                                          </p:stCondLst>
                                        </p:cTn>
                                        <p:tgtEl>
                                          <p:spTgt spid="154"/>
                                        </p:tgtEl>
                                        <p:attrNameLst>
                                          <p:attrName>style.visibility</p:attrName>
                                        </p:attrNameLst>
                                      </p:cBhvr>
                                      <p:to>
                                        <p:strVal val="hidden"/>
                                      </p:to>
                                    </p:set>
                                  </p:childTnLst>
                                </p:cTn>
                              </p:par>
                              <p:par>
                                <p:cTn id="128" presetID="42" presetClass="exit" presetSubtype="0" fill="hold" nodeType="withEffect">
                                  <p:stCondLst>
                                    <p:cond delay="0"/>
                                  </p:stCondLst>
                                  <p:childTnLst>
                                    <p:animEffect transition="out" filter="fade">
                                      <p:cBhvr>
                                        <p:cTn id="129" dur="1000"/>
                                        <p:tgtEl>
                                          <p:spTgt spid="157"/>
                                        </p:tgtEl>
                                      </p:cBhvr>
                                    </p:animEffect>
                                    <p:anim calcmode="lin" valueType="num">
                                      <p:cBhvr>
                                        <p:cTn id="130" dur="1000"/>
                                        <p:tgtEl>
                                          <p:spTgt spid="157"/>
                                        </p:tgtEl>
                                        <p:attrNameLst>
                                          <p:attrName>ppt_x</p:attrName>
                                        </p:attrNameLst>
                                      </p:cBhvr>
                                      <p:tavLst>
                                        <p:tav tm="0">
                                          <p:val>
                                            <p:strVal val="ppt_x"/>
                                          </p:val>
                                        </p:tav>
                                        <p:tav tm="100000">
                                          <p:val>
                                            <p:strVal val="ppt_x"/>
                                          </p:val>
                                        </p:tav>
                                      </p:tavLst>
                                    </p:anim>
                                    <p:anim calcmode="lin" valueType="num">
                                      <p:cBhvr>
                                        <p:cTn id="131" dur="1000"/>
                                        <p:tgtEl>
                                          <p:spTgt spid="157"/>
                                        </p:tgtEl>
                                        <p:attrNameLst>
                                          <p:attrName>ppt_y</p:attrName>
                                        </p:attrNameLst>
                                      </p:cBhvr>
                                      <p:tavLst>
                                        <p:tav tm="0">
                                          <p:val>
                                            <p:strVal val="ppt_y"/>
                                          </p:val>
                                        </p:tav>
                                        <p:tav tm="100000">
                                          <p:val>
                                            <p:strVal val="ppt_y+.1"/>
                                          </p:val>
                                        </p:tav>
                                      </p:tavLst>
                                    </p:anim>
                                    <p:set>
                                      <p:cBhvr>
                                        <p:cTn id="132" dur="1" fill="hold">
                                          <p:stCondLst>
                                            <p:cond delay="999"/>
                                          </p:stCondLst>
                                        </p:cTn>
                                        <p:tgtEl>
                                          <p:spTgt spid="157"/>
                                        </p:tgtEl>
                                        <p:attrNameLst>
                                          <p:attrName>style.visibility</p:attrName>
                                        </p:attrNameLst>
                                      </p:cBhvr>
                                      <p:to>
                                        <p:strVal val="hidden"/>
                                      </p:to>
                                    </p:set>
                                  </p:childTnLst>
                                </p:cTn>
                              </p:par>
                              <p:par>
                                <p:cTn id="133" presetID="42" presetClass="exit" presetSubtype="0" fill="hold" nodeType="withEffect">
                                  <p:stCondLst>
                                    <p:cond delay="0"/>
                                  </p:stCondLst>
                                  <p:childTnLst>
                                    <p:animEffect transition="out" filter="fade">
                                      <p:cBhvr>
                                        <p:cTn id="134" dur="1000"/>
                                        <p:tgtEl>
                                          <p:spTgt spid="159"/>
                                        </p:tgtEl>
                                      </p:cBhvr>
                                    </p:animEffect>
                                    <p:anim calcmode="lin" valueType="num">
                                      <p:cBhvr>
                                        <p:cTn id="135" dur="1000"/>
                                        <p:tgtEl>
                                          <p:spTgt spid="159"/>
                                        </p:tgtEl>
                                        <p:attrNameLst>
                                          <p:attrName>ppt_x</p:attrName>
                                        </p:attrNameLst>
                                      </p:cBhvr>
                                      <p:tavLst>
                                        <p:tav tm="0">
                                          <p:val>
                                            <p:strVal val="ppt_x"/>
                                          </p:val>
                                        </p:tav>
                                        <p:tav tm="100000">
                                          <p:val>
                                            <p:strVal val="ppt_x"/>
                                          </p:val>
                                        </p:tav>
                                      </p:tavLst>
                                    </p:anim>
                                    <p:anim calcmode="lin" valueType="num">
                                      <p:cBhvr>
                                        <p:cTn id="136" dur="1000"/>
                                        <p:tgtEl>
                                          <p:spTgt spid="159"/>
                                        </p:tgtEl>
                                        <p:attrNameLst>
                                          <p:attrName>ppt_y</p:attrName>
                                        </p:attrNameLst>
                                      </p:cBhvr>
                                      <p:tavLst>
                                        <p:tav tm="0">
                                          <p:val>
                                            <p:strVal val="ppt_y"/>
                                          </p:val>
                                        </p:tav>
                                        <p:tav tm="100000">
                                          <p:val>
                                            <p:strVal val="ppt_y+.1"/>
                                          </p:val>
                                        </p:tav>
                                      </p:tavLst>
                                    </p:anim>
                                    <p:set>
                                      <p:cBhvr>
                                        <p:cTn id="137" dur="1" fill="hold">
                                          <p:stCondLst>
                                            <p:cond delay="999"/>
                                          </p:stCondLst>
                                        </p:cTn>
                                        <p:tgtEl>
                                          <p:spTgt spid="159"/>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7" presetClass="emph" presetSubtype="2" fill="hold" nodeType="clickEffect">
                                  <p:stCondLst>
                                    <p:cond delay="0"/>
                                  </p:stCondLst>
                                  <p:childTnLst>
                                    <p:animClr clrSpc="rgb" dir="cw">
                                      <p:cBhvr>
                                        <p:cTn id="141" dur="500" fill="hold"/>
                                        <p:tgtEl>
                                          <p:spTgt spid="155"/>
                                        </p:tgtEl>
                                        <p:attrNameLst>
                                          <p:attrName>stroke.color</p:attrName>
                                        </p:attrNameLst>
                                      </p:cBhvr>
                                      <p:to>
                                        <a:schemeClr val="accent2"/>
                                      </p:to>
                                    </p:animClr>
                                    <p:set>
                                      <p:cBhvr>
                                        <p:cTn id="142" dur="500" fill="hold"/>
                                        <p:tgtEl>
                                          <p:spTgt spid="155"/>
                                        </p:tgtEl>
                                        <p:attrNameLst>
                                          <p:attrName>stroke.on</p:attrName>
                                        </p:attrNameLst>
                                      </p:cBhvr>
                                      <p:to>
                                        <p:strVal val="true"/>
                                      </p:to>
                                    </p:set>
                                  </p:childTnLst>
                                </p:cTn>
                              </p:par>
                            </p:childTnLst>
                          </p:cTn>
                        </p:par>
                      </p:childTnLst>
                    </p:cTn>
                  </p:par>
                  <p:par>
                    <p:cTn id="143" fill="hold">
                      <p:stCondLst>
                        <p:cond delay="indefinite"/>
                      </p:stCondLst>
                      <p:childTnLst>
                        <p:par>
                          <p:cTn id="144" fill="hold">
                            <p:stCondLst>
                              <p:cond delay="0"/>
                            </p:stCondLst>
                            <p:childTnLst>
                              <p:par>
                                <p:cTn id="145" presetID="42" presetClass="exit" presetSubtype="0" fill="hold" nodeType="clickEffect">
                                  <p:stCondLst>
                                    <p:cond delay="0"/>
                                  </p:stCondLst>
                                  <p:childTnLst>
                                    <p:animEffect transition="out" filter="fade">
                                      <p:cBhvr>
                                        <p:cTn id="146" dur="1000"/>
                                        <p:tgtEl>
                                          <p:spTgt spid="151"/>
                                        </p:tgtEl>
                                      </p:cBhvr>
                                    </p:animEffect>
                                    <p:anim calcmode="lin" valueType="num">
                                      <p:cBhvr>
                                        <p:cTn id="147" dur="1000"/>
                                        <p:tgtEl>
                                          <p:spTgt spid="151"/>
                                        </p:tgtEl>
                                        <p:attrNameLst>
                                          <p:attrName>ppt_x</p:attrName>
                                        </p:attrNameLst>
                                      </p:cBhvr>
                                      <p:tavLst>
                                        <p:tav tm="0">
                                          <p:val>
                                            <p:strVal val="ppt_x"/>
                                          </p:val>
                                        </p:tav>
                                        <p:tav tm="100000">
                                          <p:val>
                                            <p:strVal val="ppt_x"/>
                                          </p:val>
                                        </p:tav>
                                      </p:tavLst>
                                    </p:anim>
                                    <p:anim calcmode="lin" valueType="num">
                                      <p:cBhvr>
                                        <p:cTn id="148" dur="1000"/>
                                        <p:tgtEl>
                                          <p:spTgt spid="151"/>
                                        </p:tgtEl>
                                        <p:attrNameLst>
                                          <p:attrName>ppt_y</p:attrName>
                                        </p:attrNameLst>
                                      </p:cBhvr>
                                      <p:tavLst>
                                        <p:tav tm="0">
                                          <p:val>
                                            <p:strVal val="ppt_y"/>
                                          </p:val>
                                        </p:tav>
                                        <p:tav tm="100000">
                                          <p:val>
                                            <p:strVal val="ppt_y+.1"/>
                                          </p:val>
                                        </p:tav>
                                      </p:tavLst>
                                    </p:anim>
                                    <p:set>
                                      <p:cBhvr>
                                        <p:cTn id="149" dur="1" fill="hold">
                                          <p:stCondLst>
                                            <p:cond delay="999"/>
                                          </p:stCondLst>
                                        </p:cTn>
                                        <p:tgtEl>
                                          <p:spTgt spid="151"/>
                                        </p:tgtEl>
                                        <p:attrNameLst>
                                          <p:attrName>style.visibility</p:attrName>
                                        </p:attrNameLst>
                                      </p:cBhvr>
                                      <p:to>
                                        <p:strVal val="hidden"/>
                                      </p:to>
                                    </p:set>
                                  </p:childTnLst>
                                </p:cTn>
                              </p:par>
                              <p:par>
                                <p:cTn id="150" presetID="42" presetClass="exit" presetSubtype="0" fill="hold" nodeType="withEffect">
                                  <p:stCondLst>
                                    <p:cond delay="0"/>
                                  </p:stCondLst>
                                  <p:childTnLst>
                                    <p:animEffect transition="out" filter="fade">
                                      <p:cBhvr>
                                        <p:cTn id="151" dur="1000"/>
                                        <p:tgtEl>
                                          <p:spTgt spid="156"/>
                                        </p:tgtEl>
                                      </p:cBhvr>
                                    </p:animEffect>
                                    <p:anim calcmode="lin" valueType="num">
                                      <p:cBhvr>
                                        <p:cTn id="152" dur="1000"/>
                                        <p:tgtEl>
                                          <p:spTgt spid="156"/>
                                        </p:tgtEl>
                                        <p:attrNameLst>
                                          <p:attrName>ppt_x</p:attrName>
                                        </p:attrNameLst>
                                      </p:cBhvr>
                                      <p:tavLst>
                                        <p:tav tm="0">
                                          <p:val>
                                            <p:strVal val="ppt_x"/>
                                          </p:val>
                                        </p:tav>
                                        <p:tav tm="100000">
                                          <p:val>
                                            <p:strVal val="ppt_x"/>
                                          </p:val>
                                        </p:tav>
                                      </p:tavLst>
                                    </p:anim>
                                    <p:anim calcmode="lin" valueType="num">
                                      <p:cBhvr>
                                        <p:cTn id="153" dur="1000"/>
                                        <p:tgtEl>
                                          <p:spTgt spid="156"/>
                                        </p:tgtEl>
                                        <p:attrNameLst>
                                          <p:attrName>ppt_y</p:attrName>
                                        </p:attrNameLst>
                                      </p:cBhvr>
                                      <p:tavLst>
                                        <p:tav tm="0">
                                          <p:val>
                                            <p:strVal val="ppt_y"/>
                                          </p:val>
                                        </p:tav>
                                        <p:tav tm="100000">
                                          <p:val>
                                            <p:strVal val="ppt_y+.1"/>
                                          </p:val>
                                        </p:tav>
                                      </p:tavLst>
                                    </p:anim>
                                    <p:set>
                                      <p:cBhvr>
                                        <p:cTn id="154" dur="1" fill="hold">
                                          <p:stCondLst>
                                            <p:cond delay="999"/>
                                          </p:stCondLst>
                                        </p:cTn>
                                        <p:tgtEl>
                                          <p:spTgt spid="156"/>
                                        </p:tgtEl>
                                        <p:attrNameLst>
                                          <p:attrName>style.visibility</p:attrName>
                                        </p:attrNameLst>
                                      </p:cBhvr>
                                      <p:to>
                                        <p:strVal val="hidden"/>
                                      </p:to>
                                    </p:set>
                                  </p:childTnLst>
                                </p:cTn>
                              </p:par>
                              <p:par>
                                <p:cTn id="155" presetID="42" presetClass="exit" presetSubtype="0" fill="hold" nodeType="withEffect">
                                  <p:stCondLst>
                                    <p:cond delay="0"/>
                                  </p:stCondLst>
                                  <p:childTnLst>
                                    <p:animEffect transition="out" filter="fade">
                                      <p:cBhvr>
                                        <p:cTn id="156" dur="1000"/>
                                        <p:tgtEl>
                                          <p:spTgt spid="161"/>
                                        </p:tgtEl>
                                      </p:cBhvr>
                                    </p:animEffect>
                                    <p:anim calcmode="lin" valueType="num">
                                      <p:cBhvr>
                                        <p:cTn id="157" dur="1000"/>
                                        <p:tgtEl>
                                          <p:spTgt spid="161"/>
                                        </p:tgtEl>
                                        <p:attrNameLst>
                                          <p:attrName>ppt_x</p:attrName>
                                        </p:attrNameLst>
                                      </p:cBhvr>
                                      <p:tavLst>
                                        <p:tav tm="0">
                                          <p:val>
                                            <p:strVal val="ppt_x"/>
                                          </p:val>
                                        </p:tav>
                                        <p:tav tm="100000">
                                          <p:val>
                                            <p:strVal val="ppt_x"/>
                                          </p:val>
                                        </p:tav>
                                      </p:tavLst>
                                    </p:anim>
                                    <p:anim calcmode="lin" valueType="num">
                                      <p:cBhvr>
                                        <p:cTn id="158" dur="1000"/>
                                        <p:tgtEl>
                                          <p:spTgt spid="161"/>
                                        </p:tgtEl>
                                        <p:attrNameLst>
                                          <p:attrName>ppt_y</p:attrName>
                                        </p:attrNameLst>
                                      </p:cBhvr>
                                      <p:tavLst>
                                        <p:tav tm="0">
                                          <p:val>
                                            <p:strVal val="ppt_y"/>
                                          </p:val>
                                        </p:tav>
                                        <p:tav tm="100000">
                                          <p:val>
                                            <p:strVal val="ppt_y+.1"/>
                                          </p:val>
                                        </p:tav>
                                      </p:tavLst>
                                    </p:anim>
                                    <p:set>
                                      <p:cBhvr>
                                        <p:cTn id="159" dur="1" fill="hold">
                                          <p:stCondLst>
                                            <p:cond delay="999"/>
                                          </p:stCondLst>
                                        </p:cTn>
                                        <p:tgtEl>
                                          <p:spTgt spid="161"/>
                                        </p:tgtEl>
                                        <p:attrNameLst>
                                          <p:attrName>style.visibility</p:attrName>
                                        </p:attrNameLst>
                                      </p:cBhvr>
                                      <p:to>
                                        <p:strVal val="hidden"/>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178"/>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nodeType="clickEffect">
                                  <p:stCondLst>
                                    <p:cond delay="0"/>
                                  </p:stCondLst>
                                  <p:childTnLst>
                                    <p:set>
                                      <p:cBhvr>
                                        <p:cTn id="167" dur="1" fill="hold">
                                          <p:stCondLst>
                                            <p:cond delay="0"/>
                                          </p:stCondLst>
                                        </p:cTn>
                                        <p:tgtEl>
                                          <p:spTgt spid="7"/>
                                        </p:tgtEl>
                                        <p:attrNameLst>
                                          <p:attrName>style.visibility</p:attrName>
                                        </p:attrNameLst>
                                      </p:cBhvr>
                                      <p:to>
                                        <p:strVal val="visible"/>
                                      </p:to>
                                    </p:set>
                                  </p:childTnLst>
                                </p:cTn>
                              </p:par>
                              <p:par>
                                <p:cTn id="168" presetID="1" presetClass="entr" presetSubtype="0" fill="hold" nodeType="withEffect">
                                  <p:stCondLst>
                                    <p:cond delay="0"/>
                                  </p:stCondLst>
                                  <p:childTnLst>
                                    <p:set>
                                      <p:cBhvr>
                                        <p:cTn id="169" dur="1" fill="hold">
                                          <p:stCondLst>
                                            <p:cond delay="0"/>
                                          </p:stCondLst>
                                        </p:cTn>
                                        <p:tgtEl>
                                          <p:spTgt spid="58"/>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163"/>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164"/>
                                        </p:tgtEl>
                                        <p:attrNameLst>
                                          <p:attrName>style.visibility</p:attrName>
                                        </p:attrNameLst>
                                      </p:cBhvr>
                                      <p:to>
                                        <p:strVal val="visible"/>
                                      </p:to>
                                    </p:set>
                                  </p:childTnLst>
                                </p:cTn>
                              </p:par>
                              <p:par>
                                <p:cTn id="174" presetID="1" presetClass="entr" presetSubtype="0" fill="hold" nodeType="withEffect">
                                  <p:stCondLst>
                                    <p:cond delay="0"/>
                                  </p:stCondLst>
                                  <p:childTnLst>
                                    <p:set>
                                      <p:cBhvr>
                                        <p:cTn id="175" dur="1" fill="hold">
                                          <p:stCondLst>
                                            <p:cond delay="0"/>
                                          </p:stCondLst>
                                        </p:cTn>
                                        <p:tgtEl>
                                          <p:spTgt spid="165"/>
                                        </p:tgtEl>
                                        <p:attrNameLst>
                                          <p:attrName>style.visibility</p:attrName>
                                        </p:attrNameLst>
                                      </p:cBhvr>
                                      <p:to>
                                        <p:strVal val="visible"/>
                                      </p:to>
                                    </p:set>
                                  </p:childTnLst>
                                </p:cTn>
                              </p:par>
                              <p:par>
                                <p:cTn id="176" presetID="1" presetClass="entr" presetSubtype="0" fill="hold" grpId="0" nodeType="withEffect">
                                  <p:stCondLst>
                                    <p:cond delay="0"/>
                                  </p:stCondLst>
                                  <p:childTnLst>
                                    <p:set>
                                      <p:cBhvr>
                                        <p:cTn id="177" dur="1" fill="hold">
                                          <p:stCondLst>
                                            <p:cond delay="0"/>
                                          </p:stCondLst>
                                        </p:cTn>
                                        <p:tgtEl>
                                          <p:spTgt spid="166"/>
                                        </p:tgtEl>
                                        <p:attrNameLst>
                                          <p:attrName>style.visibility</p:attrName>
                                        </p:attrNameLst>
                                      </p:cBhvr>
                                      <p:to>
                                        <p:strVal val="visible"/>
                                      </p:to>
                                    </p:set>
                                  </p:childTnLst>
                                </p:cTn>
                              </p:par>
                              <p:par>
                                <p:cTn id="178" presetID="1" presetClass="entr" presetSubtype="0" fill="hold" grpId="0" nodeType="withEffect">
                                  <p:stCondLst>
                                    <p:cond delay="0"/>
                                  </p:stCondLst>
                                  <p:childTnLst>
                                    <p:set>
                                      <p:cBhvr>
                                        <p:cTn id="179" dur="1" fill="hold">
                                          <p:stCondLst>
                                            <p:cond delay="0"/>
                                          </p:stCondLst>
                                        </p:cTn>
                                        <p:tgtEl>
                                          <p:spTgt spid="167"/>
                                        </p:tgtEl>
                                        <p:attrNameLst>
                                          <p:attrName>style.visibility</p:attrName>
                                        </p:attrNameLst>
                                      </p:cBhvr>
                                      <p:to>
                                        <p:strVal val="visible"/>
                                      </p:to>
                                    </p:set>
                                  </p:childTnLst>
                                </p:cTn>
                              </p:par>
                              <p:par>
                                <p:cTn id="180" presetID="1" presetClass="entr" presetSubtype="0" fill="hold" nodeType="withEffect">
                                  <p:stCondLst>
                                    <p:cond delay="0"/>
                                  </p:stCondLst>
                                  <p:childTnLst>
                                    <p:set>
                                      <p:cBhvr>
                                        <p:cTn id="181" dur="1" fill="hold">
                                          <p:stCondLst>
                                            <p:cond delay="0"/>
                                          </p:stCondLst>
                                        </p:cTn>
                                        <p:tgtEl>
                                          <p:spTgt spid="168"/>
                                        </p:tgtEl>
                                        <p:attrNameLst>
                                          <p:attrName>style.visibility</p:attrName>
                                        </p:attrNameLst>
                                      </p:cBhvr>
                                      <p:to>
                                        <p:strVal val="visible"/>
                                      </p:to>
                                    </p:set>
                                  </p:childTnLst>
                                </p:cTn>
                              </p:par>
                              <p:par>
                                <p:cTn id="182" presetID="1" presetClass="entr" presetSubtype="0" fill="hold" nodeType="withEffect">
                                  <p:stCondLst>
                                    <p:cond delay="0"/>
                                  </p:stCondLst>
                                  <p:childTnLst>
                                    <p:set>
                                      <p:cBhvr>
                                        <p:cTn id="183" dur="1" fill="hold">
                                          <p:stCondLst>
                                            <p:cond delay="0"/>
                                          </p:stCondLst>
                                        </p:cTn>
                                        <p:tgtEl>
                                          <p:spTgt spid="169"/>
                                        </p:tgtEl>
                                        <p:attrNameLst>
                                          <p:attrName>style.visibility</p:attrName>
                                        </p:attrNameLst>
                                      </p:cBhvr>
                                      <p:to>
                                        <p:strVal val="visible"/>
                                      </p:to>
                                    </p:set>
                                  </p:childTnLst>
                                </p:cTn>
                              </p:par>
                              <p:par>
                                <p:cTn id="184" presetID="1" presetClass="entr" presetSubtype="0" fill="hold" nodeType="withEffect">
                                  <p:stCondLst>
                                    <p:cond delay="0"/>
                                  </p:stCondLst>
                                  <p:childTnLst>
                                    <p:set>
                                      <p:cBhvr>
                                        <p:cTn id="185" dur="1" fill="hold">
                                          <p:stCondLst>
                                            <p:cond delay="0"/>
                                          </p:stCondLst>
                                        </p:cTn>
                                        <p:tgtEl>
                                          <p:spTgt spid="170"/>
                                        </p:tgtEl>
                                        <p:attrNameLst>
                                          <p:attrName>style.visibility</p:attrName>
                                        </p:attrNameLst>
                                      </p:cBhvr>
                                      <p:to>
                                        <p:strVal val="visible"/>
                                      </p:to>
                                    </p:set>
                                  </p:childTnLst>
                                </p:cTn>
                              </p:par>
                              <p:par>
                                <p:cTn id="186" presetID="1" presetClass="entr" presetSubtype="0" fill="hold" nodeType="withEffect">
                                  <p:stCondLst>
                                    <p:cond delay="0"/>
                                  </p:stCondLst>
                                  <p:childTnLst>
                                    <p:set>
                                      <p:cBhvr>
                                        <p:cTn id="187" dur="1" fill="hold">
                                          <p:stCondLst>
                                            <p:cond delay="0"/>
                                          </p:stCondLst>
                                        </p:cTn>
                                        <p:tgtEl>
                                          <p:spTgt spid="171"/>
                                        </p:tgtEl>
                                        <p:attrNameLst>
                                          <p:attrName>style.visibility</p:attrName>
                                        </p:attrNameLst>
                                      </p:cBhvr>
                                      <p:to>
                                        <p:strVal val="visible"/>
                                      </p:to>
                                    </p:set>
                                  </p:childTnLst>
                                </p:cTn>
                              </p:par>
                              <p:par>
                                <p:cTn id="188" presetID="1" presetClass="entr" presetSubtype="0" fill="hold" nodeType="withEffect">
                                  <p:stCondLst>
                                    <p:cond delay="0"/>
                                  </p:stCondLst>
                                  <p:childTnLst>
                                    <p:set>
                                      <p:cBhvr>
                                        <p:cTn id="189" dur="1" fill="hold">
                                          <p:stCondLst>
                                            <p:cond delay="0"/>
                                          </p:stCondLst>
                                        </p:cTn>
                                        <p:tgtEl>
                                          <p:spTgt spid="172"/>
                                        </p:tgtEl>
                                        <p:attrNameLst>
                                          <p:attrName>style.visibility</p:attrName>
                                        </p:attrNameLst>
                                      </p:cBhvr>
                                      <p:to>
                                        <p:strVal val="visible"/>
                                      </p:to>
                                    </p:set>
                                  </p:childTnLst>
                                </p:cTn>
                              </p:par>
                              <p:par>
                                <p:cTn id="190" presetID="1" presetClass="entr" presetSubtype="0" fill="hold" nodeType="withEffect">
                                  <p:stCondLst>
                                    <p:cond delay="0"/>
                                  </p:stCondLst>
                                  <p:childTnLst>
                                    <p:set>
                                      <p:cBhvr>
                                        <p:cTn id="191" dur="1" fill="hold">
                                          <p:stCondLst>
                                            <p:cond delay="0"/>
                                          </p:stCondLst>
                                        </p:cTn>
                                        <p:tgtEl>
                                          <p:spTgt spid="173"/>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174"/>
                                        </p:tgtEl>
                                        <p:attrNameLst>
                                          <p:attrName>style.visibility</p:attrName>
                                        </p:attrNameLst>
                                      </p:cBhvr>
                                      <p:to>
                                        <p:strVal val="visible"/>
                                      </p:to>
                                    </p:set>
                                  </p:childTnLst>
                                </p:cTn>
                              </p:par>
                              <p:par>
                                <p:cTn id="194" presetID="1" presetClass="entr" presetSubtype="0" fill="hold" nodeType="withEffect">
                                  <p:stCondLst>
                                    <p:cond delay="0"/>
                                  </p:stCondLst>
                                  <p:childTnLst>
                                    <p:set>
                                      <p:cBhvr>
                                        <p:cTn id="195" dur="1" fill="hold">
                                          <p:stCondLst>
                                            <p:cond delay="0"/>
                                          </p:stCondLst>
                                        </p:cTn>
                                        <p:tgtEl>
                                          <p:spTgt spid="175"/>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176"/>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7" presetClass="emph" presetSubtype="2" fill="hold" nodeType="clickEffect">
                                  <p:stCondLst>
                                    <p:cond delay="0"/>
                                  </p:stCondLst>
                                  <p:childTnLst>
                                    <p:animClr clrSpc="rgb" dir="cw">
                                      <p:cBhvr>
                                        <p:cTn id="201" dur="500" fill="hold"/>
                                        <p:tgtEl>
                                          <p:spTgt spid="171"/>
                                        </p:tgtEl>
                                        <p:attrNameLst>
                                          <p:attrName>stroke.color</p:attrName>
                                        </p:attrNameLst>
                                      </p:cBhvr>
                                      <p:to>
                                        <a:schemeClr val="accent2"/>
                                      </p:to>
                                    </p:animClr>
                                    <p:set>
                                      <p:cBhvr>
                                        <p:cTn id="202" dur="500" fill="hold"/>
                                        <p:tgtEl>
                                          <p:spTgt spid="171"/>
                                        </p:tgtEl>
                                        <p:attrNameLst>
                                          <p:attrName>stroke.on</p:attrName>
                                        </p:attrNameLst>
                                      </p:cBhvr>
                                      <p:to>
                                        <p:strVal val="true"/>
                                      </p:to>
                                    </p:set>
                                  </p:childTnLst>
                                </p:cTn>
                              </p:par>
                            </p:childTnLst>
                          </p:cTn>
                        </p:par>
                      </p:childTnLst>
                    </p:cTn>
                  </p:par>
                  <p:par>
                    <p:cTn id="203" fill="hold">
                      <p:stCondLst>
                        <p:cond delay="indefinite"/>
                      </p:stCondLst>
                      <p:childTnLst>
                        <p:par>
                          <p:cTn id="204" fill="hold">
                            <p:stCondLst>
                              <p:cond delay="0"/>
                            </p:stCondLst>
                            <p:childTnLst>
                              <p:par>
                                <p:cTn id="205" presetID="42" presetClass="exit" presetSubtype="0" fill="hold" nodeType="clickEffect">
                                  <p:stCondLst>
                                    <p:cond delay="0"/>
                                  </p:stCondLst>
                                  <p:childTnLst>
                                    <p:animEffect transition="out" filter="fade">
                                      <p:cBhvr>
                                        <p:cTn id="206" dur="1000"/>
                                        <p:tgtEl>
                                          <p:spTgt spid="165"/>
                                        </p:tgtEl>
                                      </p:cBhvr>
                                    </p:animEffect>
                                    <p:anim calcmode="lin" valueType="num">
                                      <p:cBhvr>
                                        <p:cTn id="207" dur="1000"/>
                                        <p:tgtEl>
                                          <p:spTgt spid="165"/>
                                        </p:tgtEl>
                                        <p:attrNameLst>
                                          <p:attrName>ppt_x</p:attrName>
                                        </p:attrNameLst>
                                      </p:cBhvr>
                                      <p:tavLst>
                                        <p:tav tm="0">
                                          <p:val>
                                            <p:strVal val="ppt_x"/>
                                          </p:val>
                                        </p:tav>
                                        <p:tav tm="100000">
                                          <p:val>
                                            <p:strVal val="ppt_x"/>
                                          </p:val>
                                        </p:tav>
                                      </p:tavLst>
                                    </p:anim>
                                    <p:anim calcmode="lin" valueType="num">
                                      <p:cBhvr>
                                        <p:cTn id="208" dur="1000"/>
                                        <p:tgtEl>
                                          <p:spTgt spid="165"/>
                                        </p:tgtEl>
                                        <p:attrNameLst>
                                          <p:attrName>ppt_y</p:attrName>
                                        </p:attrNameLst>
                                      </p:cBhvr>
                                      <p:tavLst>
                                        <p:tav tm="0">
                                          <p:val>
                                            <p:strVal val="ppt_y"/>
                                          </p:val>
                                        </p:tav>
                                        <p:tav tm="100000">
                                          <p:val>
                                            <p:strVal val="ppt_y+.1"/>
                                          </p:val>
                                        </p:tav>
                                      </p:tavLst>
                                    </p:anim>
                                    <p:set>
                                      <p:cBhvr>
                                        <p:cTn id="209" dur="1" fill="hold">
                                          <p:stCondLst>
                                            <p:cond delay="999"/>
                                          </p:stCondLst>
                                        </p:cTn>
                                        <p:tgtEl>
                                          <p:spTgt spid="165"/>
                                        </p:tgtEl>
                                        <p:attrNameLst>
                                          <p:attrName>style.visibility</p:attrName>
                                        </p:attrNameLst>
                                      </p:cBhvr>
                                      <p:to>
                                        <p:strVal val="hidden"/>
                                      </p:to>
                                    </p:set>
                                  </p:childTnLst>
                                </p:cTn>
                              </p:par>
                              <p:par>
                                <p:cTn id="210" presetID="42" presetClass="exit" presetSubtype="0" fill="hold" nodeType="withEffect">
                                  <p:stCondLst>
                                    <p:cond delay="0"/>
                                  </p:stCondLst>
                                  <p:childTnLst>
                                    <p:animEffect transition="out" filter="fade">
                                      <p:cBhvr>
                                        <p:cTn id="211" dur="1000"/>
                                        <p:tgtEl>
                                          <p:spTgt spid="168"/>
                                        </p:tgtEl>
                                      </p:cBhvr>
                                    </p:animEffect>
                                    <p:anim calcmode="lin" valueType="num">
                                      <p:cBhvr>
                                        <p:cTn id="212" dur="1000"/>
                                        <p:tgtEl>
                                          <p:spTgt spid="168"/>
                                        </p:tgtEl>
                                        <p:attrNameLst>
                                          <p:attrName>ppt_x</p:attrName>
                                        </p:attrNameLst>
                                      </p:cBhvr>
                                      <p:tavLst>
                                        <p:tav tm="0">
                                          <p:val>
                                            <p:strVal val="ppt_x"/>
                                          </p:val>
                                        </p:tav>
                                        <p:tav tm="100000">
                                          <p:val>
                                            <p:strVal val="ppt_x"/>
                                          </p:val>
                                        </p:tav>
                                      </p:tavLst>
                                    </p:anim>
                                    <p:anim calcmode="lin" valueType="num">
                                      <p:cBhvr>
                                        <p:cTn id="213" dur="1000"/>
                                        <p:tgtEl>
                                          <p:spTgt spid="168"/>
                                        </p:tgtEl>
                                        <p:attrNameLst>
                                          <p:attrName>ppt_y</p:attrName>
                                        </p:attrNameLst>
                                      </p:cBhvr>
                                      <p:tavLst>
                                        <p:tav tm="0">
                                          <p:val>
                                            <p:strVal val="ppt_y"/>
                                          </p:val>
                                        </p:tav>
                                        <p:tav tm="100000">
                                          <p:val>
                                            <p:strVal val="ppt_y+.1"/>
                                          </p:val>
                                        </p:tav>
                                      </p:tavLst>
                                    </p:anim>
                                    <p:set>
                                      <p:cBhvr>
                                        <p:cTn id="214" dur="1" fill="hold">
                                          <p:stCondLst>
                                            <p:cond delay="999"/>
                                          </p:stCondLst>
                                        </p:cTn>
                                        <p:tgtEl>
                                          <p:spTgt spid="168"/>
                                        </p:tgtEl>
                                        <p:attrNameLst>
                                          <p:attrName>style.visibility</p:attrName>
                                        </p:attrNameLst>
                                      </p:cBhvr>
                                      <p:to>
                                        <p:strVal val="hidden"/>
                                      </p:to>
                                    </p:set>
                                  </p:childTnLst>
                                </p:cTn>
                              </p:par>
                              <p:par>
                                <p:cTn id="215" presetID="42" presetClass="exit" presetSubtype="0" fill="hold" nodeType="withEffect">
                                  <p:stCondLst>
                                    <p:cond delay="0"/>
                                  </p:stCondLst>
                                  <p:childTnLst>
                                    <p:animEffect transition="out" filter="fade">
                                      <p:cBhvr>
                                        <p:cTn id="216" dur="1000"/>
                                        <p:tgtEl>
                                          <p:spTgt spid="169"/>
                                        </p:tgtEl>
                                      </p:cBhvr>
                                    </p:animEffect>
                                    <p:anim calcmode="lin" valueType="num">
                                      <p:cBhvr>
                                        <p:cTn id="217" dur="1000"/>
                                        <p:tgtEl>
                                          <p:spTgt spid="169"/>
                                        </p:tgtEl>
                                        <p:attrNameLst>
                                          <p:attrName>ppt_x</p:attrName>
                                        </p:attrNameLst>
                                      </p:cBhvr>
                                      <p:tavLst>
                                        <p:tav tm="0">
                                          <p:val>
                                            <p:strVal val="ppt_x"/>
                                          </p:val>
                                        </p:tav>
                                        <p:tav tm="100000">
                                          <p:val>
                                            <p:strVal val="ppt_x"/>
                                          </p:val>
                                        </p:tav>
                                      </p:tavLst>
                                    </p:anim>
                                    <p:anim calcmode="lin" valueType="num">
                                      <p:cBhvr>
                                        <p:cTn id="218" dur="1000"/>
                                        <p:tgtEl>
                                          <p:spTgt spid="169"/>
                                        </p:tgtEl>
                                        <p:attrNameLst>
                                          <p:attrName>ppt_y</p:attrName>
                                        </p:attrNameLst>
                                      </p:cBhvr>
                                      <p:tavLst>
                                        <p:tav tm="0">
                                          <p:val>
                                            <p:strVal val="ppt_y"/>
                                          </p:val>
                                        </p:tav>
                                        <p:tav tm="100000">
                                          <p:val>
                                            <p:strVal val="ppt_y+.1"/>
                                          </p:val>
                                        </p:tav>
                                      </p:tavLst>
                                    </p:anim>
                                    <p:set>
                                      <p:cBhvr>
                                        <p:cTn id="219" dur="1" fill="hold">
                                          <p:stCondLst>
                                            <p:cond delay="999"/>
                                          </p:stCondLst>
                                        </p:cTn>
                                        <p:tgtEl>
                                          <p:spTgt spid="169"/>
                                        </p:tgtEl>
                                        <p:attrNameLst>
                                          <p:attrName>style.visibility</p:attrName>
                                        </p:attrNameLst>
                                      </p:cBhvr>
                                      <p:to>
                                        <p:strVal val="hidden"/>
                                      </p:to>
                                    </p:set>
                                  </p:childTnLst>
                                </p:cTn>
                              </p:par>
                              <p:par>
                                <p:cTn id="220" presetID="42" presetClass="exit" presetSubtype="0" fill="hold" nodeType="withEffect">
                                  <p:stCondLst>
                                    <p:cond delay="0"/>
                                  </p:stCondLst>
                                  <p:childTnLst>
                                    <p:animEffect transition="out" filter="fade">
                                      <p:cBhvr>
                                        <p:cTn id="221" dur="1000"/>
                                        <p:tgtEl>
                                          <p:spTgt spid="170"/>
                                        </p:tgtEl>
                                      </p:cBhvr>
                                    </p:animEffect>
                                    <p:anim calcmode="lin" valueType="num">
                                      <p:cBhvr>
                                        <p:cTn id="222" dur="1000"/>
                                        <p:tgtEl>
                                          <p:spTgt spid="170"/>
                                        </p:tgtEl>
                                        <p:attrNameLst>
                                          <p:attrName>ppt_x</p:attrName>
                                        </p:attrNameLst>
                                      </p:cBhvr>
                                      <p:tavLst>
                                        <p:tav tm="0">
                                          <p:val>
                                            <p:strVal val="ppt_x"/>
                                          </p:val>
                                        </p:tav>
                                        <p:tav tm="100000">
                                          <p:val>
                                            <p:strVal val="ppt_x"/>
                                          </p:val>
                                        </p:tav>
                                      </p:tavLst>
                                    </p:anim>
                                    <p:anim calcmode="lin" valueType="num">
                                      <p:cBhvr>
                                        <p:cTn id="223" dur="1000"/>
                                        <p:tgtEl>
                                          <p:spTgt spid="170"/>
                                        </p:tgtEl>
                                        <p:attrNameLst>
                                          <p:attrName>ppt_y</p:attrName>
                                        </p:attrNameLst>
                                      </p:cBhvr>
                                      <p:tavLst>
                                        <p:tav tm="0">
                                          <p:val>
                                            <p:strVal val="ppt_y"/>
                                          </p:val>
                                        </p:tav>
                                        <p:tav tm="100000">
                                          <p:val>
                                            <p:strVal val="ppt_y+.1"/>
                                          </p:val>
                                        </p:tav>
                                      </p:tavLst>
                                    </p:anim>
                                    <p:set>
                                      <p:cBhvr>
                                        <p:cTn id="224" dur="1" fill="hold">
                                          <p:stCondLst>
                                            <p:cond delay="999"/>
                                          </p:stCondLst>
                                        </p:cTn>
                                        <p:tgtEl>
                                          <p:spTgt spid="170"/>
                                        </p:tgtEl>
                                        <p:attrNameLst>
                                          <p:attrName>style.visibility</p:attrName>
                                        </p:attrNameLst>
                                      </p:cBhvr>
                                      <p:to>
                                        <p:strVal val="hidden"/>
                                      </p:to>
                                    </p:set>
                                  </p:childTnLst>
                                </p:cTn>
                              </p:par>
                              <p:par>
                                <p:cTn id="225" presetID="42" presetClass="exit" presetSubtype="0" fill="hold" nodeType="withEffect">
                                  <p:stCondLst>
                                    <p:cond delay="0"/>
                                  </p:stCondLst>
                                  <p:childTnLst>
                                    <p:animEffect transition="out" filter="fade">
                                      <p:cBhvr>
                                        <p:cTn id="226" dur="1000"/>
                                        <p:tgtEl>
                                          <p:spTgt spid="172"/>
                                        </p:tgtEl>
                                      </p:cBhvr>
                                    </p:animEffect>
                                    <p:anim calcmode="lin" valueType="num">
                                      <p:cBhvr>
                                        <p:cTn id="227" dur="1000"/>
                                        <p:tgtEl>
                                          <p:spTgt spid="172"/>
                                        </p:tgtEl>
                                        <p:attrNameLst>
                                          <p:attrName>ppt_x</p:attrName>
                                        </p:attrNameLst>
                                      </p:cBhvr>
                                      <p:tavLst>
                                        <p:tav tm="0">
                                          <p:val>
                                            <p:strVal val="ppt_x"/>
                                          </p:val>
                                        </p:tav>
                                        <p:tav tm="100000">
                                          <p:val>
                                            <p:strVal val="ppt_x"/>
                                          </p:val>
                                        </p:tav>
                                      </p:tavLst>
                                    </p:anim>
                                    <p:anim calcmode="lin" valueType="num">
                                      <p:cBhvr>
                                        <p:cTn id="228" dur="1000"/>
                                        <p:tgtEl>
                                          <p:spTgt spid="172"/>
                                        </p:tgtEl>
                                        <p:attrNameLst>
                                          <p:attrName>ppt_y</p:attrName>
                                        </p:attrNameLst>
                                      </p:cBhvr>
                                      <p:tavLst>
                                        <p:tav tm="0">
                                          <p:val>
                                            <p:strVal val="ppt_y"/>
                                          </p:val>
                                        </p:tav>
                                        <p:tav tm="100000">
                                          <p:val>
                                            <p:strVal val="ppt_y+.1"/>
                                          </p:val>
                                        </p:tav>
                                      </p:tavLst>
                                    </p:anim>
                                    <p:set>
                                      <p:cBhvr>
                                        <p:cTn id="229" dur="1" fill="hold">
                                          <p:stCondLst>
                                            <p:cond delay="999"/>
                                          </p:stCondLst>
                                        </p:cTn>
                                        <p:tgtEl>
                                          <p:spTgt spid="172"/>
                                        </p:tgtEl>
                                        <p:attrNameLst>
                                          <p:attrName>style.visibility</p:attrName>
                                        </p:attrNameLst>
                                      </p:cBhvr>
                                      <p:to>
                                        <p:strVal val="hidden"/>
                                      </p:to>
                                    </p:set>
                                  </p:childTnLst>
                                </p:cTn>
                              </p:par>
                            </p:childTnLst>
                          </p:cTn>
                        </p:par>
                      </p:childTnLst>
                    </p:cTn>
                  </p:par>
                  <p:par>
                    <p:cTn id="230" fill="hold">
                      <p:stCondLst>
                        <p:cond delay="indefinite"/>
                      </p:stCondLst>
                      <p:childTnLst>
                        <p:par>
                          <p:cTn id="231" fill="hold">
                            <p:stCondLst>
                              <p:cond delay="0"/>
                            </p:stCondLst>
                            <p:childTnLst>
                              <p:par>
                                <p:cTn id="232" presetID="7" presetClass="emph" presetSubtype="2" fill="hold" nodeType="clickEffect">
                                  <p:stCondLst>
                                    <p:cond delay="0"/>
                                  </p:stCondLst>
                                  <p:childTnLst>
                                    <p:animClr clrSpc="rgb" dir="cw">
                                      <p:cBhvr>
                                        <p:cTn id="233" dur="500" fill="hold"/>
                                        <p:tgtEl>
                                          <p:spTgt spid="173"/>
                                        </p:tgtEl>
                                        <p:attrNameLst>
                                          <p:attrName>stroke.color</p:attrName>
                                        </p:attrNameLst>
                                      </p:cBhvr>
                                      <p:to>
                                        <a:schemeClr val="accent2"/>
                                      </p:to>
                                    </p:animClr>
                                    <p:set>
                                      <p:cBhvr>
                                        <p:cTn id="234" dur="500" fill="hold"/>
                                        <p:tgtEl>
                                          <p:spTgt spid="173"/>
                                        </p:tgtEl>
                                        <p:attrNameLst>
                                          <p:attrName>stroke.on</p:attrName>
                                        </p:attrNameLst>
                                      </p:cBhvr>
                                      <p:to>
                                        <p:strVal val="true"/>
                                      </p:to>
                                    </p:set>
                                  </p:childTnLst>
                                </p:cTn>
                              </p:par>
                            </p:childTnLst>
                          </p:cTn>
                        </p:par>
                      </p:childTnLst>
                    </p:cTn>
                  </p:par>
                  <p:par>
                    <p:cTn id="235" fill="hold">
                      <p:stCondLst>
                        <p:cond delay="indefinite"/>
                      </p:stCondLst>
                      <p:childTnLst>
                        <p:par>
                          <p:cTn id="236" fill="hold">
                            <p:stCondLst>
                              <p:cond delay="0"/>
                            </p:stCondLst>
                            <p:childTnLst>
                              <p:par>
                                <p:cTn id="237" presetID="7" presetClass="emph" presetSubtype="2" fill="hold" nodeType="clickEffect">
                                  <p:stCondLst>
                                    <p:cond delay="0"/>
                                  </p:stCondLst>
                                  <p:childTnLst>
                                    <p:animClr clrSpc="rgb" dir="cw">
                                      <p:cBhvr>
                                        <p:cTn id="238" dur="500" fill="hold"/>
                                        <p:tgtEl>
                                          <p:spTgt spid="175"/>
                                        </p:tgtEl>
                                        <p:attrNameLst>
                                          <p:attrName>stroke.color</p:attrName>
                                        </p:attrNameLst>
                                      </p:cBhvr>
                                      <p:to>
                                        <a:schemeClr val="accent2"/>
                                      </p:to>
                                    </p:animClr>
                                    <p:set>
                                      <p:cBhvr>
                                        <p:cTn id="239" dur="500" fill="hold"/>
                                        <p:tgtEl>
                                          <p:spTgt spid="175"/>
                                        </p:tgtEl>
                                        <p:attrNameLst>
                                          <p:attrName>stroke.on</p:attrName>
                                        </p:attrNameLst>
                                      </p:cBhvr>
                                      <p:to>
                                        <p:strVal val="true"/>
                                      </p:to>
                                    </p:se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grpId="0" nodeType="clickEffect">
                                  <p:stCondLst>
                                    <p:cond delay="0"/>
                                  </p:stCondLst>
                                  <p:childTnLst>
                                    <p:set>
                                      <p:cBhvr>
                                        <p:cTn id="243"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09" grpId="0" animBg="1"/>
      <p:bldP spid="115" grpId="0" animBg="1"/>
      <p:bldP spid="116" grpId="0" animBg="1"/>
      <p:bldP spid="125" grpId="0" animBg="1"/>
      <p:bldP spid="136" grpId="0" animBg="1"/>
      <p:bldP spid="137" grpId="0" animBg="1"/>
      <p:bldP spid="138" grpId="0" animBg="1"/>
      <p:bldP spid="152" grpId="0" animBg="1"/>
      <p:bldP spid="153" grpId="0" animBg="1"/>
      <p:bldP spid="160" grpId="0" animBg="1"/>
      <p:bldP spid="162" grpId="0" animBg="1"/>
      <p:bldP spid="163" grpId="0" animBg="1"/>
      <p:bldP spid="164" grpId="0" animBg="1"/>
      <p:bldP spid="166" grpId="0" animBg="1"/>
      <p:bldP spid="167" grpId="0" animBg="1"/>
      <p:bldP spid="174" grpId="0" animBg="1"/>
      <p:bldP spid="176" grpId="0" animBg="1"/>
      <p:bldP spid="177" grpId="0"/>
      <p:bldP spid="178" grpId="0"/>
      <p:bldP spid="17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any three matching of the following graphs.</a:t>
            </a:r>
          </a:p>
          <a:p>
            <a:endParaRPr lang="en-US" sz="2800" dirty="0">
              <a:solidFill>
                <a:schemeClr val="bg1"/>
              </a:solidFill>
            </a:endParaRPr>
          </a:p>
        </p:txBody>
      </p:sp>
      <p:cxnSp>
        <p:nvCxnSpPr>
          <p:cNvPr id="7" name="Straight Connector 6"/>
          <p:cNvCxnSpPr/>
          <p:nvPr/>
        </p:nvCxnSpPr>
        <p:spPr>
          <a:xfrm flipH="1">
            <a:off x="9310255" y="2268772"/>
            <a:ext cx="31337" cy="296824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3205702" y="2365829"/>
            <a:ext cx="9214" cy="287118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a:off x="6345382" y="2268772"/>
            <a:ext cx="24184" cy="296824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p:cNvSpPr txBox="1"/>
              <p:nvPr/>
            </p:nvSpPr>
            <p:spPr>
              <a:xfrm>
                <a:off x="10462834" y="5014460"/>
                <a:ext cx="65319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G</m:t>
                          </m:r>
                        </m:e>
                        <m:sub>
                          <m:r>
                            <a:rPr lang="en-US" sz="2800" b="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10462834" y="5014460"/>
                <a:ext cx="653191" cy="523220"/>
              </a:xfrm>
              <a:prstGeom prst="rect">
                <a:avLst/>
              </a:prstGeom>
              <a:blipFill rotWithShape="0">
                <a:blip r:embed="rId2"/>
                <a:stretch>
                  <a:fillRect/>
                </a:stretch>
              </a:blipFill>
            </p:spPr>
            <p:txBody>
              <a:bodyPr/>
              <a:lstStyle/>
              <a:p>
                <a:r>
                  <a:rPr lang="en-US">
                    <a:noFill/>
                  </a:rPr>
                  <a:t> </a:t>
                </a:r>
              </a:p>
            </p:txBody>
          </p:sp>
        </mc:Fallback>
      </mc:AlternateContent>
      <p:sp>
        <p:nvSpPr>
          <p:cNvPr id="69" name="Oval 68">
            <a:extLst>
              <a:ext uri="{FF2B5EF4-FFF2-40B4-BE49-F238E27FC236}">
                <a16:creationId xmlns:a16="http://schemas.microsoft.com/office/drawing/2014/main" id="{BDD11F87-DA81-9510-C1CB-0AF4093562CB}"/>
              </a:ext>
            </a:extLst>
          </p:cNvPr>
          <p:cNvSpPr/>
          <p:nvPr/>
        </p:nvSpPr>
        <p:spPr>
          <a:xfrm rot="5400000">
            <a:off x="10250295" y="26451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0" name="Oval 69">
            <a:extLst>
              <a:ext uri="{FF2B5EF4-FFF2-40B4-BE49-F238E27FC236}">
                <a16:creationId xmlns:a16="http://schemas.microsoft.com/office/drawing/2014/main" id="{BDD11F87-DA81-9510-C1CB-0AF4093562CB}"/>
              </a:ext>
            </a:extLst>
          </p:cNvPr>
          <p:cNvSpPr/>
          <p:nvPr/>
        </p:nvSpPr>
        <p:spPr>
          <a:xfrm rot="5400000">
            <a:off x="11064494" y="26451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1" name="Straight Connector 70">
            <a:extLst>
              <a:ext uri="{FF2B5EF4-FFF2-40B4-BE49-F238E27FC236}">
                <a16:creationId xmlns:a16="http://schemas.microsoft.com/office/drawing/2014/main" id="{6205DD86-315C-53B6-CEEF-A9919650168E}"/>
              </a:ext>
            </a:extLst>
          </p:cNvPr>
          <p:cNvCxnSpPr>
            <a:cxnSpLocks/>
            <a:stCxn id="70" idx="4"/>
            <a:endCxn id="69" idx="0"/>
          </p:cNvCxnSpPr>
          <p:nvPr/>
        </p:nvCxnSpPr>
        <p:spPr>
          <a:xfrm flipH="1">
            <a:off x="10394295" y="2717174"/>
            <a:ext cx="67019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2" name="Oval 71">
            <a:extLst>
              <a:ext uri="{FF2B5EF4-FFF2-40B4-BE49-F238E27FC236}">
                <a16:creationId xmlns:a16="http://schemas.microsoft.com/office/drawing/2014/main" id="{BDD11F87-DA81-9510-C1CB-0AF4093562CB}"/>
              </a:ext>
            </a:extLst>
          </p:cNvPr>
          <p:cNvSpPr/>
          <p:nvPr/>
        </p:nvSpPr>
        <p:spPr>
          <a:xfrm rot="5400000">
            <a:off x="10250295" y="40794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4" name="Oval 73">
            <a:extLst>
              <a:ext uri="{FF2B5EF4-FFF2-40B4-BE49-F238E27FC236}">
                <a16:creationId xmlns:a16="http://schemas.microsoft.com/office/drawing/2014/main" id="{BDD11F87-DA81-9510-C1CB-0AF4093562CB}"/>
              </a:ext>
            </a:extLst>
          </p:cNvPr>
          <p:cNvSpPr/>
          <p:nvPr/>
        </p:nvSpPr>
        <p:spPr>
          <a:xfrm rot="5400000">
            <a:off x="11064494" y="40688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5" name="Straight Connector 74">
            <a:extLst>
              <a:ext uri="{FF2B5EF4-FFF2-40B4-BE49-F238E27FC236}">
                <a16:creationId xmlns:a16="http://schemas.microsoft.com/office/drawing/2014/main" id="{6205DD86-315C-53B6-CEEF-A9919650168E}"/>
              </a:ext>
            </a:extLst>
          </p:cNvPr>
          <p:cNvCxnSpPr>
            <a:cxnSpLocks/>
            <a:stCxn id="69" idx="6"/>
            <a:endCxn id="72" idx="2"/>
          </p:cNvCxnSpPr>
          <p:nvPr/>
        </p:nvCxnSpPr>
        <p:spPr>
          <a:xfrm>
            <a:off x="10322295" y="2789174"/>
            <a:ext cx="0" cy="12902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Straight Connector 75">
            <a:extLst>
              <a:ext uri="{FF2B5EF4-FFF2-40B4-BE49-F238E27FC236}">
                <a16:creationId xmlns:a16="http://schemas.microsoft.com/office/drawing/2014/main" id="{6205DD86-315C-53B6-CEEF-A9919650168E}"/>
              </a:ext>
            </a:extLst>
          </p:cNvPr>
          <p:cNvCxnSpPr>
            <a:cxnSpLocks/>
            <a:stCxn id="70" idx="6"/>
            <a:endCxn id="74" idx="2"/>
          </p:cNvCxnSpPr>
          <p:nvPr/>
        </p:nvCxnSpPr>
        <p:spPr>
          <a:xfrm>
            <a:off x="11136494" y="2789174"/>
            <a:ext cx="0" cy="127969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6205DD86-315C-53B6-CEEF-A9919650168E}"/>
              </a:ext>
            </a:extLst>
          </p:cNvPr>
          <p:cNvCxnSpPr>
            <a:cxnSpLocks/>
            <a:stCxn id="74" idx="4"/>
            <a:endCxn id="72" idx="0"/>
          </p:cNvCxnSpPr>
          <p:nvPr/>
        </p:nvCxnSpPr>
        <p:spPr>
          <a:xfrm flipH="1">
            <a:off x="10394295" y="4140866"/>
            <a:ext cx="670199" cy="105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74" idx="3"/>
            <a:endCxn id="69" idx="7"/>
          </p:cNvCxnSpPr>
          <p:nvPr/>
        </p:nvCxnSpPr>
        <p:spPr>
          <a:xfrm flipH="1" flipV="1">
            <a:off x="10373207" y="2768086"/>
            <a:ext cx="712375" cy="13218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80" idx="0"/>
            <a:endCxn id="72" idx="4"/>
          </p:cNvCxnSpPr>
          <p:nvPr/>
        </p:nvCxnSpPr>
        <p:spPr>
          <a:xfrm flipV="1">
            <a:off x="9764999" y="4151410"/>
            <a:ext cx="485296" cy="7481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0" name="Oval 79">
            <a:extLst>
              <a:ext uri="{FF2B5EF4-FFF2-40B4-BE49-F238E27FC236}">
                <a16:creationId xmlns:a16="http://schemas.microsoft.com/office/drawing/2014/main" id="{BDD11F87-DA81-9510-C1CB-0AF4093562CB}"/>
              </a:ext>
            </a:extLst>
          </p:cNvPr>
          <p:cNvSpPr/>
          <p:nvPr/>
        </p:nvSpPr>
        <p:spPr>
          <a:xfrm rot="5400000">
            <a:off x="9620999" y="41542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1" name="Straight Connector 80">
            <a:extLst>
              <a:ext uri="{FF2B5EF4-FFF2-40B4-BE49-F238E27FC236}">
                <a16:creationId xmlns:a16="http://schemas.microsoft.com/office/drawing/2014/main" id="{6205DD86-315C-53B6-CEEF-A9919650168E}"/>
              </a:ext>
            </a:extLst>
          </p:cNvPr>
          <p:cNvCxnSpPr>
            <a:cxnSpLocks/>
            <a:stCxn id="72" idx="5"/>
            <a:endCxn id="82" idx="1"/>
          </p:cNvCxnSpPr>
          <p:nvPr/>
        </p:nvCxnSpPr>
        <p:spPr>
          <a:xfrm flipH="1">
            <a:off x="9983940" y="4202322"/>
            <a:ext cx="287443" cy="3874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2" name="Oval 81">
            <a:extLst>
              <a:ext uri="{FF2B5EF4-FFF2-40B4-BE49-F238E27FC236}">
                <a16:creationId xmlns:a16="http://schemas.microsoft.com/office/drawing/2014/main" id="{BDD11F87-DA81-9510-C1CB-0AF4093562CB}"/>
              </a:ext>
            </a:extLst>
          </p:cNvPr>
          <p:cNvSpPr/>
          <p:nvPr/>
        </p:nvSpPr>
        <p:spPr>
          <a:xfrm rot="5400000">
            <a:off x="9861028" y="45686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3" name="Straight Connector 82">
            <a:extLst>
              <a:ext uri="{FF2B5EF4-FFF2-40B4-BE49-F238E27FC236}">
                <a16:creationId xmlns:a16="http://schemas.microsoft.com/office/drawing/2014/main" id="{6205DD86-315C-53B6-CEEF-A9919650168E}"/>
              </a:ext>
            </a:extLst>
          </p:cNvPr>
          <p:cNvCxnSpPr>
            <a:cxnSpLocks/>
            <a:stCxn id="70" idx="0"/>
            <a:endCxn id="84" idx="5"/>
          </p:cNvCxnSpPr>
          <p:nvPr/>
        </p:nvCxnSpPr>
        <p:spPr>
          <a:xfrm flipV="1">
            <a:off x="11208494" y="2407753"/>
            <a:ext cx="585864" cy="3094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4" name="Oval 83">
            <a:extLst>
              <a:ext uri="{FF2B5EF4-FFF2-40B4-BE49-F238E27FC236}">
                <a16:creationId xmlns:a16="http://schemas.microsoft.com/office/drawing/2014/main" id="{BDD11F87-DA81-9510-C1CB-0AF4093562CB}"/>
              </a:ext>
            </a:extLst>
          </p:cNvPr>
          <p:cNvSpPr/>
          <p:nvPr/>
        </p:nvSpPr>
        <p:spPr>
          <a:xfrm rot="5400000">
            <a:off x="11773270" y="22848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5" name="Straight Connector 84">
            <a:extLst>
              <a:ext uri="{FF2B5EF4-FFF2-40B4-BE49-F238E27FC236}">
                <a16:creationId xmlns:a16="http://schemas.microsoft.com/office/drawing/2014/main" id="{6205DD86-315C-53B6-CEEF-A9919650168E}"/>
              </a:ext>
            </a:extLst>
          </p:cNvPr>
          <p:cNvCxnSpPr>
            <a:cxnSpLocks/>
            <a:stCxn id="70" idx="1"/>
            <a:endCxn id="86" idx="5"/>
          </p:cNvCxnSpPr>
          <p:nvPr/>
        </p:nvCxnSpPr>
        <p:spPr>
          <a:xfrm flipV="1">
            <a:off x="11187406" y="2145840"/>
            <a:ext cx="324564" cy="52042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6" name="Oval 85">
            <a:extLst>
              <a:ext uri="{FF2B5EF4-FFF2-40B4-BE49-F238E27FC236}">
                <a16:creationId xmlns:a16="http://schemas.microsoft.com/office/drawing/2014/main" id="{BDD11F87-DA81-9510-C1CB-0AF4093562CB}"/>
              </a:ext>
            </a:extLst>
          </p:cNvPr>
          <p:cNvSpPr/>
          <p:nvPr/>
        </p:nvSpPr>
        <p:spPr>
          <a:xfrm rot="5400000">
            <a:off x="11490882" y="20229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0" name="Oval 139">
            <a:extLst>
              <a:ext uri="{FF2B5EF4-FFF2-40B4-BE49-F238E27FC236}">
                <a16:creationId xmlns:a16="http://schemas.microsoft.com/office/drawing/2014/main" id="{BDD11F87-DA81-9510-C1CB-0AF4093562CB}"/>
              </a:ext>
            </a:extLst>
          </p:cNvPr>
          <p:cNvSpPr/>
          <p:nvPr/>
        </p:nvSpPr>
        <p:spPr>
          <a:xfrm rot="5400000">
            <a:off x="7323548" y="26451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1" name="Oval 140">
            <a:extLst>
              <a:ext uri="{FF2B5EF4-FFF2-40B4-BE49-F238E27FC236}">
                <a16:creationId xmlns:a16="http://schemas.microsoft.com/office/drawing/2014/main" id="{BDD11F87-DA81-9510-C1CB-0AF4093562CB}"/>
              </a:ext>
            </a:extLst>
          </p:cNvPr>
          <p:cNvSpPr/>
          <p:nvPr/>
        </p:nvSpPr>
        <p:spPr>
          <a:xfrm rot="5400000">
            <a:off x="8137747" y="26451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2" name="Straight Connector 141">
            <a:extLst>
              <a:ext uri="{FF2B5EF4-FFF2-40B4-BE49-F238E27FC236}">
                <a16:creationId xmlns:a16="http://schemas.microsoft.com/office/drawing/2014/main" id="{6205DD86-315C-53B6-CEEF-A9919650168E}"/>
              </a:ext>
            </a:extLst>
          </p:cNvPr>
          <p:cNvCxnSpPr>
            <a:cxnSpLocks/>
            <a:stCxn id="141" idx="4"/>
            <a:endCxn id="140" idx="0"/>
          </p:cNvCxnSpPr>
          <p:nvPr/>
        </p:nvCxnSpPr>
        <p:spPr>
          <a:xfrm flipH="1">
            <a:off x="7467548" y="2717174"/>
            <a:ext cx="67019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3" name="Oval 142">
            <a:extLst>
              <a:ext uri="{FF2B5EF4-FFF2-40B4-BE49-F238E27FC236}">
                <a16:creationId xmlns:a16="http://schemas.microsoft.com/office/drawing/2014/main" id="{BDD11F87-DA81-9510-C1CB-0AF4093562CB}"/>
              </a:ext>
            </a:extLst>
          </p:cNvPr>
          <p:cNvSpPr/>
          <p:nvPr/>
        </p:nvSpPr>
        <p:spPr>
          <a:xfrm rot="5400000">
            <a:off x="7323548" y="40794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4" name="Oval 143">
            <a:extLst>
              <a:ext uri="{FF2B5EF4-FFF2-40B4-BE49-F238E27FC236}">
                <a16:creationId xmlns:a16="http://schemas.microsoft.com/office/drawing/2014/main" id="{BDD11F87-DA81-9510-C1CB-0AF4093562CB}"/>
              </a:ext>
            </a:extLst>
          </p:cNvPr>
          <p:cNvSpPr/>
          <p:nvPr/>
        </p:nvSpPr>
        <p:spPr>
          <a:xfrm rot="5400000">
            <a:off x="8137747" y="40688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5" name="Straight Connector 144">
            <a:extLst>
              <a:ext uri="{FF2B5EF4-FFF2-40B4-BE49-F238E27FC236}">
                <a16:creationId xmlns:a16="http://schemas.microsoft.com/office/drawing/2014/main" id="{6205DD86-315C-53B6-CEEF-A9919650168E}"/>
              </a:ext>
            </a:extLst>
          </p:cNvPr>
          <p:cNvCxnSpPr>
            <a:cxnSpLocks/>
            <a:stCxn id="140" idx="6"/>
            <a:endCxn id="143" idx="2"/>
          </p:cNvCxnSpPr>
          <p:nvPr/>
        </p:nvCxnSpPr>
        <p:spPr>
          <a:xfrm>
            <a:off x="7395548" y="2789174"/>
            <a:ext cx="0" cy="12902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6" name="Straight Connector 145">
            <a:extLst>
              <a:ext uri="{FF2B5EF4-FFF2-40B4-BE49-F238E27FC236}">
                <a16:creationId xmlns:a16="http://schemas.microsoft.com/office/drawing/2014/main" id="{6205DD86-315C-53B6-CEEF-A9919650168E}"/>
              </a:ext>
            </a:extLst>
          </p:cNvPr>
          <p:cNvCxnSpPr>
            <a:cxnSpLocks/>
            <a:stCxn id="141" idx="6"/>
            <a:endCxn id="144" idx="2"/>
          </p:cNvCxnSpPr>
          <p:nvPr/>
        </p:nvCxnSpPr>
        <p:spPr>
          <a:xfrm>
            <a:off x="8209747" y="2789174"/>
            <a:ext cx="0" cy="127969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7" name="Straight Connector 146">
            <a:extLst>
              <a:ext uri="{FF2B5EF4-FFF2-40B4-BE49-F238E27FC236}">
                <a16:creationId xmlns:a16="http://schemas.microsoft.com/office/drawing/2014/main" id="{6205DD86-315C-53B6-CEEF-A9919650168E}"/>
              </a:ext>
            </a:extLst>
          </p:cNvPr>
          <p:cNvCxnSpPr>
            <a:cxnSpLocks/>
            <a:stCxn id="144" idx="4"/>
            <a:endCxn id="143" idx="0"/>
          </p:cNvCxnSpPr>
          <p:nvPr/>
        </p:nvCxnSpPr>
        <p:spPr>
          <a:xfrm flipH="1">
            <a:off x="7467548" y="4140866"/>
            <a:ext cx="670199" cy="105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8" name="Straight Connector 147">
            <a:extLst>
              <a:ext uri="{FF2B5EF4-FFF2-40B4-BE49-F238E27FC236}">
                <a16:creationId xmlns:a16="http://schemas.microsoft.com/office/drawing/2014/main" id="{6205DD86-315C-53B6-CEEF-A9919650168E}"/>
              </a:ext>
            </a:extLst>
          </p:cNvPr>
          <p:cNvCxnSpPr>
            <a:cxnSpLocks/>
            <a:stCxn id="144" idx="3"/>
            <a:endCxn id="140" idx="7"/>
          </p:cNvCxnSpPr>
          <p:nvPr/>
        </p:nvCxnSpPr>
        <p:spPr>
          <a:xfrm flipH="1" flipV="1">
            <a:off x="7446460" y="2768086"/>
            <a:ext cx="712375" cy="13218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9" name="Straight Connector 148">
            <a:extLst>
              <a:ext uri="{FF2B5EF4-FFF2-40B4-BE49-F238E27FC236}">
                <a16:creationId xmlns:a16="http://schemas.microsoft.com/office/drawing/2014/main" id="{6205DD86-315C-53B6-CEEF-A9919650168E}"/>
              </a:ext>
            </a:extLst>
          </p:cNvPr>
          <p:cNvCxnSpPr>
            <a:cxnSpLocks/>
            <a:stCxn id="150" idx="0"/>
            <a:endCxn id="143" idx="4"/>
          </p:cNvCxnSpPr>
          <p:nvPr/>
        </p:nvCxnSpPr>
        <p:spPr>
          <a:xfrm flipV="1">
            <a:off x="6838252" y="4151410"/>
            <a:ext cx="485296" cy="7481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0" name="Oval 149">
            <a:extLst>
              <a:ext uri="{FF2B5EF4-FFF2-40B4-BE49-F238E27FC236}">
                <a16:creationId xmlns:a16="http://schemas.microsoft.com/office/drawing/2014/main" id="{BDD11F87-DA81-9510-C1CB-0AF4093562CB}"/>
              </a:ext>
            </a:extLst>
          </p:cNvPr>
          <p:cNvSpPr/>
          <p:nvPr/>
        </p:nvSpPr>
        <p:spPr>
          <a:xfrm rot="5400000">
            <a:off x="6694252" y="41542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0" name="Straight Connector 179">
            <a:extLst>
              <a:ext uri="{FF2B5EF4-FFF2-40B4-BE49-F238E27FC236}">
                <a16:creationId xmlns:a16="http://schemas.microsoft.com/office/drawing/2014/main" id="{6205DD86-315C-53B6-CEEF-A9919650168E}"/>
              </a:ext>
            </a:extLst>
          </p:cNvPr>
          <p:cNvCxnSpPr>
            <a:cxnSpLocks/>
            <a:stCxn id="143" idx="5"/>
            <a:endCxn id="181" idx="1"/>
          </p:cNvCxnSpPr>
          <p:nvPr/>
        </p:nvCxnSpPr>
        <p:spPr>
          <a:xfrm flipH="1">
            <a:off x="7057193" y="4202322"/>
            <a:ext cx="287443" cy="3874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1" name="Oval 180">
            <a:extLst>
              <a:ext uri="{FF2B5EF4-FFF2-40B4-BE49-F238E27FC236}">
                <a16:creationId xmlns:a16="http://schemas.microsoft.com/office/drawing/2014/main" id="{BDD11F87-DA81-9510-C1CB-0AF4093562CB}"/>
              </a:ext>
            </a:extLst>
          </p:cNvPr>
          <p:cNvSpPr/>
          <p:nvPr/>
        </p:nvSpPr>
        <p:spPr>
          <a:xfrm rot="5400000">
            <a:off x="6934281" y="45686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2" name="Straight Connector 181">
            <a:extLst>
              <a:ext uri="{FF2B5EF4-FFF2-40B4-BE49-F238E27FC236}">
                <a16:creationId xmlns:a16="http://schemas.microsoft.com/office/drawing/2014/main" id="{6205DD86-315C-53B6-CEEF-A9919650168E}"/>
              </a:ext>
            </a:extLst>
          </p:cNvPr>
          <p:cNvCxnSpPr>
            <a:cxnSpLocks/>
            <a:stCxn id="141" idx="0"/>
            <a:endCxn id="183" idx="5"/>
          </p:cNvCxnSpPr>
          <p:nvPr/>
        </p:nvCxnSpPr>
        <p:spPr>
          <a:xfrm flipV="1">
            <a:off x="8281747" y="2407753"/>
            <a:ext cx="585864" cy="3094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3" name="Oval 182">
            <a:extLst>
              <a:ext uri="{FF2B5EF4-FFF2-40B4-BE49-F238E27FC236}">
                <a16:creationId xmlns:a16="http://schemas.microsoft.com/office/drawing/2014/main" id="{BDD11F87-DA81-9510-C1CB-0AF4093562CB}"/>
              </a:ext>
            </a:extLst>
          </p:cNvPr>
          <p:cNvSpPr/>
          <p:nvPr/>
        </p:nvSpPr>
        <p:spPr>
          <a:xfrm rot="5400000">
            <a:off x="8846523" y="22848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4" name="Straight Connector 183">
            <a:extLst>
              <a:ext uri="{FF2B5EF4-FFF2-40B4-BE49-F238E27FC236}">
                <a16:creationId xmlns:a16="http://schemas.microsoft.com/office/drawing/2014/main" id="{6205DD86-315C-53B6-CEEF-A9919650168E}"/>
              </a:ext>
            </a:extLst>
          </p:cNvPr>
          <p:cNvCxnSpPr>
            <a:cxnSpLocks/>
            <a:stCxn id="141" idx="1"/>
            <a:endCxn id="185" idx="5"/>
          </p:cNvCxnSpPr>
          <p:nvPr/>
        </p:nvCxnSpPr>
        <p:spPr>
          <a:xfrm flipV="1">
            <a:off x="8260659" y="2145840"/>
            <a:ext cx="324564" cy="52042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5" name="Oval 184">
            <a:extLst>
              <a:ext uri="{FF2B5EF4-FFF2-40B4-BE49-F238E27FC236}">
                <a16:creationId xmlns:a16="http://schemas.microsoft.com/office/drawing/2014/main" id="{BDD11F87-DA81-9510-C1CB-0AF4093562CB}"/>
              </a:ext>
            </a:extLst>
          </p:cNvPr>
          <p:cNvSpPr/>
          <p:nvPr/>
        </p:nvSpPr>
        <p:spPr>
          <a:xfrm rot="5400000">
            <a:off x="8564135" y="20229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6" name="Oval 185">
            <a:extLst>
              <a:ext uri="{FF2B5EF4-FFF2-40B4-BE49-F238E27FC236}">
                <a16:creationId xmlns:a16="http://schemas.microsoft.com/office/drawing/2014/main" id="{BDD11F87-DA81-9510-C1CB-0AF4093562CB}"/>
              </a:ext>
            </a:extLst>
          </p:cNvPr>
          <p:cNvSpPr/>
          <p:nvPr/>
        </p:nvSpPr>
        <p:spPr>
          <a:xfrm rot="5400000">
            <a:off x="4247079" y="26451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7" name="Oval 186">
            <a:extLst>
              <a:ext uri="{FF2B5EF4-FFF2-40B4-BE49-F238E27FC236}">
                <a16:creationId xmlns:a16="http://schemas.microsoft.com/office/drawing/2014/main" id="{BDD11F87-DA81-9510-C1CB-0AF4093562CB}"/>
              </a:ext>
            </a:extLst>
          </p:cNvPr>
          <p:cNvSpPr/>
          <p:nvPr/>
        </p:nvSpPr>
        <p:spPr>
          <a:xfrm rot="5400000">
            <a:off x="5061278" y="26451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8" name="Straight Connector 187">
            <a:extLst>
              <a:ext uri="{FF2B5EF4-FFF2-40B4-BE49-F238E27FC236}">
                <a16:creationId xmlns:a16="http://schemas.microsoft.com/office/drawing/2014/main" id="{6205DD86-315C-53B6-CEEF-A9919650168E}"/>
              </a:ext>
            </a:extLst>
          </p:cNvPr>
          <p:cNvCxnSpPr>
            <a:cxnSpLocks/>
            <a:stCxn id="187" idx="4"/>
            <a:endCxn id="186" idx="0"/>
          </p:cNvCxnSpPr>
          <p:nvPr/>
        </p:nvCxnSpPr>
        <p:spPr>
          <a:xfrm flipH="1">
            <a:off x="4391079" y="2717174"/>
            <a:ext cx="67019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9" name="Oval 188">
            <a:extLst>
              <a:ext uri="{FF2B5EF4-FFF2-40B4-BE49-F238E27FC236}">
                <a16:creationId xmlns:a16="http://schemas.microsoft.com/office/drawing/2014/main" id="{BDD11F87-DA81-9510-C1CB-0AF4093562CB}"/>
              </a:ext>
            </a:extLst>
          </p:cNvPr>
          <p:cNvSpPr/>
          <p:nvPr/>
        </p:nvSpPr>
        <p:spPr>
          <a:xfrm rot="5400000">
            <a:off x="4247079" y="40794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0" name="Oval 189">
            <a:extLst>
              <a:ext uri="{FF2B5EF4-FFF2-40B4-BE49-F238E27FC236}">
                <a16:creationId xmlns:a16="http://schemas.microsoft.com/office/drawing/2014/main" id="{BDD11F87-DA81-9510-C1CB-0AF4093562CB}"/>
              </a:ext>
            </a:extLst>
          </p:cNvPr>
          <p:cNvSpPr/>
          <p:nvPr/>
        </p:nvSpPr>
        <p:spPr>
          <a:xfrm rot="5400000">
            <a:off x="5061278" y="40688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91" name="Straight Connector 190">
            <a:extLst>
              <a:ext uri="{FF2B5EF4-FFF2-40B4-BE49-F238E27FC236}">
                <a16:creationId xmlns:a16="http://schemas.microsoft.com/office/drawing/2014/main" id="{6205DD86-315C-53B6-CEEF-A9919650168E}"/>
              </a:ext>
            </a:extLst>
          </p:cNvPr>
          <p:cNvCxnSpPr>
            <a:cxnSpLocks/>
            <a:stCxn id="186" idx="6"/>
            <a:endCxn id="189" idx="2"/>
          </p:cNvCxnSpPr>
          <p:nvPr/>
        </p:nvCxnSpPr>
        <p:spPr>
          <a:xfrm>
            <a:off x="4319079" y="2789174"/>
            <a:ext cx="0" cy="12902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2" name="Straight Connector 191">
            <a:extLst>
              <a:ext uri="{FF2B5EF4-FFF2-40B4-BE49-F238E27FC236}">
                <a16:creationId xmlns:a16="http://schemas.microsoft.com/office/drawing/2014/main" id="{6205DD86-315C-53B6-CEEF-A9919650168E}"/>
              </a:ext>
            </a:extLst>
          </p:cNvPr>
          <p:cNvCxnSpPr>
            <a:cxnSpLocks/>
            <a:stCxn id="187" idx="6"/>
            <a:endCxn id="190" idx="2"/>
          </p:cNvCxnSpPr>
          <p:nvPr/>
        </p:nvCxnSpPr>
        <p:spPr>
          <a:xfrm>
            <a:off x="5133278" y="2789174"/>
            <a:ext cx="0" cy="127969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3" name="Straight Connector 192">
            <a:extLst>
              <a:ext uri="{FF2B5EF4-FFF2-40B4-BE49-F238E27FC236}">
                <a16:creationId xmlns:a16="http://schemas.microsoft.com/office/drawing/2014/main" id="{6205DD86-315C-53B6-CEEF-A9919650168E}"/>
              </a:ext>
            </a:extLst>
          </p:cNvPr>
          <p:cNvCxnSpPr>
            <a:cxnSpLocks/>
            <a:stCxn id="190" idx="4"/>
            <a:endCxn id="189" idx="0"/>
          </p:cNvCxnSpPr>
          <p:nvPr/>
        </p:nvCxnSpPr>
        <p:spPr>
          <a:xfrm flipH="1">
            <a:off x="4391079" y="4140866"/>
            <a:ext cx="670199" cy="105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4" name="Straight Connector 193">
            <a:extLst>
              <a:ext uri="{FF2B5EF4-FFF2-40B4-BE49-F238E27FC236}">
                <a16:creationId xmlns:a16="http://schemas.microsoft.com/office/drawing/2014/main" id="{6205DD86-315C-53B6-CEEF-A9919650168E}"/>
              </a:ext>
            </a:extLst>
          </p:cNvPr>
          <p:cNvCxnSpPr>
            <a:cxnSpLocks/>
            <a:stCxn id="190" idx="3"/>
            <a:endCxn id="186" idx="7"/>
          </p:cNvCxnSpPr>
          <p:nvPr/>
        </p:nvCxnSpPr>
        <p:spPr>
          <a:xfrm flipH="1" flipV="1">
            <a:off x="4369991" y="2768086"/>
            <a:ext cx="712375" cy="13218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5" name="Straight Connector 194">
            <a:extLst>
              <a:ext uri="{FF2B5EF4-FFF2-40B4-BE49-F238E27FC236}">
                <a16:creationId xmlns:a16="http://schemas.microsoft.com/office/drawing/2014/main" id="{6205DD86-315C-53B6-CEEF-A9919650168E}"/>
              </a:ext>
            </a:extLst>
          </p:cNvPr>
          <p:cNvCxnSpPr>
            <a:cxnSpLocks/>
            <a:stCxn id="196" idx="0"/>
            <a:endCxn id="189" idx="4"/>
          </p:cNvCxnSpPr>
          <p:nvPr/>
        </p:nvCxnSpPr>
        <p:spPr>
          <a:xfrm flipV="1">
            <a:off x="3761783" y="4151410"/>
            <a:ext cx="485296" cy="7481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96" name="Oval 195">
            <a:extLst>
              <a:ext uri="{FF2B5EF4-FFF2-40B4-BE49-F238E27FC236}">
                <a16:creationId xmlns:a16="http://schemas.microsoft.com/office/drawing/2014/main" id="{BDD11F87-DA81-9510-C1CB-0AF4093562CB}"/>
              </a:ext>
            </a:extLst>
          </p:cNvPr>
          <p:cNvSpPr/>
          <p:nvPr/>
        </p:nvSpPr>
        <p:spPr>
          <a:xfrm rot="5400000">
            <a:off x="3617783" y="41542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97" name="Straight Connector 196">
            <a:extLst>
              <a:ext uri="{FF2B5EF4-FFF2-40B4-BE49-F238E27FC236}">
                <a16:creationId xmlns:a16="http://schemas.microsoft.com/office/drawing/2014/main" id="{6205DD86-315C-53B6-CEEF-A9919650168E}"/>
              </a:ext>
            </a:extLst>
          </p:cNvPr>
          <p:cNvCxnSpPr>
            <a:cxnSpLocks/>
            <a:stCxn id="189" idx="5"/>
            <a:endCxn id="198" idx="1"/>
          </p:cNvCxnSpPr>
          <p:nvPr/>
        </p:nvCxnSpPr>
        <p:spPr>
          <a:xfrm flipH="1">
            <a:off x="3980724" y="4202322"/>
            <a:ext cx="287443" cy="3874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98" name="Oval 197">
            <a:extLst>
              <a:ext uri="{FF2B5EF4-FFF2-40B4-BE49-F238E27FC236}">
                <a16:creationId xmlns:a16="http://schemas.microsoft.com/office/drawing/2014/main" id="{BDD11F87-DA81-9510-C1CB-0AF4093562CB}"/>
              </a:ext>
            </a:extLst>
          </p:cNvPr>
          <p:cNvSpPr/>
          <p:nvPr/>
        </p:nvSpPr>
        <p:spPr>
          <a:xfrm rot="5400000">
            <a:off x="3857812" y="45686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99" name="Straight Connector 198">
            <a:extLst>
              <a:ext uri="{FF2B5EF4-FFF2-40B4-BE49-F238E27FC236}">
                <a16:creationId xmlns:a16="http://schemas.microsoft.com/office/drawing/2014/main" id="{6205DD86-315C-53B6-CEEF-A9919650168E}"/>
              </a:ext>
            </a:extLst>
          </p:cNvPr>
          <p:cNvCxnSpPr>
            <a:cxnSpLocks/>
            <a:stCxn id="187" idx="0"/>
            <a:endCxn id="200" idx="5"/>
          </p:cNvCxnSpPr>
          <p:nvPr/>
        </p:nvCxnSpPr>
        <p:spPr>
          <a:xfrm flipV="1">
            <a:off x="5205278" y="2407753"/>
            <a:ext cx="585864" cy="3094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0" name="Oval 199">
            <a:extLst>
              <a:ext uri="{FF2B5EF4-FFF2-40B4-BE49-F238E27FC236}">
                <a16:creationId xmlns:a16="http://schemas.microsoft.com/office/drawing/2014/main" id="{BDD11F87-DA81-9510-C1CB-0AF4093562CB}"/>
              </a:ext>
            </a:extLst>
          </p:cNvPr>
          <p:cNvSpPr/>
          <p:nvPr/>
        </p:nvSpPr>
        <p:spPr>
          <a:xfrm rot="5400000">
            <a:off x="5770054" y="22848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1" name="Straight Connector 200">
            <a:extLst>
              <a:ext uri="{FF2B5EF4-FFF2-40B4-BE49-F238E27FC236}">
                <a16:creationId xmlns:a16="http://schemas.microsoft.com/office/drawing/2014/main" id="{6205DD86-315C-53B6-CEEF-A9919650168E}"/>
              </a:ext>
            </a:extLst>
          </p:cNvPr>
          <p:cNvCxnSpPr>
            <a:cxnSpLocks/>
            <a:stCxn id="187" idx="1"/>
            <a:endCxn id="202" idx="5"/>
          </p:cNvCxnSpPr>
          <p:nvPr/>
        </p:nvCxnSpPr>
        <p:spPr>
          <a:xfrm flipV="1">
            <a:off x="5184190" y="2145840"/>
            <a:ext cx="324564" cy="52042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2" name="Oval 201">
            <a:extLst>
              <a:ext uri="{FF2B5EF4-FFF2-40B4-BE49-F238E27FC236}">
                <a16:creationId xmlns:a16="http://schemas.microsoft.com/office/drawing/2014/main" id="{BDD11F87-DA81-9510-C1CB-0AF4093562CB}"/>
              </a:ext>
            </a:extLst>
          </p:cNvPr>
          <p:cNvSpPr/>
          <p:nvPr/>
        </p:nvSpPr>
        <p:spPr>
          <a:xfrm rot="5400000">
            <a:off x="5487666" y="20229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3" name="Oval 202">
            <a:extLst>
              <a:ext uri="{FF2B5EF4-FFF2-40B4-BE49-F238E27FC236}">
                <a16:creationId xmlns:a16="http://schemas.microsoft.com/office/drawing/2014/main" id="{BDD11F87-DA81-9510-C1CB-0AF4093562CB}"/>
              </a:ext>
            </a:extLst>
          </p:cNvPr>
          <p:cNvSpPr/>
          <p:nvPr/>
        </p:nvSpPr>
        <p:spPr>
          <a:xfrm rot="5400000">
            <a:off x="1170610" y="26451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4" name="Oval 203">
            <a:extLst>
              <a:ext uri="{FF2B5EF4-FFF2-40B4-BE49-F238E27FC236}">
                <a16:creationId xmlns:a16="http://schemas.microsoft.com/office/drawing/2014/main" id="{BDD11F87-DA81-9510-C1CB-0AF4093562CB}"/>
              </a:ext>
            </a:extLst>
          </p:cNvPr>
          <p:cNvSpPr/>
          <p:nvPr/>
        </p:nvSpPr>
        <p:spPr>
          <a:xfrm rot="5400000">
            <a:off x="1984809" y="26451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5" name="Straight Connector 204">
            <a:extLst>
              <a:ext uri="{FF2B5EF4-FFF2-40B4-BE49-F238E27FC236}">
                <a16:creationId xmlns:a16="http://schemas.microsoft.com/office/drawing/2014/main" id="{6205DD86-315C-53B6-CEEF-A9919650168E}"/>
              </a:ext>
            </a:extLst>
          </p:cNvPr>
          <p:cNvCxnSpPr>
            <a:cxnSpLocks/>
            <a:stCxn id="204" idx="4"/>
            <a:endCxn id="203" idx="0"/>
          </p:cNvCxnSpPr>
          <p:nvPr/>
        </p:nvCxnSpPr>
        <p:spPr>
          <a:xfrm flipH="1">
            <a:off x="1314610" y="2717174"/>
            <a:ext cx="67019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6" name="Oval 205">
            <a:extLst>
              <a:ext uri="{FF2B5EF4-FFF2-40B4-BE49-F238E27FC236}">
                <a16:creationId xmlns:a16="http://schemas.microsoft.com/office/drawing/2014/main" id="{BDD11F87-DA81-9510-C1CB-0AF4093562CB}"/>
              </a:ext>
            </a:extLst>
          </p:cNvPr>
          <p:cNvSpPr/>
          <p:nvPr/>
        </p:nvSpPr>
        <p:spPr>
          <a:xfrm rot="5400000">
            <a:off x="1170610" y="40794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7" name="Oval 206">
            <a:extLst>
              <a:ext uri="{FF2B5EF4-FFF2-40B4-BE49-F238E27FC236}">
                <a16:creationId xmlns:a16="http://schemas.microsoft.com/office/drawing/2014/main" id="{BDD11F87-DA81-9510-C1CB-0AF4093562CB}"/>
              </a:ext>
            </a:extLst>
          </p:cNvPr>
          <p:cNvSpPr/>
          <p:nvPr/>
        </p:nvSpPr>
        <p:spPr>
          <a:xfrm rot="5400000">
            <a:off x="1984809" y="40688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8" name="Straight Connector 207">
            <a:extLst>
              <a:ext uri="{FF2B5EF4-FFF2-40B4-BE49-F238E27FC236}">
                <a16:creationId xmlns:a16="http://schemas.microsoft.com/office/drawing/2014/main" id="{6205DD86-315C-53B6-CEEF-A9919650168E}"/>
              </a:ext>
            </a:extLst>
          </p:cNvPr>
          <p:cNvCxnSpPr>
            <a:cxnSpLocks/>
            <a:stCxn id="203" idx="6"/>
            <a:endCxn id="206" idx="2"/>
          </p:cNvCxnSpPr>
          <p:nvPr/>
        </p:nvCxnSpPr>
        <p:spPr>
          <a:xfrm>
            <a:off x="1242610" y="2789174"/>
            <a:ext cx="0" cy="12902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9" name="Straight Connector 208">
            <a:extLst>
              <a:ext uri="{FF2B5EF4-FFF2-40B4-BE49-F238E27FC236}">
                <a16:creationId xmlns:a16="http://schemas.microsoft.com/office/drawing/2014/main" id="{6205DD86-315C-53B6-CEEF-A9919650168E}"/>
              </a:ext>
            </a:extLst>
          </p:cNvPr>
          <p:cNvCxnSpPr>
            <a:cxnSpLocks/>
            <a:stCxn id="204" idx="6"/>
            <a:endCxn id="207" idx="2"/>
          </p:cNvCxnSpPr>
          <p:nvPr/>
        </p:nvCxnSpPr>
        <p:spPr>
          <a:xfrm>
            <a:off x="2056809" y="2789174"/>
            <a:ext cx="0" cy="127969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0" name="Straight Connector 209">
            <a:extLst>
              <a:ext uri="{FF2B5EF4-FFF2-40B4-BE49-F238E27FC236}">
                <a16:creationId xmlns:a16="http://schemas.microsoft.com/office/drawing/2014/main" id="{6205DD86-315C-53B6-CEEF-A9919650168E}"/>
              </a:ext>
            </a:extLst>
          </p:cNvPr>
          <p:cNvCxnSpPr>
            <a:cxnSpLocks/>
            <a:stCxn id="207" idx="4"/>
            <a:endCxn id="206" idx="0"/>
          </p:cNvCxnSpPr>
          <p:nvPr/>
        </p:nvCxnSpPr>
        <p:spPr>
          <a:xfrm flipH="1">
            <a:off x="1314610" y="4140866"/>
            <a:ext cx="670199" cy="105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1" name="Straight Connector 210">
            <a:extLst>
              <a:ext uri="{FF2B5EF4-FFF2-40B4-BE49-F238E27FC236}">
                <a16:creationId xmlns:a16="http://schemas.microsoft.com/office/drawing/2014/main" id="{6205DD86-315C-53B6-CEEF-A9919650168E}"/>
              </a:ext>
            </a:extLst>
          </p:cNvPr>
          <p:cNvCxnSpPr>
            <a:cxnSpLocks/>
            <a:stCxn id="207" idx="3"/>
            <a:endCxn id="203" idx="7"/>
          </p:cNvCxnSpPr>
          <p:nvPr/>
        </p:nvCxnSpPr>
        <p:spPr>
          <a:xfrm flipH="1" flipV="1">
            <a:off x="1293522" y="2768086"/>
            <a:ext cx="712375" cy="13218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2" name="Straight Connector 211">
            <a:extLst>
              <a:ext uri="{FF2B5EF4-FFF2-40B4-BE49-F238E27FC236}">
                <a16:creationId xmlns:a16="http://schemas.microsoft.com/office/drawing/2014/main" id="{6205DD86-315C-53B6-CEEF-A9919650168E}"/>
              </a:ext>
            </a:extLst>
          </p:cNvPr>
          <p:cNvCxnSpPr>
            <a:cxnSpLocks/>
            <a:stCxn id="213" idx="0"/>
            <a:endCxn id="206" idx="4"/>
          </p:cNvCxnSpPr>
          <p:nvPr/>
        </p:nvCxnSpPr>
        <p:spPr>
          <a:xfrm flipV="1">
            <a:off x="685314" y="4151410"/>
            <a:ext cx="485296" cy="7481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13" name="Oval 212">
            <a:extLst>
              <a:ext uri="{FF2B5EF4-FFF2-40B4-BE49-F238E27FC236}">
                <a16:creationId xmlns:a16="http://schemas.microsoft.com/office/drawing/2014/main" id="{BDD11F87-DA81-9510-C1CB-0AF4093562CB}"/>
              </a:ext>
            </a:extLst>
          </p:cNvPr>
          <p:cNvSpPr/>
          <p:nvPr/>
        </p:nvSpPr>
        <p:spPr>
          <a:xfrm rot="5400000">
            <a:off x="541314" y="41542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4" name="Straight Connector 213">
            <a:extLst>
              <a:ext uri="{FF2B5EF4-FFF2-40B4-BE49-F238E27FC236}">
                <a16:creationId xmlns:a16="http://schemas.microsoft.com/office/drawing/2014/main" id="{6205DD86-315C-53B6-CEEF-A9919650168E}"/>
              </a:ext>
            </a:extLst>
          </p:cNvPr>
          <p:cNvCxnSpPr>
            <a:cxnSpLocks/>
            <a:stCxn id="206" idx="5"/>
            <a:endCxn id="215" idx="1"/>
          </p:cNvCxnSpPr>
          <p:nvPr/>
        </p:nvCxnSpPr>
        <p:spPr>
          <a:xfrm flipH="1">
            <a:off x="904255" y="4202322"/>
            <a:ext cx="287443" cy="3874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15" name="Oval 214">
            <a:extLst>
              <a:ext uri="{FF2B5EF4-FFF2-40B4-BE49-F238E27FC236}">
                <a16:creationId xmlns:a16="http://schemas.microsoft.com/office/drawing/2014/main" id="{BDD11F87-DA81-9510-C1CB-0AF4093562CB}"/>
              </a:ext>
            </a:extLst>
          </p:cNvPr>
          <p:cNvSpPr/>
          <p:nvPr/>
        </p:nvSpPr>
        <p:spPr>
          <a:xfrm rot="5400000">
            <a:off x="781343" y="45686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6" name="Straight Connector 215">
            <a:extLst>
              <a:ext uri="{FF2B5EF4-FFF2-40B4-BE49-F238E27FC236}">
                <a16:creationId xmlns:a16="http://schemas.microsoft.com/office/drawing/2014/main" id="{6205DD86-315C-53B6-CEEF-A9919650168E}"/>
              </a:ext>
            </a:extLst>
          </p:cNvPr>
          <p:cNvCxnSpPr>
            <a:cxnSpLocks/>
            <a:stCxn id="204" idx="0"/>
            <a:endCxn id="217" idx="5"/>
          </p:cNvCxnSpPr>
          <p:nvPr/>
        </p:nvCxnSpPr>
        <p:spPr>
          <a:xfrm flipV="1">
            <a:off x="2128809" y="2407753"/>
            <a:ext cx="585864" cy="3094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17" name="Oval 216">
            <a:extLst>
              <a:ext uri="{FF2B5EF4-FFF2-40B4-BE49-F238E27FC236}">
                <a16:creationId xmlns:a16="http://schemas.microsoft.com/office/drawing/2014/main" id="{BDD11F87-DA81-9510-C1CB-0AF4093562CB}"/>
              </a:ext>
            </a:extLst>
          </p:cNvPr>
          <p:cNvSpPr/>
          <p:nvPr/>
        </p:nvSpPr>
        <p:spPr>
          <a:xfrm rot="5400000">
            <a:off x="2693585" y="22848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8" name="Straight Connector 217">
            <a:extLst>
              <a:ext uri="{FF2B5EF4-FFF2-40B4-BE49-F238E27FC236}">
                <a16:creationId xmlns:a16="http://schemas.microsoft.com/office/drawing/2014/main" id="{6205DD86-315C-53B6-CEEF-A9919650168E}"/>
              </a:ext>
            </a:extLst>
          </p:cNvPr>
          <p:cNvCxnSpPr>
            <a:cxnSpLocks/>
            <a:stCxn id="204" idx="1"/>
            <a:endCxn id="219" idx="5"/>
          </p:cNvCxnSpPr>
          <p:nvPr/>
        </p:nvCxnSpPr>
        <p:spPr>
          <a:xfrm flipV="1">
            <a:off x="2107721" y="2145840"/>
            <a:ext cx="324564" cy="52042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19" name="Oval 218">
            <a:extLst>
              <a:ext uri="{FF2B5EF4-FFF2-40B4-BE49-F238E27FC236}">
                <a16:creationId xmlns:a16="http://schemas.microsoft.com/office/drawing/2014/main" id="{BDD11F87-DA81-9510-C1CB-0AF4093562CB}"/>
              </a:ext>
            </a:extLst>
          </p:cNvPr>
          <p:cNvSpPr/>
          <p:nvPr/>
        </p:nvSpPr>
        <p:spPr>
          <a:xfrm rot="5400000">
            <a:off x="2411197" y="20229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220" name="TextBox 219"/>
              <p:cNvSpPr txBox="1"/>
              <p:nvPr/>
            </p:nvSpPr>
            <p:spPr>
              <a:xfrm>
                <a:off x="1310595" y="5014460"/>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220" name="TextBox 219"/>
              <p:cNvSpPr txBox="1">
                <a:spLocks noRot="1" noChangeAspect="1" noMove="1" noResize="1" noEditPoints="1" noAdjustHandles="1" noChangeArrowheads="1" noChangeShapeType="1" noTextEdit="1"/>
              </p:cNvSpPr>
              <p:nvPr/>
            </p:nvSpPr>
            <p:spPr>
              <a:xfrm>
                <a:off x="1310595" y="5014460"/>
                <a:ext cx="71865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1" name="TextBox 220"/>
              <p:cNvSpPr txBox="1"/>
              <p:nvPr/>
            </p:nvSpPr>
            <p:spPr>
              <a:xfrm>
                <a:off x="4319079" y="5014460"/>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221" name="TextBox 220"/>
              <p:cNvSpPr txBox="1">
                <a:spLocks noRot="1" noChangeAspect="1" noMove="1" noResize="1" noEditPoints="1" noAdjustHandles="1" noChangeArrowheads="1" noChangeShapeType="1" noTextEdit="1"/>
              </p:cNvSpPr>
              <p:nvPr/>
            </p:nvSpPr>
            <p:spPr>
              <a:xfrm>
                <a:off x="4319079" y="5014460"/>
                <a:ext cx="726930"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TextBox 221"/>
              <p:cNvSpPr txBox="1"/>
              <p:nvPr/>
            </p:nvSpPr>
            <p:spPr>
              <a:xfrm>
                <a:off x="7446460" y="5014460"/>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222" name="TextBox 221"/>
              <p:cNvSpPr txBox="1">
                <a:spLocks noRot="1" noChangeAspect="1" noMove="1" noResize="1" noEditPoints="1" noAdjustHandles="1" noChangeArrowheads="1" noChangeShapeType="1" noTextEdit="1"/>
              </p:cNvSpPr>
              <p:nvPr/>
            </p:nvSpPr>
            <p:spPr>
              <a:xfrm>
                <a:off x="7446460" y="5014460"/>
                <a:ext cx="726930" cy="523220"/>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8732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7" presetClass="emph" presetSubtype="2" fill="hold" nodeType="clickEffect">
                                  <p:stCondLst>
                                    <p:cond delay="0"/>
                                  </p:stCondLst>
                                  <p:childTnLst>
                                    <p:animClr clrSpc="rgb" dir="cw">
                                      <p:cBhvr>
                                        <p:cTn id="42" dur="500" fill="hold"/>
                                        <p:tgtEl>
                                          <p:spTgt spid="211"/>
                                        </p:tgtEl>
                                        <p:attrNameLst>
                                          <p:attrName>stroke.color</p:attrName>
                                        </p:attrNameLst>
                                      </p:cBhvr>
                                      <p:to>
                                        <a:schemeClr val="accent2"/>
                                      </p:to>
                                    </p:animClr>
                                    <p:set>
                                      <p:cBhvr>
                                        <p:cTn id="43" dur="500" fill="hold"/>
                                        <p:tgtEl>
                                          <p:spTgt spid="211"/>
                                        </p:tgtEl>
                                        <p:attrNameLst>
                                          <p:attrName>stroke.on</p:attrName>
                                        </p:attrNameLst>
                                      </p:cBhvr>
                                      <p:to>
                                        <p:strVal val="true"/>
                                      </p:to>
                                    </p:set>
                                  </p:childTnLst>
                                </p:cTn>
                              </p:par>
                            </p:childTnLst>
                          </p:cTn>
                        </p:par>
                      </p:childTnLst>
                    </p:cTn>
                  </p:par>
                  <p:par>
                    <p:cTn id="44" fill="hold">
                      <p:stCondLst>
                        <p:cond delay="indefinite"/>
                      </p:stCondLst>
                      <p:childTnLst>
                        <p:par>
                          <p:cTn id="45" fill="hold">
                            <p:stCondLst>
                              <p:cond delay="0"/>
                            </p:stCondLst>
                            <p:childTnLst>
                              <p:par>
                                <p:cTn id="46" presetID="42" presetClass="exit" presetSubtype="0" fill="hold" nodeType="clickEffect">
                                  <p:stCondLst>
                                    <p:cond delay="0"/>
                                  </p:stCondLst>
                                  <p:childTnLst>
                                    <p:animEffect transition="out" filter="fade">
                                      <p:cBhvr>
                                        <p:cTn id="47" dur="1000"/>
                                        <p:tgtEl>
                                          <p:spTgt spid="205"/>
                                        </p:tgtEl>
                                      </p:cBhvr>
                                    </p:animEffect>
                                    <p:anim calcmode="lin" valueType="num">
                                      <p:cBhvr>
                                        <p:cTn id="48" dur="1000"/>
                                        <p:tgtEl>
                                          <p:spTgt spid="205"/>
                                        </p:tgtEl>
                                        <p:attrNameLst>
                                          <p:attrName>ppt_x</p:attrName>
                                        </p:attrNameLst>
                                      </p:cBhvr>
                                      <p:tavLst>
                                        <p:tav tm="0">
                                          <p:val>
                                            <p:strVal val="ppt_x"/>
                                          </p:val>
                                        </p:tav>
                                        <p:tav tm="100000">
                                          <p:val>
                                            <p:strVal val="ppt_x"/>
                                          </p:val>
                                        </p:tav>
                                      </p:tavLst>
                                    </p:anim>
                                    <p:anim calcmode="lin" valueType="num">
                                      <p:cBhvr>
                                        <p:cTn id="49" dur="1000"/>
                                        <p:tgtEl>
                                          <p:spTgt spid="205"/>
                                        </p:tgtEl>
                                        <p:attrNameLst>
                                          <p:attrName>ppt_y</p:attrName>
                                        </p:attrNameLst>
                                      </p:cBhvr>
                                      <p:tavLst>
                                        <p:tav tm="0">
                                          <p:val>
                                            <p:strVal val="ppt_y"/>
                                          </p:val>
                                        </p:tav>
                                        <p:tav tm="100000">
                                          <p:val>
                                            <p:strVal val="ppt_y+.1"/>
                                          </p:val>
                                        </p:tav>
                                      </p:tavLst>
                                    </p:anim>
                                    <p:set>
                                      <p:cBhvr>
                                        <p:cTn id="50" dur="1" fill="hold">
                                          <p:stCondLst>
                                            <p:cond delay="999"/>
                                          </p:stCondLst>
                                        </p:cTn>
                                        <p:tgtEl>
                                          <p:spTgt spid="205"/>
                                        </p:tgtEl>
                                        <p:attrNameLst>
                                          <p:attrName>style.visibility</p:attrName>
                                        </p:attrNameLst>
                                      </p:cBhvr>
                                      <p:to>
                                        <p:strVal val="hidden"/>
                                      </p:to>
                                    </p:set>
                                  </p:childTnLst>
                                </p:cTn>
                              </p:par>
                              <p:par>
                                <p:cTn id="51" presetID="42" presetClass="exit" presetSubtype="0" fill="hold" nodeType="withEffect">
                                  <p:stCondLst>
                                    <p:cond delay="0"/>
                                  </p:stCondLst>
                                  <p:childTnLst>
                                    <p:animEffect transition="out" filter="fade">
                                      <p:cBhvr>
                                        <p:cTn id="52" dur="1000"/>
                                        <p:tgtEl>
                                          <p:spTgt spid="208"/>
                                        </p:tgtEl>
                                      </p:cBhvr>
                                    </p:animEffect>
                                    <p:anim calcmode="lin" valueType="num">
                                      <p:cBhvr>
                                        <p:cTn id="53" dur="1000"/>
                                        <p:tgtEl>
                                          <p:spTgt spid="208"/>
                                        </p:tgtEl>
                                        <p:attrNameLst>
                                          <p:attrName>ppt_x</p:attrName>
                                        </p:attrNameLst>
                                      </p:cBhvr>
                                      <p:tavLst>
                                        <p:tav tm="0">
                                          <p:val>
                                            <p:strVal val="ppt_x"/>
                                          </p:val>
                                        </p:tav>
                                        <p:tav tm="100000">
                                          <p:val>
                                            <p:strVal val="ppt_x"/>
                                          </p:val>
                                        </p:tav>
                                      </p:tavLst>
                                    </p:anim>
                                    <p:anim calcmode="lin" valueType="num">
                                      <p:cBhvr>
                                        <p:cTn id="54" dur="1000"/>
                                        <p:tgtEl>
                                          <p:spTgt spid="208"/>
                                        </p:tgtEl>
                                        <p:attrNameLst>
                                          <p:attrName>ppt_y</p:attrName>
                                        </p:attrNameLst>
                                      </p:cBhvr>
                                      <p:tavLst>
                                        <p:tav tm="0">
                                          <p:val>
                                            <p:strVal val="ppt_y"/>
                                          </p:val>
                                        </p:tav>
                                        <p:tav tm="100000">
                                          <p:val>
                                            <p:strVal val="ppt_y+.1"/>
                                          </p:val>
                                        </p:tav>
                                      </p:tavLst>
                                    </p:anim>
                                    <p:set>
                                      <p:cBhvr>
                                        <p:cTn id="55" dur="1" fill="hold">
                                          <p:stCondLst>
                                            <p:cond delay="999"/>
                                          </p:stCondLst>
                                        </p:cTn>
                                        <p:tgtEl>
                                          <p:spTgt spid="208"/>
                                        </p:tgtEl>
                                        <p:attrNameLst>
                                          <p:attrName>style.visibility</p:attrName>
                                        </p:attrNameLst>
                                      </p:cBhvr>
                                      <p:to>
                                        <p:strVal val="hidden"/>
                                      </p:to>
                                    </p:set>
                                  </p:childTnLst>
                                </p:cTn>
                              </p:par>
                              <p:par>
                                <p:cTn id="56" presetID="42" presetClass="exit" presetSubtype="0" fill="hold" nodeType="withEffect">
                                  <p:stCondLst>
                                    <p:cond delay="0"/>
                                  </p:stCondLst>
                                  <p:childTnLst>
                                    <p:animEffect transition="out" filter="fade">
                                      <p:cBhvr>
                                        <p:cTn id="57" dur="1000"/>
                                        <p:tgtEl>
                                          <p:spTgt spid="209"/>
                                        </p:tgtEl>
                                      </p:cBhvr>
                                    </p:animEffect>
                                    <p:anim calcmode="lin" valueType="num">
                                      <p:cBhvr>
                                        <p:cTn id="58" dur="1000"/>
                                        <p:tgtEl>
                                          <p:spTgt spid="209"/>
                                        </p:tgtEl>
                                        <p:attrNameLst>
                                          <p:attrName>ppt_x</p:attrName>
                                        </p:attrNameLst>
                                      </p:cBhvr>
                                      <p:tavLst>
                                        <p:tav tm="0">
                                          <p:val>
                                            <p:strVal val="ppt_x"/>
                                          </p:val>
                                        </p:tav>
                                        <p:tav tm="100000">
                                          <p:val>
                                            <p:strVal val="ppt_x"/>
                                          </p:val>
                                        </p:tav>
                                      </p:tavLst>
                                    </p:anim>
                                    <p:anim calcmode="lin" valueType="num">
                                      <p:cBhvr>
                                        <p:cTn id="59" dur="1000"/>
                                        <p:tgtEl>
                                          <p:spTgt spid="209"/>
                                        </p:tgtEl>
                                        <p:attrNameLst>
                                          <p:attrName>ppt_y</p:attrName>
                                        </p:attrNameLst>
                                      </p:cBhvr>
                                      <p:tavLst>
                                        <p:tav tm="0">
                                          <p:val>
                                            <p:strVal val="ppt_y"/>
                                          </p:val>
                                        </p:tav>
                                        <p:tav tm="100000">
                                          <p:val>
                                            <p:strVal val="ppt_y+.1"/>
                                          </p:val>
                                        </p:tav>
                                      </p:tavLst>
                                    </p:anim>
                                    <p:set>
                                      <p:cBhvr>
                                        <p:cTn id="60" dur="1" fill="hold">
                                          <p:stCondLst>
                                            <p:cond delay="999"/>
                                          </p:stCondLst>
                                        </p:cTn>
                                        <p:tgtEl>
                                          <p:spTgt spid="209"/>
                                        </p:tgtEl>
                                        <p:attrNameLst>
                                          <p:attrName>style.visibility</p:attrName>
                                        </p:attrNameLst>
                                      </p:cBhvr>
                                      <p:to>
                                        <p:strVal val="hidden"/>
                                      </p:to>
                                    </p:set>
                                  </p:childTnLst>
                                </p:cTn>
                              </p:par>
                              <p:par>
                                <p:cTn id="61" presetID="42" presetClass="exit" presetSubtype="0" fill="hold" nodeType="withEffect">
                                  <p:stCondLst>
                                    <p:cond delay="0"/>
                                  </p:stCondLst>
                                  <p:childTnLst>
                                    <p:animEffect transition="out" filter="fade">
                                      <p:cBhvr>
                                        <p:cTn id="62" dur="1000"/>
                                        <p:tgtEl>
                                          <p:spTgt spid="210"/>
                                        </p:tgtEl>
                                      </p:cBhvr>
                                    </p:animEffect>
                                    <p:anim calcmode="lin" valueType="num">
                                      <p:cBhvr>
                                        <p:cTn id="63" dur="1000"/>
                                        <p:tgtEl>
                                          <p:spTgt spid="210"/>
                                        </p:tgtEl>
                                        <p:attrNameLst>
                                          <p:attrName>ppt_x</p:attrName>
                                        </p:attrNameLst>
                                      </p:cBhvr>
                                      <p:tavLst>
                                        <p:tav tm="0">
                                          <p:val>
                                            <p:strVal val="ppt_x"/>
                                          </p:val>
                                        </p:tav>
                                        <p:tav tm="100000">
                                          <p:val>
                                            <p:strVal val="ppt_x"/>
                                          </p:val>
                                        </p:tav>
                                      </p:tavLst>
                                    </p:anim>
                                    <p:anim calcmode="lin" valueType="num">
                                      <p:cBhvr>
                                        <p:cTn id="64" dur="1000"/>
                                        <p:tgtEl>
                                          <p:spTgt spid="210"/>
                                        </p:tgtEl>
                                        <p:attrNameLst>
                                          <p:attrName>ppt_y</p:attrName>
                                        </p:attrNameLst>
                                      </p:cBhvr>
                                      <p:tavLst>
                                        <p:tav tm="0">
                                          <p:val>
                                            <p:strVal val="ppt_y"/>
                                          </p:val>
                                        </p:tav>
                                        <p:tav tm="100000">
                                          <p:val>
                                            <p:strVal val="ppt_y+.1"/>
                                          </p:val>
                                        </p:tav>
                                      </p:tavLst>
                                    </p:anim>
                                    <p:set>
                                      <p:cBhvr>
                                        <p:cTn id="65" dur="1" fill="hold">
                                          <p:stCondLst>
                                            <p:cond delay="999"/>
                                          </p:stCondLst>
                                        </p:cTn>
                                        <p:tgtEl>
                                          <p:spTgt spid="210"/>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7" presetClass="emph" presetSubtype="2" fill="hold" nodeType="clickEffect">
                                  <p:stCondLst>
                                    <p:cond delay="0"/>
                                  </p:stCondLst>
                                  <p:childTnLst>
                                    <p:animClr clrSpc="rgb" dir="cw">
                                      <p:cBhvr>
                                        <p:cTn id="69" dur="500" fill="hold"/>
                                        <p:tgtEl>
                                          <p:spTgt spid="218"/>
                                        </p:tgtEl>
                                        <p:attrNameLst>
                                          <p:attrName>stroke.color</p:attrName>
                                        </p:attrNameLst>
                                      </p:cBhvr>
                                      <p:to>
                                        <a:schemeClr val="accent2"/>
                                      </p:to>
                                    </p:animClr>
                                    <p:set>
                                      <p:cBhvr>
                                        <p:cTn id="70" dur="500" fill="hold"/>
                                        <p:tgtEl>
                                          <p:spTgt spid="218"/>
                                        </p:tgtEl>
                                        <p:attrNameLst>
                                          <p:attrName>stroke.on</p:attrName>
                                        </p:attrNameLst>
                                      </p:cBhvr>
                                      <p:to>
                                        <p:strVal val="true"/>
                                      </p:to>
                                    </p:set>
                                  </p:childTnLst>
                                </p:cTn>
                              </p:par>
                            </p:childTnLst>
                          </p:cTn>
                        </p:par>
                      </p:childTnLst>
                    </p:cTn>
                  </p:par>
                  <p:par>
                    <p:cTn id="71" fill="hold">
                      <p:stCondLst>
                        <p:cond delay="indefinite"/>
                      </p:stCondLst>
                      <p:childTnLst>
                        <p:par>
                          <p:cTn id="72" fill="hold">
                            <p:stCondLst>
                              <p:cond delay="0"/>
                            </p:stCondLst>
                            <p:childTnLst>
                              <p:par>
                                <p:cTn id="73" presetID="42" presetClass="exit" presetSubtype="0" fill="hold" nodeType="clickEffect">
                                  <p:stCondLst>
                                    <p:cond delay="0"/>
                                  </p:stCondLst>
                                  <p:childTnLst>
                                    <p:animEffect transition="out" filter="fade">
                                      <p:cBhvr>
                                        <p:cTn id="74" dur="1000"/>
                                        <p:tgtEl>
                                          <p:spTgt spid="216"/>
                                        </p:tgtEl>
                                      </p:cBhvr>
                                    </p:animEffect>
                                    <p:anim calcmode="lin" valueType="num">
                                      <p:cBhvr>
                                        <p:cTn id="75" dur="1000"/>
                                        <p:tgtEl>
                                          <p:spTgt spid="216"/>
                                        </p:tgtEl>
                                        <p:attrNameLst>
                                          <p:attrName>ppt_x</p:attrName>
                                        </p:attrNameLst>
                                      </p:cBhvr>
                                      <p:tavLst>
                                        <p:tav tm="0">
                                          <p:val>
                                            <p:strVal val="ppt_x"/>
                                          </p:val>
                                        </p:tav>
                                        <p:tav tm="100000">
                                          <p:val>
                                            <p:strVal val="ppt_x"/>
                                          </p:val>
                                        </p:tav>
                                      </p:tavLst>
                                    </p:anim>
                                    <p:anim calcmode="lin" valueType="num">
                                      <p:cBhvr>
                                        <p:cTn id="76" dur="1000"/>
                                        <p:tgtEl>
                                          <p:spTgt spid="216"/>
                                        </p:tgtEl>
                                        <p:attrNameLst>
                                          <p:attrName>ppt_y</p:attrName>
                                        </p:attrNameLst>
                                      </p:cBhvr>
                                      <p:tavLst>
                                        <p:tav tm="0">
                                          <p:val>
                                            <p:strVal val="ppt_y"/>
                                          </p:val>
                                        </p:tav>
                                        <p:tav tm="100000">
                                          <p:val>
                                            <p:strVal val="ppt_y+.1"/>
                                          </p:val>
                                        </p:tav>
                                      </p:tavLst>
                                    </p:anim>
                                    <p:set>
                                      <p:cBhvr>
                                        <p:cTn id="77" dur="1" fill="hold">
                                          <p:stCondLst>
                                            <p:cond delay="999"/>
                                          </p:stCondLst>
                                        </p:cTn>
                                        <p:tgtEl>
                                          <p:spTgt spid="216"/>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7" presetClass="emph" presetSubtype="2" fill="hold" nodeType="clickEffect">
                                  <p:stCondLst>
                                    <p:cond delay="0"/>
                                  </p:stCondLst>
                                  <p:childTnLst>
                                    <p:animClr clrSpc="rgb" dir="cw">
                                      <p:cBhvr>
                                        <p:cTn id="81" dur="500" fill="hold"/>
                                        <p:tgtEl>
                                          <p:spTgt spid="214"/>
                                        </p:tgtEl>
                                        <p:attrNameLst>
                                          <p:attrName>stroke.color</p:attrName>
                                        </p:attrNameLst>
                                      </p:cBhvr>
                                      <p:to>
                                        <a:schemeClr val="accent2"/>
                                      </p:to>
                                    </p:animClr>
                                    <p:set>
                                      <p:cBhvr>
                                        <p:cTn id="82" dur="500" fill="hold"/>
                                        <p:tgtEl>
                                          <p:spTgt spid="214"/>
                                        </p:tgtEl>
                                        <p:attrNameLst>
                                          <p:attrName>stroke.on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42" presetClass="exit" presetSubtype="0" fill="hold" nodeType="clickEffect">
                                  <p:stCondLst>
                                    <p:cond delay="0"/>
                                  </p:stCondLst>
                                  <p:childTnLst>
                                    <p:animEffect transition="out" filter="fade">
                                      <p:cBhvr>
                                        <p:cTn id="86" dur="1000"/>
                                        <p:tgtEl>
                                          <p:spTgt spid="212"/>
                                        </p:tgtEl>
                                      </p:cBhvr>
                                    </p:animEffect>
                                    <p:anim calcmode="lin" valueType="num">
                                      <p:cBhvr>
                                        <p:cTn id="87" dur="1000"/>
                                        <p:tgtEl>
                                          <p:spTgt spid="212"/>
                                        </p:tgtEl>
                                        <p:attrNameLst>
                                          <p:attrName>ppt_x</p:attrName>
                                        </p:attrNameLst>
                                      </p:cBhvr>
                                      <p:tavLst>
                                        <p:tav tm="0">
                                          <p:val>
                                            <p:strVal val="ppt_x"/>
                                          </p:val>
                                        </p:tav>
                                        <p:tav tm="100000">
                                          <p:val>
                                            <p:strVal val="ppt_x"/>
                                          </p:val>
                                        </p:tav>
                                      </p:tavLst>
                                    </p:anim>
                                    <p:anim calcmode="lin" valueType="num">
                                      <p:cBhvr>
                                        <p:cTn id="88" dur="1000"/>
                                        <p:tgtEl>
                                          <p:spTgt spid="212"/>
                                        </p:tgtEl>
                                        <p:attrNameLst>
                                          <p:attrName>ppt_y</p:attrName>
                                        </p:attrNameLst>
                                      </p:cBhvr>
                                      <p:tavLst>
                                        <p:tav tm="0">
                                          <p:val>
                                            <p:strVal val="ppt_y"/>
                                          </p:val>
                                        </p:tav>
                                        <p:tav tm="100000">
                                          <p:val>
                                            <p:strVal val="ppt_y+.1"/>
                                          </p:val>
                                        </p:tav>
                                      </p:tavLst>
                                    </p:anim>
                                    <p:set>
                                      <p:cBhvr>
                                        <p:cTn id="89" dur="1" fill="hold">
                                          <p:stCondLst>
                                            <p:cond delay="999"/>
                                          </p:stCondLst>
                                        </p:cTn>
                                        <p:tgtEl>
                                          <p:spTgt spid="212"/>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220"/>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57"/>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186"/>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187"/>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188"/>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189"/>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190"/>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191"/>
                                        </p:tgtEl>
                                        <p:attrNameLst>
                                          <p:attrName>style.visibility</p:attrName>
                                        </p:attrNameLst>
                                      </p:cBhvr>
                                      <p:to>
                                        <p:strVal val="visible"/>
                                      </p:to>
                                    </p:set>
                                  </p:childTnLst>
                                </p:cTn>
                              </p:par>
                              <p:par>
                                <p:cTn id="110" presetID="1" presetClass="entr" presetSubtype="0" fill="hold" nodeType="withEffect">
                                  <p:stCondLst>
                                    <p:cond delay="0"/>
                                  </p:stCondLst>
                                  <p:childTnLst>
                                    <p:set>
                                      <p:cBhvr>
                                        <p:cTn id="111" dur="1" fill="hold">
                                          <p:stCondLst>
                                            <p:cond delay="0"/>
                                          </p:stCondLst>
                                        </p:cTn>
                                        <p:tgtEl>
                                          <p:spTgt spid="192"/>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193"/>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194"/>
                                        </p:tgtEl>
                                        <p:attrNameLst>
                                          <p:attrName>style.visibility</p:attrName>
                                        </p:attrNameLst>
                                      </p:cBhvr>
                                      <p:to>
                                        <p:strVal val="visible"/>
                                      </p:to>
                                    </p:set>
                                  </p:childTnLst>
                                </p:cTn>
                              </p:par>
                              <p:par>
                                <p:cTn id="116" presetID="1" presetClass="entr" presetSubtype="0" fill="hold" nodeType="withEffect">
                                  <p:stCondLst>
                                    <p:cond delay="0"/>
                                  </p:stCondLst>
                                  <p:childTnLst>
                                    <p:set>
                                      <p:cBhvr>
                                        <p:cTn id="117" dur="1" fill="hold">
                                          <p:stCondLst>
                                            <p:cond delay="0"/>
                                          </p:stCondLst>
                                        </p:cTn>
                                        <p:tgtEl>
                                          <p:spTgt spid="195"/>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196"/>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197"/>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198"/>
                                        </p:tgtEl>
                                        <p:attrNameLst>
                                          <p:attrName>style.visibility</p:attrName>
                                        </p:attrNameLst>
                                      </p:cBhvr>
                                      <p:to>
                                        <p:strVal val="visible"/>
                                      </p:to>
                                    </p:set>
                                  </p:childTnLst>
                                </p:cTn>
                              </p:par>
                              <p:par>
                                <p:cTn id="124" presetID="1" presetClass="entr" presetSubtype="0" fill="hold" nodeType="withEffect">
                                  <p:stCondLst>
                                    <p:cond delay="0"/>
                                  </p:stCondLst>
                                  <p:childTnLst>
                                    <p:set>
                                      <p:cBhvr>
                                        <p:cTn id="125" dur="1" fill="hold">
                                          <p:stCondLst>
                                            <p:cond delay="0"/>
                                          </p:stCondLst>
                                        </p:cTn>
                                        <p:tgtEl>
                                          <p:spTgt spid="199"/>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200"/>
                                        </p:tgtEl>
                                        <p:attrNameLst>
                                          <p:attrName>style.visibility</p:attrName>
                                        </p:attrNameLst>
                                      </p:cBhvr>
                                      <p:to>
                                        <p:strVal val="visible"/>
                                      </p:to>
                                    </p:set>
                                  </p:childTnLst>
                                </p:cTn>
                              </p:par>
                              <p:par>
                                <p:cTn id="128" presetID="1" presetClass="entr" presetSubtype="0" fill="hold" nodeType="withEffect">
                                  <p:stCondLst>
                                    <p:cond delay="0"/>
                                  </p:stCondLst>
                                  <p:childTnLst>
                                    <p:set>
                                      <p:cBhvr>
                                        <p:cTn id="129" dur="1" fill="hold">
                                          <p:stCondLst>
                                            <p:cond delay="0"/>
                                          </p:stCondLst>
                                        </p:cTn>
                                        <p:tgtEl>
                                          <p:spTgt spid="201"/>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202"/>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7" presetClass="emph" presetSubtype="2" fill="hold" nodeType="clickEffect">
                                  <p:stCondLst>
                                    <p:cond delay="0"/>
                                  </p:stCondLst>
                                  <p:childTnLst>
                                    <p:animClr clrSpc="rgb" dir="cw">
                                      <p:cBhvr>
                                        <p:cTn id="135" dur="500" fill="hold"/>
                                        <p:tgtEl>
                                          <p:spTgt spid="199"/>
                                        </p:tgtEl>
                                        <p:attrNameLst>
                                          <p:attrName>stroke.color</p:attrName>
                                        </p:attrNameLst>
                                      </p:cBhvr>
                                      <p:to>
                                        <a:schemeClr val="accent2"/>
                                      </p:to>
                                    </p:animClr>
                                    <p:set>
                                      <p:cBhvr>
                                        <p:cTn id="136" dur="500" fill="hold"/>
                                        <p:tgtEl>
                                          <p:spTgt spid="199"/>
                                        </p:tgtEl>
                                        <p:attrNameLst>
                                          <p:attrName>stroke.on</p:attrName>
                                        </p:attrNameLst>
                                      </p:cBhvr>
                                      <p:to>
                                        <p:strVal val="true"/>
                                      </p:to>
                                    </p:set>
                                  </p:childTnLst>
                                </p:cTn>
                              </p:par>
                            </p:childTnLst>
                          </p:cTn>
                        </p:par>
                      </p:childTnLst>
                    </p:cTn>
                  </p:par>
                  <p:par>
                    <p:cTn id="137" fill="hold">
                      <p:stCondLst>
                        <p:cond delay="indefinite"/>
                      </p:stCondLst>
                      <p:childTnLst>
                        <p:par>
                          <p:cTn id="138" fill="hold">
                            <p:stCondLst>
                              <p:cond delay="0"/>
                            </p:stCondLst>
                            <p:childTnLst>
                              <p:par>
                                <p:cTn id="139" presetID="42" presetClass="exit" presetSubtype="0" fill="hold" nodeType="clickEffect">
                                  <p:stCondLst>
                                    <p:cond delay="0"/>
                                  </p:stCondLst>
                                  <p:childTnLst>
                                    <p:animEffect transition="out" filter="fade">
                                      <p:cBhvr>
                                        <p:cTn id="140" dur="1000"/>
                                        <p:tgtEl>
                                          <p:spTgt spid="188"/>
                                        </p:tgtEl>
                                      </p:cBhvr>
                                    </p:animEffect>
                                    <p:anim calcmode="lin" valueType="num">
                                      <p:cBhvr>
                                        <p:cTn id="141" dur="1000"/>
                                        <p:tgtEl>
                                          <p:spTgt spid="188"/>
                                        </p:tgtEl>
                                        <p:attrNameLst>
                                          <p:attrName>ppt_x</p:attrName>
                                        </p:attrNameLst>
                                      </p:cBhvr>
                                      <p:tavLst>
                                        <p:tav tm="0">
                                          <p:val>
                                            <p:strVal val="ppt_x"/>
                                          </p:val>
                                        </p:tav>
                                        <p:tav tm="100000">
                                          <p:val>
                                            <p:strVal val="ppt_x"/>
                                          </p:val>
                                        </p:tav>
                                      </p:tavLst>
                                    </p:anim>
                                    <p:anim calcmode="lin" valueType="num">
                                      <p:cBhvr>
                                        <p:cTn id="142" dur="1000"/>
                                        <p:tgtEl>
                                          <p:spTgt spid="188"/>
                                        </p:tgtEl>
                                        <p:attrNameLst>
                                          <p:attrName>ppt_y</p:attrName>
                                        </p:attrNameLst>
                                      </p:cBhvr>
                                      <p:tavLst>
                                        <p:tav tm="0">
                                          <p:val>
                                            <p:strVal val="ppt_y"/>
                                          </p:val>
                                        </p:tav>
                                        <p:tav tm="100000">
                                          <p:val>
                                            <p:strVal val="ppt_y+.1"/>
                                          </p:val>
                                        </p:tav>
                                      </p:tavLst>
                                    </p:anim>
                                    <p:set>
                                      <p:cBhvr>
                                        <p:cTn id="143" dur="1" fill="hold">
                                          <p:stCondLst>
                                            <p:cond delay="999"/>
                                          </p:stCondLst>
                                        </p:cTn>
                                        <p:tgtEl>
                                          <p:spTgt spid="188"/>
                                        </p:tgtEl>
                                        <p:attrNameLst>
                                          <p:attrName>style.visibility</p:attrName>
                                        </p:attrNameLst>
                                      </p:cBhvr>
                                      <p:to>
                                        <p:strVal val="hidden"/>
                                      </p:to>
                                    </p:set>
                                  </p:childTnLst>
                                </p:cTn>
                              </p:par>
                              <p:par>
                                <p:cTn id="144" presetID="42" presetClass="exit" presetSubtype="0" fill="hold" nodeType="withEffect">
                                  <p:stCondLst>
                                    <p:cond delay="0"/>
                                  </p:stCondLst>
                                  <p:childTnLst>
                                    <p:animEffect transition="out" filter="fade">
                                      <p:cBhvr>
                                        <p:cTn id="145" dur="1000"/>
                                        <p:tgtEl>
                                          <p:spTgt spid="192"/>
                                        </p:tgtEl>
                                      </p:cBhvr>
                                    </p:animEffect>
                                    <p:anim calcmode="lin" valueType="num">
                                      <p:cBhvr>
                                        <p:cTn id="146" dur="1000"/>
                                        <p:tgtEl>
                                          <p:spTgt spid="192"/>
                                        </p:tgtEl>
                                        <p:attrNameLst>
                                          <p:attrName>ppt_x</p:attrName>
                                        </p:attrNameLst>
                                      </p:cBhvr>
                                      <p:tavLst>
                                        <p:tav tm="0">
                                          <p:val>
                                            <p:strVal val="ppt_x"/>
                                          </p:val>
                                        </p:tav>
                                        <p:tav tm="100000">
                                          <p:val>
                                            <p:strVal val="ppt_x"/>
                                          </p:val>
                                        </p:tav>
                                      </p:tavLst>
                                    </p:anim>
                                    <p:anim calcmode="lin" valueType="num">
                                      <p:cBhvr>
                                        <p:cTn id="147" dur="1000"/>
                                        <p:tgtEl>
                                          <p:spTgt spid="192"/>
                                        </p:tgtEl>
                                        <p:attrNameLst>
                                          <p:attrName>ppt_y</p:attrName>
                                        </p:attrNameLst>
                                      </p:cBhvr>
                                      <p:tavLst>
                                        <p:tav tm="0">
                                          <p:val>
                                            <p:strVal val="ppt_y"/>
                                          </p:val>
                                        </p:tav>
                                        <p:tav tm="100000">
                                          <p:val>
                                            <p:strVal val="ppt_y+.1"/>
                                          </p:val>
                                        </p:tav>
                                      </p:tavLst>
                                    </p:anim>
                                    <p:set>
                                      <p:cBhvr>
                                        <p:cTn id="148" dur="1" fill="hold">
                                          <p:stCondLst>
                                            <p:cond delay="999"/>
                                          </p:stCondLst>
                                        </p:cTn>
                                        <p:tgtEl>
                                          <p:spTgt spid="192"/>
                                        </p:tgtEl>
                                        <p:attrNameLst>
                                          <p:attrName>style.visibility</p:attrName>
                                        </p:attrNameLst>
                                      </p:cBhvr>
                                      <p:to>
                                        <p:strVal val="hidden"/>
                                      </p:to>
                                    </p:set>
                                  </p:childTnLst>
                                </p:cTn>
                              </p:par>
                              <p:par>
                                <p:cTn id="149" presetID="42" presetClass="exit" presetSubtype="0" fill="hold" nodeType="withEffect">
                                  <p:stCondLst>
                                    <p:cond delay="0"/>
                                  </p:stCondLst>
                                  <p:childTnLst>
                                    <p:animEffect transition="out" filter="fade">
                                      <p:cBhvr>
                                        <p:cTn id="150" dur="1000"/>
                                        <p:tgtEl>
                                          <p:spTgt spid="201"/>
                                        </p:tgtEl>
                                      </p:cBhvr>
                                    </p:animEffect>
                                    <p:anim calcmode="lin" valueType="num">
                                      <p:cBhvr>
                                        <p:cTn id="151" dur="1000"/>
                                        <p:tgtEl>
                                          <p:spTgt spid="201"/>
                                        </p:tgtEl>
                                        <p:attrNameLst>
                                          <p:attrName>ppt_x</p:attrName>
                                        </p:attrNameLst>
                                      </p:cBhvr>
                                      <p:tavLst>
                                        <p:tav tm="0">
                                          <p:val>
                                            <p:strVal val="ppt_x"/>
                                          </p:val>
                                        </p:tav>
                                        <p:tav tm="100000">
                                          <p:val>
                                            <p:strVal val="ppt_x"/>
                                          </p:val>
                                        </p:tav>
                                      </p:tavLst>
                                    </p:anim>
                                    <p:anim calcmode="lin" valueType="num">
                                      <p:cBhvr>
                                        <p:cTn id="152" dur="1000"/>
                                        <p:tgtEl>
                                          <p:spTgt spid="201"/>
                                        </p:tgtEl>
                                        <p:attrNameLst>
                                          <p:attrName>ppt_y</p:attrName>
                                        </p:attrNameLst>
                                      </p:cBhvr>
                                      <p:tavLst>
                                        <p:tav tm="0">
                                          <p:val>
                                            <p:strVal val="ppt_y"/>
                                          </p:val>
                                        </p:tav>
                                        <p:tav tm="100000">
                                          <p:val>
                                            <p:strVal val="ppt_y+.1"/>
                                          </p:val>
                                        </p:tav>
                                      </p:tavLst>
                                    </p:anim>
                                    <p:set>
                                      <p:cBhvr>
                                        <p:cTn id="153" dur="1" fill="hold">
                                          <p:stCondLst>
                                            <p:cond delay="999"/>
                                          </p:stCondLst>
                                        </p:cTn>
                                        <p:tgtEl>
                                          <p:spTgt spid="201"/>
                                        </p:tgtEl>
                                        <p:attrNameLst>
                                          <p:attrName>style.visibility</p:attrName>
                                        </p:attrNameLst>
                                      </p:cBhvr>
                                      <p:to>
                                        <p:strVal val="hidden"/>
                                      </p:to>
                                    </p:set>
                                  </p:childTnLst>
                                </p:cTn>
                              </p:par>
                            </p:childTnLst>
                          </p:cTn>
                        </p:par>
                      </p:childTnLst>
                    </p:cTn>
                  </p:par>
                  <p:par>
                    <p:cTn id="154" fill="hold">
                      <p:stCondLst>
                        <p:cond delay="indefinite"/>
                      </p:stCondLst>
                      <p:childTnLst>
                        <p:par>
                          <p:cTn id="155" fill="hold">
                            <p:stCondLst>
                              <p:cond delay="0"/>
                            </p:stCondLst>
                            <p:childTnLst>
                              <p:par>
                                <p:cTn id="156" presetID="7" presetClass="emph" presetSubtype="2" fill="hold" nodeType="clickEffect">
                                  <p:stCondLst>
                                    <p:cond delay="0"/>
                                  </p:stCondLst>
                                  <p:childTnLst>
                                    <p:animClr clrSpc="rgb" dir="cw">
                                      <p:cBhvr>
                                        <p:cTn id="157" dur="500" fill="hold"/>
                                        <p:tgtEl>
                                          <p:spTgt spid="197"/>
                                        </p:tgtEl>
                                        <p:attrNameLst>
                                          <p:attrName>stroke.color</p:attrName>
                                        </p:attrNameLst>
                                      </p:cBhvr>
                                      <p:to>
                                        <a:schemeClr val="accent2"/>
                                      </p:to>
                                    </p:animClr>
                                    <p:set>
                                      <p:cBhvr>
                                        <p:cTn id="158" dur="500" fill="hold"/>
                                        <p:tgtEl>
                                          <p:spTgt spid="197"/>
                                        </p:tgtEl>
                                        <p:attrNameLst>
                                          <p:attrName>stroke.on</p:attrName>
                                        </p:attrNameLst>
                                      </p:cBhvr>
                                      <p:to>
                                        <p:strVal val="true"/>
                                      </p:to>
                                    </p:set>
                                  </p:childTnLst>
                                </p:cTn>
                              </p:par>
                            </p:childTnLst>
                          </p:cTn>
                        </p:par>
                      </p:childTnLst>
                    </p:cTn>
                  </p:par>
                  <p:par>
                    <p:cTn id="159" fill="hold">
                      <p:stCondLst>
                        <p:cond delay="indefinite"/>
                      </p:stCondLst>
                      <p:childTnLst>
                        <p:par>
                          <p:cTn id="160" fill="hold">
                            <p:stCondLst>
                              <p:cond delay="0"/>
                            </p:stCondLst>
                            <p:childTnLst>
                              <p:par>
                                <p:cTn id="161" presetID="42" presetClass="exit" presetSubtype="0" fill="hold" nodeType="clickEffect">
                                  <p:stCondLst>
                                    <p:cond delay="0"/>
                                  </p:stCondLst>
                                  <p:childTnLst>
                                    <p:animEffect transition="out" filter="fade">
                                      <p:cBhvr>
                                        <p:cTn id="162" dur="1000"/>
                                        <p:tgtEl>
                                          <p:spTgt spid="191"/>
                                        </p:tgtEl>
                                      </p:cBhvr>
                                    </p:animEffect>
                                    <p:anim calcmode="lin" valueType="num">
                                      <p:cBhvr>
                                        <p:cTn id="163" dur="1000"/>
                                        <p:tgtEl>
                                          <p:spTgt spid="191"/>
                                        </p:tgtEl>
                                        <p:attrNameLst>
                                          <p:attrName>ppt_x</p:attrName>
                                        </p:attrNameLst>
                                      </p:cBhvr>
                                      <p:tavLst>
                                        <p:tav tm="0">
                                          <p:val>
                                            <p:strVal val="ppt_x"/>
                                          </p:val>
                                        </p:tav>
                                        <p:tav tm="100000">
                                          <p:val>
                                            <p:strVal val="ppt_x"/>
                                          </p:val>
                                        </p:tav>
                                      </p:tavLst>
                                    </p:anim>
                                    <p:anim calcmode="lin" valueType="num">
                                      <p:cBhvr>
                                        <p:cTn id="164" dur="1000"/>
                                        <p:tgtEl>
                                          <p:spTgt spid="191"/>
                                        </p:tgtEl>
                                        <p:attrNameLst>
                                          <p:attrName>ppt_y</p:attrName>
                                        </p:attrNameLst>
                                      </p:cBhvr>
                                      <p:tavLst>
                                        <p:tav tm="0">
                                          <p:val>
                                            <p:strVal val="ppt_y"/>
                                          </p:val>
                                        </p:tav>
                                        <p:tav tm="100000">
                                          <p:val>
                                            <p:strVal val="ppt_y+.1"/>
                                          </p:val>
                                        </p:tav>
                                      </p:tavLst>
                                    </p:anim>
                                    <p:set>
                                      <p:cBhvr>
                                        <p:cTn id="165" dur="1" fill="hold">
                                          <p:stCondLst>
                                            <p:cond delay="999"/>
                                          </p:stCondLst>
                                        </p:cTn>
                                        <p:tgtEl>
                                          <p:spTgt spid="191"/>
                                        </p:tgtEl>
                                        <p:attrNameLst>
                                          <p:attrName>style.visibility</p:attrName>
                                        </p:attrNameLst>
                                      </p:cBhvr>
                                      <p:to>
                                        <p:strVal val="hidden"/>
                                      </p:to>
                                    </p:set>
                                  </p:childTnLst>
                                </p:cTn>
                              </p:par>
                              <p:par>
                                <p:cTn id="166" presetID="42" presetClass="exit" presetSubtype="0" fill="hold" nodeType="withEffect">
                                  <p:stCondLst>
                                    <p:cond delay="0"/>
                                  </p:stCondLst>
                                  <p:childTnLst>
                                    <p:animEffect transition="out" filter="fade">
                                      <p:cBhvr>
                                        <p:cTn id="167" dur="1000"/>
                                        <p:tgtEl>
                                          <p:spTgt spid="193"/>
                                        </p:tgtEl>
                                      </p:cBhvr>
                                    </p:animEffect>
                                    <p:anim calcmode="lin" valueType="num">
                                      <p:cBhvr>
                                        <p:cTn id="168" dur="1000"/>
                                        <p:tgtEl>
                                          <p:spTgt spid="193"/>
                                        </p:tgtEl>
                                        <p:attrNameLst>
                                          <p:attrName>ppt_x</p:attrName>
                                        </p:attrNameLst>
                                      </p:cBhvr>
                                      <p:tavLst>
                                        <p:tav tm="0">
                                          <p:val>
                                            <p:strVal val="ppt_x"/>
                                          </p:val>
                                        </p:tav>
                                        <p:tav tm="100000">
                                          <p:val>
                                            <p:strVal val="ppt_x"/>
                                          </p:val>
                                        </p:tav>
                                      </p:tavLst>
                                    </p:anim>
                                    <p:anim calcmode="lin" valueType="num">
                                      <p:cBhvr>
                                        <p:cTn id="169" dur="1000"/>
                                        <p:tgtEl>
                                          <p:spTgt spid="193"/>
                                        </p:tgtEl>
                                        <p:attrNameLst>
                                          <p:attrName>ppt_y</p:attrName>
                                        </p:attrNameLst>
                                      </p:cBhvr>
                                      <p:tavLst>
                                        <p:tav tm="0">
                                          <p:val>
                                            <p:strVal val="ppt_y"/>
                                          </p:val>
                                        </p:tav>
                                        <p:tav tm="100000">
                                          <p:val>
                                            <p:strVal val="ppt_y+.1"/>
                                          </p:val>
                                        </p:tav>
                                      </p:tavLst>
                                    </p:anim>
                                    <p:set>
                                      <p:cBhvr>
                                        <p:cTn id="170" dur="1" fill="hold">
                                          <p:stCondLst>
                                            <p:cond delay="999"/>
                                          </p:stCondLst>
                                        </p:cTn>
                                        <p:tgtEl>
                                          <p:spTgt spid="193"/>
                                        </p:tgtEl>
                                        <p:attrNameLst>
                                          <p:attrName>style.visibility</p:attrName>
                                        </p:attrNameLst>
                                      </p:cBhvr>
                                      <p:to>
                                        <p:strVal val="hidden"/>
                                      </p:to>
                                    </p:set>
                                  </p:childTnLst>
                                </p:cTn>
                              </p:par>
                              <p:par>
                                <p:cTn id="171" presetID="42" presetClass="exit" presetSubtype="0" fill="hold" nodeType="withEffect">
                                  <p:stCondLst>
                                    <p:cond delay="0"/>
                                  </p:stCondLst>
                                  <p:childTnLst>
                                    <p:animEffect transition="out" filter="fade">
                                      <p:cBhvr>
                                        <p:cTn id="172" dur="1000"/>
                                        <p:tgtEl>
                                          <p:spTgt spid="195"/>
                                        </p:tgtEl>
                                      </p:cBhvr>
                                    </p:animEffect>
                                    <p:anim calcmode="lin" valueType="num">
                                      <p:cBhvr>
                                        <p:cTn id="173" dur="1000"/>
                                        <p:tgtEl>
                                          <p:spTgt spid="195"/>
                                        </p:tgtEl>
                                        <p:attrNameLst>
                                          <p:attrName>ppt_x</p:attrName>
                                        </p:attrNameLst>
                                      </p:cBhvr>
                                      <p:tavLst>
                                        <p:tav tm="0">
                                          <p:val>
                                            <p:strVal val="ppt_x"/>
                                          </p:val>
                                        </p:tav>
                                        <p:tav tm="100000">
                                          <p:val>
                                            <p:strVal val="ppt_x"/>
                                          </p:val>
                                        </p:tav>
                                      </p:tavLst>
                                    </p:anim>
                                    <p:anim calcmode="lin" valueType="num">
                                      <p:cBhvr>
                                        <p:cTn id="174" dur="1000"/>
                                        <p:tgtEl>
                                          <p:spTgt spid="195"/>
                                        </p:tgtEl>
                                        <p:attrNameLst>
                                          <p:attrName>ppt_y</p:attrName>
                                        </p:attrNameLst>
                                      </p:cBhvr>
                                      <p:tavLst>
                                        <p:tav tm="0">
                                          <p:val>
                                            <p:strVal val="ppt_y"/>
                                          </p:val>
                                        </p:tav>
                                        <p:tav tm="100000">
                                          <p:val>
                                            <p:strVal val="ppt_y+.1"/>
                                          </p:val>
                                        </p:tav>
                                      </p:tavLst>
                                    </p:anim>
                                    <p:set>
                                      <p:cBhvr>
                                        <p:cTn id="175" dur="1" fill="hold">
                                          <p:stCondLst>
                                            <p:cond delay="999"/>
                                          </p:stCondLst>
                                        </p:cTn>
                                        <p:tgtEl>
                                          <p:spTgt spid="195"/>
                                        </p:tgtEl>
                                        <p:attrNameLst>
                                          <p:attrName>style.visibility</p:attrName>
                                        </p:attrNameLst>
                                      </p:cBhvr>
                                      <p:to>
                                        <p:strVal val="hidden"/>
                                      </p:to>
                                    </p:set>
                                  </p:childTnLst>
                                </p:cTn>
                              </p:par>
                            </p:childTnLst>
                          </p:cTn>
                        </p:par>
                      </p:childTnLst>
                    </p:cTn>
                  </p:par>
                  <p:par>
                    <p:cTn id="176" fill="hold">
                      <p:stCondLst>
                        <p:cond delay="indefinite"/>
                      </p:stCondLst>
                      <p:childTnLst>
                        <p:par>
                          <p:cTn id="177" fill="hold">
                            <p:stCondLst>
                              <p:cond delay="0"/>
                            </p:stCondLst>
                            <p:childTnLst>
                              <p:par>
                                <p:cTn id="178" presetID="42" presetClass="exit" presetSubtype="0" fill="hold" nodeType="clickEffect">
                                  <p:stCondLst>
                                    <p:cond delay="0"/>
                                  </p:stCondLst>
                                  <p:childTnLst>
                                    <p:animEffect transition="out" filter="fade">
                                      <p:cBhvr>
                                        <p:cTn id="179" dur="1000"/>
                                        <p:tgtEl>
                                          <p:spTgt spid="194"/>
                                        </p:tgtEl>
                                      </p:cBhvr>
                                    </p:animEffect>
                                    <p:anim calcmode="lin" valueType="num">
                                      <p:cBhvr>
                                        <p:cTn id="180" dur="1000"/>
                                        <p:tgtEl>
                                          <p:spTgt spid="194"/>
                                        </p:tgtEl>
                                        <p:attrNameLst>
                                          <p:attrName>ppt_x</p:attrName>
                                        </p:attrNameLst>
                                      </p:cBhvr>
                                      <p:tavLst>
                                        <p:tav tm="0">
                                          <p:val>
                                            <p:strVal val="ppt_x"/>
                                          </p:val>
                                        </p:tav>
                                        <p:tav tm="100000">
                                          <p:val>
                                            <p:strVal val="ppt_x"/>
                                          </p:val>
                                        </p:tav>
                                      </p:tavLst>
                                    </p:anim>
                                    <p:anim calcmode="lin" valueType="num">
                                      <p:cBhvr>
                                        <p:cTn id="181" dur="1000"/>
                                        <p:tgtEl>
                                          <p:spTgt spid="194"/>
                                        </p:tgtEl>
                                        <p:attrNameLst>
                                          <p:attrName>ppt_y</p:attrName>
                                        </p:attrNameLst>
                                      </p:cBhvr>
                                      <p:tavLst>
                                        <p:tav tm="0">
                                          <p:val>
                                            <p:strVal val="ppt_y"/>
                                          </p:val>
                                        </p:tav>
                                        <p:tav tm="100000">
                                          <p:val>
                                            <p:strVal val="ppt_y+.1"/>
                                          </p:val>
                                        </p:tav>
                                      </p:tavLst>
                                    </p:anim>
                                    <p:set>
                                      <p:cBhvr>
                                        <p:cTn id="182" dur="1" fill="hold">
                                          <p:stCondLst>
                                            <p:cond delay="999"/>
                                          </p:stCondLst>
                                        </p:cTn>
                                        <p:tgtEl>
                                          <p:spTgt spid="194"/>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221"/>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7"/>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58"/>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40"/>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41"/>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142"/>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43"/>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44"/>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145"/>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146"/>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47"/>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148"/>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149"/>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150"/>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180"/>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181"/>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182"/>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183"/>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84"/>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85"/>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7" presetClass="emph" presetSubtype="2" fill="hold" nodeType="clickEffect">
                                  <p:stCondLst>
                                    <p:cond delay="0"/>
                                  </p:stCondLst>
                                  <p:childTnLst>
                                    <p:animClr clrSpc="rgb" dir="cw">
                                      <p:cBhvr>
                                        <p:cTn id="230" dur="500" fill="hold"/>
                                        <p:tgtEl>
                                          <p:spTgt spid="142"/>
                                        </p:tgtEl>
                                        <p:attrNameLst>
                                          <p:attrName>stroke.color</p:attrName>
                                        </p:attrNameLst>
                                      </p:cBhvr>
                                      <p:to>
                                        <a:schemeClr val="accent2"/>
                                      </p:to>
                                    </p:animClr>
                                    <p:set>
                                      <p:cBhvr>
                                        <p:cTn id="231" dur="500" fill="hold"/>
                                        <p:tgtEl>
                                          <p:spTgt spid="142"/>
                                        </p:tgtEl>
                                        <p:attrNameLst>
                                          <p:attrName>stroke.on</p:attrName>
                                        </p:attrNameLst>
                                      </p:cBhvr>
                                      <p:to>
                                        <p:strVal val="true"/>
                                      </p:to>
                                    </p:set>
                                  </p:childTnLst>
                                </p:cTn>
                              </p:par>
                            </p:childTnLst>
                          </p:cTn>
                        </p:par>
                      </p:childTnLst>
                    </p:cTn>
                  </p:par>
                  <p:par>
                    <p:cTn id="232" fill="hold">
                      <p:stCondLst>
                        <p:cond delay="indefinite"/>
                      </p:stCondLst>
                      <p:childTnLst>
                        <p:par>
                          <p:cTn id="233" fill="hold">
                            <p:stCondLst>
                              <p:cond delay="0"/>
                            </p:stCondLst>
                            <p:childTnLst>
                              <p:par>
                                <p:cTn id="234" presetID="42" presetClass="exit" presetSubtype="0" fill="hold" nodeType="clickEffect">
                                  <p:stCondLst>
                                    <p:cond delay="0"/>
                                  </p:stCondLst>
                                  <p:childTnLst>
                                    <p:animEffect transition="out" filter="fade">
                                      <p:cBhvr>
                                        <p:cTn id="235" dur="1000"/>
                                        <p:tgtEl>
                                          <p:spTgt spid="145"/>
                                        </p:tgtEl>
                                      </p:cBhvr>
                                    </p:animEffect>
                                    <p:anim calcmode="lin" valueType="num">
                                      <p:cBhvr>
                                        <p:cTn id="236" dur="1000"/>
                                        <p:tgtEl>
                                          <p:spTgt spid="145"/>
                                        </p:tgtEl>
                                        <p:attrNameLst>
                                          <p:attrName>ppt_x</p:attrName>
                                        </p:attrNameLst>
                                      </p:cBhvr>
                                      <p:tavLst>
                                        <p:tav tm="0">
                                          <p:val>
                                            <p:strVal val="ppt_x"/>
                                          </p:val>
                                        </p:tav>
                                        <p:tav tm="100000">
                                          <p:val>
                                            <p:strVal val="ppt_x"/>
                                          </p:val>
                                        </p:tav>
                                      </p:tavLst>
                                    </p:anim>
                                    <p:anim calcmode="lin" valueType="num">
                                      <p:cBhvr>
                                        <p:cTn id="237" dur="1000"/>
                                        <p:tgtEl>
                                          <p:spTgt spid="145"/>
                                        </p:tgtEl>
                                        <p:attrNameLst>
                                          <p:attrName>ppt_y</p:attrName>
                                        </p:attrNameLst>
                                      </p:cBhvr>
                                      <p:tavLst>
                                        <p:tav tm="0">
                                          <p:val>
                                            <p:strVal val="ppt_y"/>
                                          </p:val>
                                        </p:tav>
                                        <p:tav tm="100000">
                                          <p:val>
                                            <p:strVal val="ppt_y+.1"/>
                                          </p:val>
                                        </p:tav>
                                      </p:tavLst>
                                    </p:anim>
                                    <p:set>
                                      <p:cBhvr>
                                        <p:cTn id="238" dur="1" fill="hold">
                                          <p:stCondLst>
                                            <p:cond delay="999"/>
                                          </p:stCondLst>
                                        </p:cTn>
                                        <p:tgtEl>
                                          <p:spTgt spid="145"/>
                                        </p:tgtEl>
                                        <p:attrNameLst>
                                          <p:attrName>style.visibility</p:attrName>
                                        </p:attrNameLst>
                                      </p:cBhvr>
                                      <p:to>
                                        <p:strVal val="hidden"/>
                                      </p:to>
                                    </p:set>
                                  </p:childTnLst>
                                </p:cTn>
                              </p:par>
                              <p:par>
                                <p:cTn id="239" presetID="42" presetClass="exit" presetSubtype="0" fill="hold" nodeType="withEffect">
                                  <p:stCondLst>
                                    <p:cond delay="0"/>
                                  </p:stCondLst>
                                  <p:childTnLst>
                                    <p:animEffect transition="out" filter="fade">
                                      <p:cBhvr>
                                        <p:cTn id="240" dur="1000"/>
                                        <p:tgtEl>
                                          <p:spTgt spid="146"/>
                                        </p:tgtEl>
                                      </p:cBhvr>
                                    </p:animEffect>
                                    <p:anim calcmode="lin" valueType="num">
                                      <p:cBhvr>
                                        <p:cTn id="241" dur="1000"/>
                                        <p:tgtEl>
                                          <p:spTgt spid="146"/>
                                        </p:tgtEl>
                                        <p:attrNameLst>
                                          <p:attrName>ppt_x</p:attrName>
                                        </p:attrNameLst>
                                      </p:cBhvr>
                                      <p:tavLst>
                                        <p:tav tm="0">
                                          <p:val>
                                            <p:strVal val="ppt_x"/>
                                          </p:val>
                                        </p:tav>
                                        <p:tav tm="100000">
                                          <p:val>
                                            <p:strVal val="ppt_x"/>
                                          </p:val>
                                        </p:tav>
                                      </p:tavLst>
                                    </p:anim>
                                    <p:anim calcmode="lin" valueType="num">
                                      <p:cBhvr>
                                        <p:cTn id="242" dur="1000"/>
                                        <p:tgtEl>
                                          <p:spTgt spid="146"/>
                                        </p:tgtEl>
                                        <p:attrNameLst>
                                          <p:attrName>ppt_y</p:attrName>
                                        </p:attrNameLst>
                                      </p:cBhvr>
                                      <p:tavLst>
                                        <p:tav tm="0">
                                          <p:val>
                                            <p:strVal val="ppt_y"/>
                                          </p:val>
                                        </p:tav>
                                        <p:tav tm="100000">
                                          <p:val>
                                            <p:strVal val="ppt_y+.1"/>
                                          </p:val>
                                        </p:tav>
                                      </p:tavLst>
                                    </p:anim>
                                    <p:set>
                                      <p:cBhvr>
                                        <p:cTn id="243" dur="1" fill="hold">
                                          <p:stCondLst>
                                            <p:cond delay="999"/>
                                          </p:stCondLst>
                                        </p:cTn>
                                        <p:tgtEl>
                                          <p:spTgt spid="146"/>
                                        </p:tgtEl>
                                        <p:attrNameLst>
                                          <p:attrName>style.visibility</p:attrName>
                                        </p:attrNameLst>
                                      </p:cBhvr>
                                      <p:to>
                                        <p:strVal val="hidden"/>
                                      </p:to>
                                    </p:set>
                                  </p:childTnLst>
                                </p:cTn>
                              </p:par>
                              <p:par>
                                <p:cTn id="244" presetID="42" presetClass="exit" presetSubtype="0" fill="hold" nodeType="withEffect">
                                  <p:stCondLst>
                                    <p:cond delay="0"/>
                                  </p:stCondLst>
                                  <p:childTnLst>
                                    <p:animEffect transition="out" filter="fade">
                                      <p:cBhvr>
                                        <p:cTn id="245" dur="1000"/>
                                        <p:tgtEl>
                                          <p:spTgt spid="148"/>
                                        </p:tgtEl>
                                      </p:cBhvr>
                                    </p:animEffect>
                                    <p:anim calcmode="lin" valueType="num">
                                      <p:cBhvr>
                                        <p:cTn id="246" dur="1000"/>
                                        <p:tgtEl>
                                          <p:spTgt spid="148"/>
                                        </p:tgtEl>
                                        <p:attrNameLst>
                                          <p:attrName>ppt_x</p:attrName>
                                        </p:attrNameLst>
                                      </p:cBhvr>
                                      <p:tavLst>
                                        <p:tav tm="0">
                                          <p:val>
                                            <p:strVal val="ppt_x"/>
                                          </p:val>
                                        </p:tav>
                                        <p:tav tm="100000">
                                          <p:val>
                                            <p:strVal val="ppt_x"/>
                                          </p:val>
                                        </p:tav>
                                      </p:tavLst>
                                    </p:anim>
                                    <p:anim calcmode="lin" valueType="num">
                                      <p:cBhvr>
                                        <p:cTn id="247" dur="1000"/>
                                        <p:tgtEl>
                                          <p:spTgt spid="148"/>
                                        </p:tgtEl>
                                        <p:attrNameLst>
                                          <p:attrName>ppt_y</p:attrName>
                                        </p:attrNameLst>
                                      </p:cBhvr>
                                      <p:tavLst>
                                        <p:tav tm="0">
                                          <p:val>
                                            <p:strVal val="ppt_y"/>
                                          </p:val>
                                        </p:tav>
                                        <p:tav tm="100000">
                                          <p:val>
                                            <p:strVal val="ppt_y+.1"/>
                                          </p:val>
                                        </p:tav>
                                      </p:tavLst>
                                    </p:anim>
                                    <p:set>
                                      <p:cBhvr>
                                        <p:cTn id="248" dur="1" fill="hold">
                                          <p:stCondLst>
                                            <p:cond delay="999"/>
                                          </p:stCondLst>
                                        </p:cTn>
                                        <p:tgtEl>
                                          <p:spTgt spid="148"/>
                                        </p:tgtEl>
                                        <p:attrNameLst>
                                          <p:attrName>style.visibility</p:attrName>
                                        </p:attrNameLst>
                                      </p:cBhvr>
                                      <p:to>
                                        <p:strVal val="hidden"/>
                                      </p:to>
                                    </p:set>
                                  </p:childTnLst>
                                </p:cTn>
                              </p:par>
                              <p:par>
                                <p:cTn id="249" presetID="42" presetClass="exit" presetSubtype="0" fill="hold" nodeType="withEffect">
                                  <p:stCondLst>
                                    <p:cond delay="0"/>
                                  </p:stCondLst>
                                  <p:childTnLst>
                                    <p:animEffect transition="out" filter="fade">
                                      <p:cBhvr>
                                        <p:cTn id="250" dur="1000"/>
                                        <p:tgtEl>
                                          <p:spTgt spid="182"/>
                                        </p:tgtEl>
                                      </p:cBhvr>
                                    </p:animEffect>
                                    <p:anim calcmode="lin" valueType="num">
                                      <p:cBhvr>
                                        <p:cTn id="251" dur="1000"/>
                                        <p:tgtEl>
                                          <p:spTgt spid="182"/>
                                        </p:tgtEl>
                                        <p:attrNameLst>
                                          <p:attrName>ppt_x</p:attrName>
                                        </p:attrNameLst>
                                      </p:cBhvr>
                                      <p:tavLst>
                                        <p:tav tm="0">
                                          <p:val>
                                            <p:strVal val="ppt_x"/>
                                          </p:val>
                                        </p:tav>
                                        <p:tav tm="100000">
                                          <p:val>
                                            <p:strVal val="ppt_x"/>
                                          </p:val>
                                        </p:tav>
                                      </p:tavLst>
                                    </p:anim>
                                    <p:anim calcmode="lin" valueType="num">
                                      <p:cBhvr>
                                        <p:cTn id="252" dur="1000"/>
                                        <p:tgtEl>
                                          <p:spTgt spid="182"/>
                                        </p:tgtEl>
                                        <p:attrNameLst>
                                          <p:attrName>ppt_y</p:attrName>
                                        </p:attrNameLst>
                                      </p:cBhvr>
                                      <p:tavLst>
                                        <p:tav tm="0">
                                          <p:val>
                                            <p:strVal val="ppt_y"/>
                                          </p:val>
                                        </p:tav>
                                        <p:tav tm="100000">
                                          <p:val>
                                            <p:strVal val="ppt_y+.1"/>
                                          </p:val>
                                        </p:tav>
                                      </p:tavLst>
                                    </p:anim>
                                    <p:set>
                                      <p:cBhvr>
                                        <p:cTn id="253" dur="1" fill="hold">
                                          <p:stCondLst>
                                            <p:cond delay="999"/>
                                          </p:stCondLst>
                                        </p:cTn>
                                        <p:tgtEl>
                                          <p:spTgt spid="182"/>
                                        </p:tgtEl>
                                        <p:attrNameLst>
                                          <p:attrName>style.visibility</p:attrName>
                                        </p:attrNameLst>
                                      </p:cBhvr>
                                      <p:to>
                                        <p:strVal val="hidden"/>
                                      </p:to>
                                    </p:set>
                                  </p:childTnLst>
                                </p:cTn>
                              </p:par>
                              <p:par>
                                <p:cTn id="254" presetID="42" presetClass="exit" presetSubtype="0" fill="hold" nodeType="withEffect">
                                  <p:stCondLst>
                                    <p:cond delay="0"/>
                                  </p:stCondLst>
                                  <p:childTnLst>
                                    <p:animEffect transition="out" filter="fade">
                                      <p:cBhvr>
                                        <p:cTn id="255" dur="1000"/>
                                        <p:tgtEl>
                                          <p:spTgt spid="184"/>
                                        </p:tgtEl>
                                      </p:cBhvr>
                                    </p:animEffect>
                                    <p:anim calcmode="lin" valueType="num">
                                      <p:cBhvr>
                                        <p:cTn id="256" dur="1000"/>
                                        <p:tgtEl>
                                          <p:spTgt spid="184"/>
                                        </p:tgtEl>
                                        <p:attrNameLst>
                                          <p:attrName>ppt_x</p:attrName>
                                        </p:attrNameLst>
                                      </p:cBhvr>
                                      <p:tavLst>
                                        <p:tav tm="0">
                                          <p:val>
                                            <p:strVal val="ppt_x"/>
                                          </p:val>
                                        </p:tav>
                                        <p:tav tm="100000">
                                          <p:val>
                                            <p:strVal val="ppt_x"/>
                                          </p:val>
                                        </p:tav>
                                      </p:tavLst>
                                    </p:anim>
                                    <p:anim calcmode="lin" valueType="num">
                                      <p:cBhvr>
                                        <p:cTn id="257" dur="1000"/>
                                        <p:tgtEl>
                                          <p:spTgt spid="184"/>
                                        </p:tgtEl>
                                        <p:attrNameLst>
                                          <p:attrName>ppt_y</p:attrName>
                                        </p:attrNameLst>
                                      </p:cBhvr>
                                      <p:tavLst>
                                        <p:tav tm="0">
                                          <p:val>
                                            <p:strVal val="ppt_y"/>
                                          </p:val>
                                        </p:tav>
                                        <p:tav tm="100000">
                                          <p:val>
                                            <p:strVal val="ppt_y+.1"/>
                                          </p:val>
                                        </p:tav>
                                      </p:tavLst>
                                    </p:anim>
                                    <p:set>
                                      <p:cBhvr>
                                        <p:cTn id="258" dur="1" fill="hold">
                                          <p:stCondLst>
                                            <p:cond delay="999"/>
                                          </p:stCondLst>
                                        </p:cTn>
                                        <p:tgtEl>
                                          <p:spTgt spid="184"/>
                                        </p:tgtEl>
                                        <p:attrNameLst>
                                          <p:attrName>style.visibility</p:attrName>
                                        </p:attrNameLst>
                                      </p:cBhvr>
                                      <p:to>
                                        <p:strVal val="hidden"/>
                                      </p:to>
                                    </p:set>
                                  </p:childTnLst>
                                </p:cTn>
                              </p:par>
                            </p:childTnLst>
                          </p:cTn>
                        </p:par>
                      </p:childTnLst>
                    </p:cTn>
                  </p:par>
                  <p:par>
                    <p:cTn id="259" fill="hold">
                      <p:stCondLst>
                        <p:cond delay="indefinite"/>
                      </p:stCondLst>
                      <p:childTnLst>
                        <p:par>
                          <p:cTn id="260" fill="hold">
                            <p:stCondLst>
                              <p:cond delay="0"/>
                            </p:stCondLst>
                            <p:childTnLst>
                              <p:par>
                                <p:cTn id="261" presetID="7" presetClass="emph" presetSubtype="2" fill="hold" nodeType="clickEffect">
                                  <p:stCondLst>
                                    <p:cond delay="0"/>
                                  </p:stCondLst>
                                  <p:childTnLst>
                                    <p:animClr clrSpc="rgb" dir="cw">
                                      <p:cBhvr>
                                        <p:cTn id="262" dur="500" fill="hold"/>
                                        <p:tgtEl>
                                          <p:spTgt spid="147"/>
                                        </p:tgtEl>
                                        <p:attrNameLst>
                                          <p:attrName>stroke.color</p:attrName>
                                        </p:attrNameLst>
                                      </p:cBhvr>
                                      <p:to>
                                        <a:schemeClr val="accent2"/>
                                      </p:to>
                                    </p:animClr>
                                    <p:set>
                                      <p:cBhvr>
                                        <p:cTn id="263" dur="500" fill="hold"/>
                                        <p:tgtEl>
                                          <p:spTgt spid="147"/>
                                        </p:tgtEl>
                                        <p:attrNameLst>
                                          <p:attrName>stroke.on</p:attrName>
                                        </p:attrNameLst>
                                      </p:cBhvr>
                                      <p:to>
                                        <p:strVal val="true"/>
                                      </p:to>
                                    </p:set>
                                  </p:childTnLst>
                                </p:cTn>
                              </p:par>
                            </p:childTnLst>
                          </p:cTn>
                        </p:par>
                      </p:childTnLst>
                    </p:cTn>
                  </p:par>
                  <p:par>
                    <p:cTn id="264" fill="hold">
                      <p:stCondLst>
                        <p:cond delay="indefinite"/>
                      </p:stCondLst>
                      <p:childTnLst>
                        <p:par>
                          <p:cTn id="265" fill="hold">
                            <p:stCondLst>
                              <p:cond delay="0"/>
                            </p:stCondLst>
                            <p:childTnLst>
                              <p:par>
                                <p:cTn id="266" presetID="42" presetClass="exit" presetSubtype="0" fill="hold" nodeType="clickEffect">
                                  <p:stCondLst>
                                    <p:cond delay="0"/>
                                  </p:stCondLst>
                                  <p:childTnLst>
                                    <p:animEffect transition="out" filter="fade">
                                      <p:cBhvr>
                                        <p:cTn id="267" dur="1000"/>
                                        <p:tgtEl>
                                          <p:spTgt spid="180"/>
                                        </p:tgtEl>
                                      </p:cBhvr>
                                    </p:animEffect>
                                    <p:anim calcmode="lin" valueType="num">
                                      <p:cBhvr>
                                        <p:cTn id="268" dur="1000"/>
                                        <p:tgtEl>
                                          <p:spTgt spid="180"/>
                                        </p:tgtEl>
                                        <p:attrNameLst>
                                          <p:attrName>ppt_x</p:attrName>
                                        </p:attrNameLst>
                                      </p:cBhvr>
                                      <p:tavLst>
                                        <p:tav tm="0">
                                          <p:val>
                                            <p:strVal val="ppt_x"/>
                                          </p:val>
                                        </p:tav>
                                        <p:tav tm="100000">
                                          <p:val>
                                            <p:strVal val="ppt_x"/>
                                          </p:val>
                                        </p:tav>
                                      </p:tavLst>
                                    </p:anim>
                                    <p:anim calcmode="lin" valueType="num">
                                      <p:cBhvr>
                                        <p:cTn id="269" dur="1000"/>
                                        <p:tgtEl>
                                          <p:spTgt spid="180"/>
                                        </p:tgtEl>
                                        <p:attrNameLst>
                                          <p:attrName>ppt_y</p:attrName>
                                        </p:attrNameLst>
                                      </p:cBhvr>
                                      <p:tavLst>
                                        <p:tav tm="0">
                                          <p:val>
                                            <p:strVal val="ppt_y"/>
                                          </p:val>
                                        </p:tav>
                                        <p:tav tm="100000">
                                          <p:val>
                                            <p:strVal val="ppt_y+.1"/>
                                          </p:val>
                                        </p:tav>
                                      </p:tavLst>
                                    </p:anim>
                                    <p:set>
                                      <p:cBhvr>
                                        <p:cTn id="270" dur="1" fill="hold">
                                          <p:stCondLst>
                                            <p:cond delay="999"/>
                                          </p:stCondLst>
                                        </p:cTn>
                                        <p:tgtEl>
                                          <p:spTgt spid="180"/>
                                        </p:tgtEl>
                                        <p:attrNameLst>
                                          <p:attrName>style.visibility</p:attrName>
                                        </p:attrNameLst>
                                      </p:cBhvr>
                                      <p:to>
                                        <p:strVal val="hidden"/>
                                      </p:to>
                                    </p:set>
                                  </p:childTnLst>
                                </p:cTn>
                              </p:par>
                              <p:par>
                                <p:cTn id="271" presetID="42" presetClass="exit" presetSubtype="0" fill="hold" nodeType="withEffect">
                                  <p:stCondLst>
                                    <p:cond delay="0"/>
                                  </p:stCondLst>
                                  <p:childTnLst>
                                    <p:animEffect transition="out" filter="fade">
                                      <p:cBhvr>
                                        <p:cTn id="272" dur="1000"/>
                                        <p:tgtEl>
                                          <p:spTgt spid="149"/>
                                        </p:tgtEl>
                                      </p:cBhvr>
                                    </p:animEffect>
                                    <p:anim calcmode="lin" valueType="num">
                                      <p:cBhvr>
                                        <p:cTn id="273" dur="1000"/>
                                        <p:tgtEl>
                                          <p:spTgt spid="149"/>
                                        </p:tgtEl>
                                        <p:attrNameLst>
                                          <p:attrName>ppt_x</p:attrName>
                                        </p:attrNameLst>
                                      </p:cBhvr>
                                      <p:tavLst>
                                        <p:tav tm="0">
                                          <p:val>
                                            <p:strVal val="ppt_x"/>
                                          </p:val>
                                        </p:tav>
                                        <p:tav tm="100000">
                                          <p:val>
                                            <p:strVal val="ppt_x"/>
                                          </p:val>
                                        </p:tav>
                                      </p:tavLst>
                                    </p:anim>
                                    <p:anim calcmode="lin" valueType="num">
                                      <p:cBhvr>
                                        <p:cTn id="274" dur="1000"/>
                                        <p:tgtEl>
                                          <p:spTgt spid="149"/>
                                        </p:tgtEl>
                                        <p:attrNameLst>
                                          <p:attrName>ppt_y</p:attrName>
                                        </p:attrNameLst>
                                      </p:cBhvr>
                                      <p:tavLst>
                                        <p:tav tm="0">
                                          <p:val>
                                            <p:strVal val="ppt_y"/>
                                          </p:val>
                                        </p:tav>
                                        <p:tav tm="100000">
                                          <p:val>
                                            <p:strVal val="ppt_y+.1"/>
                                          </p:val>
                                        </p:tav>
                                      </p:tavLst>
                                    </p:anim>
                                    <p:set>
                                      <p:cBhvr>
                                        <p:cTn id="275" dur="1" fill="hold">
                                          <p:stCondLst>
                                            <p:cond delay="999"/>
                                          </p:stCondLst>
                                        </p:cTn>
                                        <p:tgtEl>
                                          <p:spTgt spid="149"/>
                                        </p:tgtEl>
                                        <p:attrNameLst>
                                          <p:attrName>style.visibility</p:attrName>
                                        </p:attrNameLst>
                                      </p:cBhvr>
                                      <p:to>
                                        <p:strVal val="hidden"/>
                                      </p:to>
                                    </p:set>
                                  </p:childTnLst>
                                </p:cTn>
                              </p:par>
                            </p:childTnLst>
                          </p:cTn>
                        </p:par>
                      </p:childTnLst>
                    </p:cTn>
                  </p:par>
                  <p:par>
                    <p:cTn id="276" fill="hold">
                      <p:stCondLst>
                        <p:cond delay="indefinite"/>
                      </p:stCondLst>
                      <p:childTnLst>
                        <p:par>
                          <p:cTn id="277" fill="hold">
                            <p:stCondLst>
                              <p:cond delay="0"/>
                            </p:stCondLst>
                            <p:childTnLst>
                              <p:par>
                                <p:cTn id="278" presetID="1" presetClass="entr" presetSubtype="0" fill="hold" grpId="0" nodeType="clickEffect">
                                  <p:stCondLst>
                                    <p:cond delay="0"/>
                                  </p:stCondLst>
                                  <p:childTnLst>
                                    <p:set>
                                      <p:cBhvr>
                                        <p:cTn id="279"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P spid="141" grpId="0" animBg="1"/>
      <p:bldP spid="143" grpId="0" animBg="1"/>
      <p:bldP spid="144" grpId="0" animBg="1"/>
      <p:bldP spid="150" grpId="0" animBg="1"/>
      <p:bldP spid="181" grpId="0" animBg="1"/>
      <p:bldP spid="183" grpId="0" animBg="1"/>
      <p:bldP spid="185" grpId="0" animBg="1"/>
      <p:bldP spid="186" grpId="0" animBg="1"/>
      <p:bldP spid="187" grpId="0" animBg="1"/>
      <p:bldP spid="189" grpId="0" animBg="1"/>
      <p:bldP spid="190" grpId="0" animBg="1"/>
      <p:bldP spid="196" grpId="0" animBg="1"/>
      <p:bldP spid="198" grpId="0" animBg="1"/>
      <p:bldP spid="200" grpId="0" animBg="1"/>
      <p:bldP spid="202" grpId="0" animBg="1"/>
      <p:bldP spid="203" grpId="0" animBg="1"/>
      <p:bldP spid="204" grpId="0" animBg="1"/>
      <p:bldP spid="206" grpId="0" animBg="1"/>
      <p:bldP spid="207" grpId="0" animBg="1"/>
      <p:bldP spid="213" grpId="0" animBg="1"/>
      <p:bldP spid="215" grpId="0" animBg="1"/>
      <p:bldP spid="217" grpId="0" animBg="1"/>
      <p:bldP spid="219" grpId="0" animBg="1"/>
      <p:bldP spid="220" grpId="0"/>
      <p:bldP spid="221" grpId="0"/>
      <p:bldP spid="22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2</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 matching of the following graphs.</a:t>
            </a:r>
          </a:p>
          <a:p>
            <a:endParaRPr lang="en-US" sz="2800" dirty="0">
              <a:solidFill>
                <a:schemeClr val="bg1"/>
              </a:solidFill>
            </a:endParaRPr>
          </a:p>
        </p:txBody>
      </p:sp>
      <p:sp>
        <p:nvSpPr>
          <p:cNvPr id="87" name="Oval 86">
            <a:extLst>
              <a:ext uri="{FF2B5EF4-FFF2-40B4-BE49-F238E27FC236}">
                <a16:creationId xmlns:a16="http://schemas.microsoft.com/office/drawing/2014/main" id="{BDD11F87-DA81-9510-C1CB-0AF4093562CB}"/>
              </a:ext>
            </a:extLst>
          </p:cNvPr>
          <p:cNvSpPr/>
          <p:nvPr/>
        </p:nvSpPr>
        <p:spPr>
          <a:xfrm rot="5400000">
            <a:off x="2859552" y="22717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8" name="Oval 87">
            <a:extLst>
              <a:ext uri="{FF2B5EF4-FFF2-40B4-BE49-F238E27FC236}">
                <a16:creationId xmlns:a16="http://schemas.microsoft.com/office/drawing/2014/main" id="{BDD11F87-DA81-9510-C1CB-0AF4093562CB}"/>
              </a:ext>
            </a:extLst>
          </p:cNvPr>
          <p:cNvSpPr/>
          <p:nvPr/>
        </p:nvSpPr>
        <p:spPr>
          <a:xfrm rot="5400000">
            <a:off x="2147179" y="29917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9" name="Oval 88">
            <a:extLst>
              <a:ext uri="{FF2B5EF4-FFF2-40B4-BE49-F238E27FC236}">
                <a16:creationId xmlns:a16="http://schemas.microsoft.com/office/drawing/2014/main" id="{BDD11F87-DA81-9510-C1CB-0AF4093562CB}"/>
              </a:ext>
            </a:extLst>
          </p:cNvPr>
          <p:cNvSpPr/>
          <p:nvPr/>
        </p:nvSpPr>
        <p:spPr>
          <a:xfrm rot="5400000">
            <a:off x="3579632" y="29917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0" name="Straight Connector 89">
            <a:extLst>
              <a:ext uri="{FF2B5EF4-FFF2-40B4-BE49-F238E27FC236}">
                <a16:creationId xmlns:a16="http://schemas.microsoft.com/office/drawing/2014/main" id="{6205DD86-315C-53B6-CEEF-A9919650168E}"/>
              </a:ext>
            </a:extLst>
          </p:cNvPr>
          <p:cNvCxnSpPr>
            <a:cxnSpLocks/>
            <a:stCxn id="87" idx="5"/>
            <a:endCxn id="88" idx="1"/>
          </p:cNvCxnSpPr>
          <p:nvPr/>
        </p:nvCxnSpPr>
        <p:spPr>
          <a:xfrm flipH="1">
            <a:off x="2270091" y="2394622"/>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6205DD86-315C-53B6-CEEF-A9919650168E}"/>
              </a:ext>
            </a:extLst>
          </p:cNvPr>
          <p:cNvCxnSpPr>
            <a:cxnSpLocks/>
            <a:stCxn id="87" idx="7"/>
            <a:endCxn id="89" idx="3"/>
          </p:cNvCxnSpPr>
          <p:nvPr/>
        </p:nvCxnSpPr>
        <p:spPr>
          <a:xfrm>
            <a:off x="2982464" y="2394622"/>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6205DD86-315C-53B6-CEEF-A9919650168E}"/>
              </a:ext>
            </a:extLst>
          </p:cNvPr>
          <p:cNvCxnSpPr>
            <a:cxnSpLocks/>
            <a:stCxn id="89" idx="4"/>
            <a:endCxn id="88" idx="0"/>
          </p:cNvCxnSpPr>
          <p:nvPr/>
        </p:nvCxnSpPr>
        <p:spPr>
          <a:xfrm flipH="1">
            <a:off x="2291179" y="3063790"/>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3" name="Oval 92">
            <a:extLst>
              <a:ext uri="{FF2B5EF4-FFF2-40B4-BE49-F238E27FC236}">
                <a16:creationId xmlns:a16="http://schemas.microsoft.com/office/drawing/2014/main" id="{BDD11F87-DA81-9510-C1CB-0AF4093562CB}"/>
              </a:ext>
            </a:extLst>
          </p:cNvPr>
          <p:cNvSpPr/>
          <p:nvPr/>
        </p:nvSpPr>
        <p:spPr>
          <a:xfrm rot="5400000">
            <a:off x="2139472" y="44319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4" name="Oval 93">
            <a:extLst>
              <a:ext uri="{FF2B5EF4-FFF2-40B4-BE49-F238E27FC236}">
                <a16:creationId xmlns:a16="http://schemas.microsoft.com/office/drawing/2014/main" id="{BDD11F87-DA81-9510-C1CB-0AF4093562CB}"/>
              </a:ext>
            </a:extLst>
          </p:cNvPr>
          <p:cNvSpPr/>
          <p:nvPr/>
        </p:nvSpPr>
        <p:spPr>
          <a:xfrm rot="5400000">
            <a:off x="3579632" y="44319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5" name="Straight Connector 94">
            <a:extLst>
              <a:ext uri="{FF2B5EF4-FFF2-40B4-BE49-F238E27FC236}">
                <a16:creationId xmlns:a16="http://schemas.microsoft.com/office/drawing/2014/main" id="{6205DD86-315C-53B6-CEEF-A9919650168E}"/>
              </a:ext>
            </a:extLst>
          </p:cNvPr>
          <p:cNvCxnSpPr>
            <a:cxnSpLocks/>
            <a:stCxn id="88" idx="6"/>
            <a:endCxn id="93" idx="2"/>
          </p:cNvCxnSpPr>
          <p:nvPr/>
        </p:nvCxnSpPr>
        <p:spPr>
          <a:xfrm flipH="1">
            <a:off x="2211472" y="3135790"/>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89" idx="6"/>
            <a:endCxn id="94" idx="2"/>
          </p:cNvCxnSpPr>
          <p:nvPr/>
        </p:nvCxnSpPr>
        <p:spPr>
          <a:xfrm>
            <a:off x="3651632" y="3135790"/>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94" idx="4"/>
            <a:endCxn id="93" idx="0"/>
          </p:cNvCxnSpPr>
          <p:nvPr/>
        </p:nvCxnSpPr>
        <p:spPr>
          <a:xfrm flipH="1">
            <a:off x="2283472" y="4503950"/>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6205DD86-315C-53B6-CEEF-A9919650168E}"/>
              </a:ext>
            </a:extLst>
          </p:cNvPr>
          <p:cNvCxnSpPr>
            <a:cxnSpLocks/>
            <a:stCxn id="94" idx="3"/>
            <a:endCxn id="88" idx="7"/>
          </p:cNvCxnSpPr>
          <p:nvPr/>
        </p:nvCxnSpPr>
        <p:spPr>
          <a:xfrm flipH="1" flipV="1">
            <a:off x="2270091" y="3114702"/>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9" name="TextBox 98"/>
          <p:cNvSpPr txBox="1"/>
          <p:nvPr/>
        </p:nvSpPr>
        <p:spPr>
          <a:xfrm>
            <a:off x="3223444" y="4792187"/>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00" name="TextBox 99"/>
          <p:cNvSpPr txBox="1"/>
          <p:nvPr/>
        </p:nvSpPr>
        <p:spPr>
          <a:xfrm>
            <a:off x="1829140" y="3481041"/>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101" name="TextBox 100"/>
          <p:cNvSpPr txBox="1"/>
          <p:nvPr/>
        </p:nvSpPr>
        <p:spPr>
          <a:xfrm>
            <a:off x="2211712" y="2295805"/>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102" name="TextBox 101"/>
          <p:cNvSpPr txBox="1"/>
          <p:nvPr/>
        </p:nvSpPr>
        <p:spPr>
          <a:xfrm>
            <a:off x="2853188" y="3317711"/>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103" name="TextBox 102"/>
          <p:cNvSpPr txBox="1"/>
          <p:nvPr/>
        </p:nvSpPr>
        <p:spPr>
          <a:xfrm>
            <a:off x="3668129" y="3481041"/>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04" name="TextBox 103"/>
          <p:cNvSpPr txBox="1"/>
          <p:nvPr/>
        </p:nvSpPr>
        <p:spPr>
          <a:xfrm>
            <a:off x="2705989" y="3994792"/>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105" name="Straight Connector 104">
            <a:extLst>
              <a:ext uri="{FF2B5EF4-FFF2-40B4-BE49-F238E27FC236}">
                <a16:creationId xmlns:a16="http://schemas.microsoft.com/office/drawing/2014/main" id="{6205DD86-315C-53B6-CEEF-A9919650168E}"/>
              </a:ext>
            </a:extLst>
          </p:cNvPr>
          <p:cNvCxnSpPr>
            <a:cxnSpLocks/>
            <a:stCxn id="106" idx="3"/>
            <a:endCxn id="93" idx="7"/>
          </p:cNvCxnSpPr>
          <p:nvPr/>
        </p:nvCxnSpPr>
        <p:spPr>
          <a:xfrm flipH="1" flipV="1">
            <a:off x="2262384" y="4554862"/>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6" name="Oval 105">
            <a:extLst>
              <a:ext uri="{FF2B5EF4-FFF2-40B4-BE49-F238E27FC236}">
                <a16:creationId xmlns:a16="http://schemas.microsoft.com/office/drawing/2014/main" id="{BDD11F87-DA81-9510-C1CB-0AF4093562CB}"/>
              </a:ext>
            </a:extLst>
          </p:cNvPr>
          <p:cNvSpPr/>
          <p:nvPr/>
        </p:nvSpPr>
        <p:spPr>
          <a:xfrm rot="5400000">
            <a:off x="2855533" y="51609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7" name="Straight Connector 106">
            <a:extLst>
              <a:ext uri="{FF2B5EF4-FFF2-40B4-BE49-F238E27FC236}">
                <a16:creationId xmlns:a16="http://schemas.microsoft.com/office/drawing/2014/main" id="{6205DD86-315C-53B6-CEEF-A9919650168E}"/>
              </a:ext>
            </a:extLst>
          </p:cNvPr>
          <p:cNvCxnSpPr>
            <a:cxnSpLocks/>
            <a:stCxn id="106" idx="1"/>
            <a:endCxn id="94" idx="5"/>
          </p:cNvCxnSpPr>
          <p:nvPr/>
        </p:nvCxnSpPr>
        <p:spPr>
          <a:xfrm flipV="1">
            <a:off x="2978445" y="4554862"/>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8" name="Oval 107">
            <a:extLst>
              <a:ext uri="{FF2B5EF4-FFF2-40B4-BE49-F238E27FC236}">
                <a16:creationId xmlns:a16="http://schemas.microsoft.com/office/drawing/2014/main" id="{BDD11F87-DA81-9510-C1CB-0AF4093562CB}"/>
              </a:ext>
            </a:extLst>
          </p:cNvPr>
          <p:cNvSpPr/>
          <p:nvPr/>
        </p:nvSpPr>
        <p:spPr>
          <a:xfrm rot="5400000">
            <a:off x="7202433" y="290339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9" name="Oval 108">
            <a:extLst>
              <a:ext uri="{FF2B5EF4-FFF2-40B4-BE49-F238E27FC236}">
                <a16:creationId xmlns:a16="http://schemas.microsoft.com/office/drawing/2014/main" id="{BDD11F87-DA81-9510-C1CB-0AF4093562CB}"/>
              </a:ext>
            </a:extLst>
          </p:cNvPr>
          <p:cNvSpPr/>
          <p:nvPr/>
        </p:nvSpPr>
        <p:spPr>
          <a:xfrm rot="5400000">
            <a:off x="9362665" y="29104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0" name="Oval 109">
            <a:extLst>
              <a:ext uri="{FF2B5EF4-FFF2-40B4-BE49-F238E27FC236}">
                <a16:creationId xmlns:a16="http://schemas.microsoft.com/office/drawing/2014/main" id="{BDD11F87-DA81-9510-C1CB-0AF4093562CB}"/>
              </a:ext>
            </a:extLst>
          </p:cNvPr>
          <p:cNvSpPr/>
          <p:nvPr/>
        </p:nvSpPr>
        <p:spPr>
          <a:xfrm rot="5400000">
            <a:off x="7202433" y="50484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1" name="Oval 110">
            <a:extLst>
              <a:ext uri="{FF2B5EF4-FFF2-40B4-BE49-F238E27FC236}">
                <a16:creationId xmlns:a16="http://schemas.microsoft.com/office/drawing/2014/main" id="{BDD11F87-DA81-9510-C1CB-0AF4093562CB}"/>
              </a:ext>
            </a:extLst>
          </p:cNvPr>
          <p:cNvSpPr/>
          <p:nvPr/>
        </p:nvSpPr>
        <p:spPr>
          <a:xfrm rot="5400000">
            <a:off x="9362665" y="50555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2" name="Oval 111">
            <a:extLst>
              <a:ext uri="{FF2B5EF4-FFF2-40B4-BE49-F238E27FC236}">
                <a16:creationId xmlns:a16="http://schemas.microsoft.com/office/drawing/2014/main" id="{BDD11F87-DA81-9510-C1CB-0AF4093562CB}"/>
              </a:ext>
            </a:extLst>
          </p:cNvPr>
          <p:cNvSpPr/>
          <p:nvPr/>
        </p:nvSpPr>
        <p:spPr>
          <a:xfrm rot="5400000">
            <a:off x="8354553" y="39580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3" name="Straight Connector 112">
            <a:extLst>
              <a:ext uri="{FF2B5EF4-FFF2-40B4-BE49-F238E27FC236}">
                <a16:creationId xmlns:a16="http://schemas.microsoft.com/office/drawing/2014/main" id="{6205DD86-315C-53B6-CEEF-A9919650168E}"/>
              </a:ext>
            </a:extLst>
          </p:cNvPr>
          <p:cNvCxnSpPr>
            <a:cxnSpLocks/>
            <a:stCxn id="112" idx="3"/>
            <a:endCxn id="108" idx="7"/>
          </p:cNvCxnSpPr>
          <p:nvPr/>
        </p:nvCxnSpPr>
        <p:spPr>
          <a:xfrm flipH="1" flipV="1">
            <a:off x="7325345" y="3026306"/>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4" name="Straight Connector 113">
            <a:extLst>
              <a:ext uri="{FF2B5EF4-FFF2-40B4-BE49-F238E27FC236}">
                <a16:creationId xmlns:a16="http://schemas.microsoft.com/office/drawing/2014/main" id="{6205DD86-315C-53B6-CEEF-A9919650168E}"/>
              </a:ext>
            </a:extLst>
          </p:cNvPr>
          <p:cNvCxnSpPr>
            <a:cxnSpLocks/>
            <a:stCxn id="112" idx="5"/>
            <a:endCxn id="110" idx="1"/>
          </p:cNvCxnSpPr>
          <p:nvPr/>
        </p:nvCxnSpPr>
        <p:spPr>
          <a:xfrm flipH="1">
            <a:off x="7325345" y="4080970"/>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5" name="Straight Connector 114">
            <a:extLst>
              <a:ext uri="{FF2B5EF4-FFF2-40B4-BE49-F238E27FC236}">
                <a16:creationId xmlns:a16="http://schemas.microsoft.com/office/drawing/2014/main" id="{6205DD86-315C-53B6-CEEF-A9919650168E}"/>
              </a:ext>
            </a:extLst>
          </p:cNvPr>
          <p:cNvCxnSpPr>
            <a:cxnSpLocks/>
            <a:stCxn id="110" idx="2"/>
            <a:endCxn id="108" idx="6"/>
          </p:cNvCxnSpPr>
          <p:nvPr/>
        </p:nvCxnSpPr>
        <p:spPr>
          <a:xfrm flipV="1">
            <a:off x="7274433" y="3047394"/>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6" name="Straight Connector 115">
            <a:extLst>
              <a:ext uri="{FF2B5EF4-FFF2-40B4-BE49-F238E27FC236}">
                <a16:creationId xmlns:a16="http://schemas.microsoft.com/office/drawing/2014/main" id="{6205DD86-315C-53B6-CEEF-A9919650168E}"/>
              </a:ext>
            </a:extLst>
          </p:cNvPr>
          <p:cNvCxnSpPr>
            <a:cxnSpLocks/>
            <a:stCxn id="111" idx="2"/>
            <a:endCxn id="109" idx="6"/>
          </p:cNvCxnSpPr>
          <p:nvPr/>
        </p:nvCxnSpPr>
        <p:spPr>
          <a:xfrm flipV="1">
            <a:off x="9434665" y="3054451"/>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Straight Connector 116">
            <a:extLst>
              <a:ext uri="{FF2B5EF4-FFF2-40B4-BE49-F238E27FC236}">
                <a16:creationId xmlns:a16="http://schemas.microsoft.com/office/drawing/2014/main" id="{6205DD86-315C-53B6-CEEF-A9919650168E}"/>
              </a:ext>
            </a:extLst>
          </p:cNvPr>
          <p:cNvCxnSpPr>
            <a:cxnSpLocks/>
            <a:stCxn id="108" idx="0"/>
            <a:endCxn id="109" idx="4"/>
          </p:cNvCxnSpPr>
          <p:nvPr/>
        </p:nvCxnSpPr>
        <p:spPr>
          <a:xfrm>
            <a:off x="7346433" y="2975394"/>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8" name="Straight Connector 117">
            <a:extLst>
              <a:ext uri="{FF2B5EF4-FFF2-40B4-BE49-F238E27FC236}">
                <a16:creationId xmlns:a16="http://schemas.microsoft.com/office/drawing/2014/main" id="{6205DD86-315C-53B6-CEEF-A9919650168E}"/>
              </a:ext>
            </a:extLst>
          </p:cNvPr>
          <p:cNvCxnSpPr>
            <a:cxnSpLocks/>
            <a:stCxn id="110" idx="0"/>
            <a:endCxn id="111" idx="4"/>
          </p:cNvCxnSpPr>
          <p:nvPr/>
        </p:nvCxnSpPr>
        <p:spPr>
          <a:xfrm>
            <a:off x="7346433" y="5120495"/>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9" name="Oval 118">
            <a:extLst>
              <a:ext uri="{FF2B5EF4-FFF2-40B4-BE49-F238E27FC236}">
                <a16:creationId xmlns:a16="http://schemas.microsoft.com/office/drawing/2014/main" id="{BDD11F87-DA81-9510-C1CB-0AF4093562CB}"/>
              </a:ext>
            </a:extLst>
          </p:cNvPr>
          <p:cNvSpPr/>
          <p:nvPr/>
        </p:nvSpPr>
        <p:spPr>
          <a:xfrm rot="5400000">
            <a:off x="10370769" y="19000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0" name="Straight Connector 119">
            <a:extLst>
              <a:ext uri="{FF2B5EF4-FFF2-40B4-BE49-F238E27FC236}">
                <a16:creationId xmlns:a16="http://schemas.microsoft.com/office/drawing/2014/main" id="{6205DD86-315C-53B6-CEEF-A9919650168E}"/>
              </a:ext>
            </a:extLst>
          </p:cNvPr>
          <p:cNvCxnSpPr>
            <a:cxnSpLocks/>
            <a:stCxn id="119" idx="5"/>
            <a:endCxn id="109" idx="1"/>
          </p:cNvCxnSpPr>
          <p:nvPr/>
        </p:nvCxnSpPr>
        <p:spPr>
          <a:xfrm flipH="1">
            <a:off x="9485577" y="2022928"/>
            <a:ext cx="906280" cy="9086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1" name="Straight Connector 120">
            <a:extLst>
              <a:ext uri="{FF2B5EF4-FFF2-40B4-BE49-F238E27FC236}">
                <a16:creationId xmlns:a16="http://schemas.microsoft.com/office/drawing/2014/main" id="{6205DD86-315C-53B6-CEEF-A9919650168E}"/>
              </a:ext>
            </a:extLst>
          </p:cNvPr>
          <p:cNvCxnSpPr>
            <a:cxnSpLocks/>
            <a:stCxn id="111" idx="1"/>
            <a:endCxn id="119" idx="5"/>
          </p:cNvCxnSpPr>
          <p:nvPr/>
        </p:nvCxnSpPr>
        <p:spPr>
          <a:xfrm flipV="1">
            <a:off x="9485577" y="2022928"/>
            <a:ext cx="906280" cy="30537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2" name="TextBox 121"/>
          <p:cNvSpPr txBox="1"/>
          <p:nvPr/>
        </p:nvSpPr>
        <p:spPr>
          <a:xfrm>
            <a:off x="2739554" y="255741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23" name="TextBox 122"/>
          <p:cNvSpPr txBox="1"/>
          <p:nvPr/>
        </p:nvSpPr>
        <p:spPr>
          <a:xfrm>
            <a:off x="2159271" y="4720323"/>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24" name="TextBox 123"/>
          <p:cNvSpPr txBox="1"/>
          <p:nvPr/>
        </p:nvSpPr>
        <p:spPr>
          <a:xfrm>
            <a:off x="9921296" y="3566617"/>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25" name="TextBox 124"/>
          <p:cNvSpPr txBox="1"/>
          <p:nvPr/>
        </p:nvSpPr>
        <p:spPr>
          <a:xfrm>
            <a:off x="8008796" y="4333291"/>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126" name="TextBox 125"/>
          <p:cNvSpPr txBox="1"/>
          <p:nvPr/>
        </p:nvSpPr>
        <p:spPr>
          <a:xfrm>
            <a:off x="7871624" y="3105363"/>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127" name="TextBox 126"/>
          <p:cNvSpPr txBox="1"/>
          <p:nvPr/>
        </p:nvSpPr>
        <p:spPr>
          <a:xfrm>
            <a:off x="8266765" y="2424620"/>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28" name="TextBox 127"/>
          <p:cNvSpPr txBox="1"/>
          <p:nvPr/>
        </p:nvSpPr>
        <p:spPr>
          <a:xfrm>
            <a:off x="3241802" y="2271439"/>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129" name="TextBox 128"/>
          <p:cNvSpPr txBox="1"/>
          <p:nvPr/>
        </p:nvSpPr>
        <p:spPr>
          <a:xfrm>
            <a:off x="6899469" y="381936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30" name="TextBox 129"/>
          <p:cNvSpPr txBox="1"/>
          <p:nvPr/>
        </p:nvSpPr>
        <p:spPr>
          <a:xfrm>
            <a:off x="8565245" y="463777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31" name="TextBox 130"/>
          <p:cNvSpPr txBox="1"/>
          <p:nvPr/>
        </p:nvSpPr>
        <p:spPr>
          <a:xfrm>
            <a:off x="9031255" y="355419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32" name="TextBox 131"/>
          <p:cNvSpPr txBox="1"/>
          <p:nvPr/>
        </p:nvSpPr>
        <p:spPr>
          <a:xfrm>
            <a:off x="9581598" y="2056594"/>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mc:AlternateContent xmlns:mc="http://schemas.openxmlformats.org/markup-compatibility/2006" xmlns:a14="http://schemas.microsoft.com/office/drawing/2010/main">
        <mc:Choice Requires="a14">
          <p:sp>
            <p:nvSpPr>
              <p:cNvPr id="133" name="TextBox 132"/>
              <p:cNvSpPr txBox="1"/>
              <p:nvPr/>
            </p:nvSpPr>
            <p:spPr>
              <a:xfrm>
                <a:off x="2677073" y="5563053"/>
                <a:ext cx="64492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G</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133" name="TextBox 132"/>
              <p:cNvSpPr txBox="1">
                <a:spLocks noRot="1" noChangeAspect="1" noMove="1" noResize="1" noEditPoints="1" noAdjustHandles="1" noChangeArrowheads="1" noChangeShapeType="1" noTextEdit="1"/>
              </p:cNvSpPr>
              <p:nvPr/>
            </p:nvSpPr>
            <p:spPr>
              <a:xfrm>
                <a:off x="2677073" y="5563053"/>
                <a:ext cx="644920"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 name="TextBox 133"/>
              <p:cNvSpPr txBox="1"/>
              <p:nvPr/>
            </p:nvSpPr>
            <p:spPr>
              <a:xfrm>
                <a:off x="8238649" y="5563053"/>
                <a:ext cx="65319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G</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34" name="TextBox 133"/>
              <p:cNvSpPr txBox="1">
                <a:spLocks noRot="1" noChangeAspect="1" noMove="1" noResize="1" noEditPoints="1" noAdjustHandles="1" noChangeArrowheads="1" noChangeShapeType="1" noTextEdit="1"/>
              </p:cNvSpPr>
              <p:nvPr/>
            </p:nvSpPr>
            <p:spPr>
              <a:xfrm>
                <a:off x="8238649" y="5563053"/>
                <a:ext cx="653191" cy="523220"/>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27627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2(Cont.)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 matching of the following graphs.</a:t>
            </a:r>
          </a:p>
          <a:p>
            <a:endParaRPr lang="en-US" sz="2800" dirty="0">
              <a:solidFill>
                <a:schemeClr val="bg1"/>
              </a:solidFill>
            </a:endParaRPr>
          </a:p>
        </p:txBody>
      </p:sp>
      <p:sp>
        <p:nvSpPr>
          <p:cNvPr id="87" name="Oval 86">
            <a:extLst>
              <a:ext uri="{FF2B5EF4-FFF2-40B4-BE49-F238E27FC236}">
                <a16:creationId xmlns:a16="http://schemas.microsoft.com/office/drawing/2014/main" id="{BDD11F87-DA81-9510-C1CB-0AF4093562CB}"/>
              </a:ext>
            </a:extLst>
          </p:cNvPr>
          <p:cNvSpPr/>
          <p:nvPr/>
        </p:nvSpPr>
        <p:spPr>
          <a:xfrm rot="5400000">
            <a:off x="8484497" y="22301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8" name="Oval 87">
            <a:extLst>
              <a:ext uri="{FF2B5EF4-FFF2-40B4-BE49-F238E27FC236}">
                <a16:creationId xmlns:a16="http://schemas.microsoft.com/office/drawing/2014/main" id="{BDD11F87-DA81-9510-C1CB-0AF4093562CB}"/>
              </a:ext>
            </a:extLst>
          </p:cNvPr>
          <p:cNvSpPr/>
          <p:nvPr/>
        </p:nvSpPr>
        <p:spPr>
          <a:xfrm rot="5400000">
            <a:off x="7772124" y="29502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9" name="Oval 88">
            <a:extLst>
              <a:ext uri="{FF2B5EF4-FFF2-40B4-BE49-F238E27FC236}">
                <a16:creationId xmlns:a16="http://schemas.microsoft.com/office/drawing/2014/main" id="{BDD11F87-DA81-9510-C1CB-0AF4093562CB}"/>
              </a:ext>
            </a:extLst>
          </p:cNvPr>
          <p:cNvSpPr/>
          <p:nvPr/>
        </p:nvSpPr>
        <p:spPr>
          <a:xfrm rot="5400000">
            <a:off x="9204577" y="29502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0" name="Straight Connector 89">
            <a:extLst>
              <a:ext uri="{FF2B5EF4-FFF2-40B4-BE49-F238E27FC236}">
                <a16:creationId xmlns:a16="http://schemas.microsoft.com/office/drawing/2014/main" id="{6205DD86-315C-53B6-CEEF-A9919650168E}"/>
              </a:ext>
            </a:extLst>
          </p:cNvPr>
          <p:cNvCxnSpPr>
            <a:cxnSpLocks/>
            <a:stCxn id="87" idx="5"/>
            <a:endCxn id="88" idx="1"/>
          </p:cNvCxnSpPr>
          <p:nvPr/>
        </p:nvCxnSpPr>
        <p:spPr>
          <a:xfrm flipH="1">
            <a:off x="7895036" y="2353058"/>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6205DD86-315C-53B6-CEEF-A9919650168E}"/>
              </a:ext>
            </a:extLst>
          </p:cNvPr>
          <p:cNvCxnSpPr>
            <a:cxnSpLocks/>
            <a:stCxn id="87" idx="7"/>
            <a:endCxn id="89" idx="3"/>
          </p:cNvCxnSpPr>
          <p:nvPr/>
        </p:nvCxnSpPr>
        <p:spPr>
          <a:xfrm>
            <a:off x="8607409" y="2353058"/>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6205DD86-315C-53B6-CEEF-A9919650168E}"/>
              </a:ext>
            </a:extLst>
          </p:cNvPr>
          <p:cNvCxnSpPr>
            <a:cxnSpLocks/>
            <a:stCxn id="89" idx="4"/>
            <a:endCxn id="88" idx="0"/>
          </p:cNvCxnSpPr>
          <p:nvPr/>
        </p:nvCxnSpPr>
        <p:spPr>
          <a:xfrm flipH="1">
            <a:off x="7916124" y="3022226"/>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3" name="Oval 92">
            <a:extLst>
              <a:ext uri="{FF2B5EF4-FFF2-40B4-BE49-F238E27FC236}">
                <a16:creationId xmlns:a16="http://schemas.microsoft.com/office/drawing/2014/main" id="{BDD11F87-DA81-9510-C1CB-0AF4093562CB}"/>
              </a:ext>
            </a:extLst>
          </p:cNvPr>
          <p:cNvSpPr/>
          <p:nvPr/>
        </p:nvSpPr>
        <p:spPr>
          <a:xfrm rot="5400000">
            <a:off x="7764417" y="439038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4" name="Oval 93">
            <a:extLst>
              <a:ext uri="{FF2B5EF4-FFF2-40B4-BE49-F238E27FC236}">
                <a16:creationId xmlns:a16="http://schemas.microsoft.com/office/drawing/2014/main" id="{BDD11F87-DA81-9510-C1CB-0AF4093562CB}"/>
              </a:ext>
            </a:extLst>
          </p:cNvPr>
          <p:cNvSpPr/>
          <p:nvPr/>
        </p:nvSpPr>
        <p:spPr>
          <a:xfrm rot="5400000">
            <a:off x="9204577" y="439038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5" name="Straight Connector 94">
            <a:extLst>
              <a:ext uri="{FF2B5EF4-FFF2-40B4-BE49-F238E27FC236}">
                <a16:creationId xmlns:a16="http://schemas.microsoft.com/office/drawing/2014/main" id="{6205DD86-315C-53B6-CEEF-A9919650168E}"/>
              </a:ext>
            </a:extLst>
          </p:cNvPr>
          <p:cNvCxnSpPr>
            <a:cxnSpLocks/>
            <a:stCxn id="88" idx="6"/>
            <a:endCxn id="93" idx="2"/>
          </p:cNvCxnSpPr>
          <p:nvPr/>
        </p:nvCxnSpPr>
        <p:spPr>
          <a:xfrm flipH="1">
            <a:off x="7836417" y="3094226"/>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89" idx="6"/>
            <a:endCxn id="94" idx="2"/>
          </p:cNvCxnSpPr>
          <p:nvPr/>
        </p:nvCxnSpPr>
        <p:spPr>
          <a:xfrm>
            <a:off x="9276577" y="3094226"/>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94" idx="4"/>
            <a:endCxn id="93" idx="0"/>
          </p:cNvCxnSpPr>
          <p:nvPr/>
        </p:nvCxnSpPr>
        <p:spPr>
          <a:xfrm flipH="1">
            <a:off x="7908417" y="4462386"/>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6205DD86-315C-53B6-CEEF-A9919650168E}"/>
              </a:ext>
            </a:extLst>
          </p:cNvPr>
          <p:cNvCxnSpPr>
            <a:cxnSpLocks/>
            <a:stCxn id="94" idx="3"/>
            <a:endCxn id="88" idx="7"/>
          </p:cNvCxnSpPr>
          <p:nvPr/>
        </p:nvCxnSpPr>
        <p:spPr>
          <a:xfrm flipH="1" flipV="1">
            <a:off x="7895036" y="3073138"/>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9" name="TextBox 98"/>
          <p:cNvSpPr txBox="1"/>
          <p:nvPr/>
        </p:nvSpPr>
        <p:spPr>
          <a:xfrm>
            <a:off x="8848389" y="4750623"/>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00" name="TextBox 99"/>
          <p:cNvSpPr txBox="1"/>
          <p:nvPr/>
        </p:nvSpPr>
        <p:spPr>
          <a:xfrm>
            <a:off x="7454085" y="3439477"/>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101" name="TextBox 100"/>
          <p:cNvSpPr txBox="1"/>
          <p:nvPr/>
        </p:nvSpPr>
        <p:spPr>
          <a:xfrm>
            <a:off x="7836657" y="2254241"/>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102" name="TextBox 101"/>
          <p:cNvSpPr txBox="1"/>
          <p:nvPr/>
        </p:nvSpPr>
        <p:spPr>
          <a:xfrm>
            <a:off x="8478133" y="327614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103" name="TextBox 102"/>
          <p:cNvSpPr txBox="1"/>
          <p:nvPr/>
        </p:nvSpPr>
        <p:spPr>
          <a:xfrm>
            <a:off x="9293074" y="3439477"/>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04" name="TextBox 103"/>
          <p:cNvSpPr txBox="1"/>
          <p:nvPr/>
        </p:nvSpPr>
        <p:spPr>
          <a:xfrm>
            <a:off x="8330934" y="395322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105" name="Straight Connector 104">
            <a:extLst>
              <a:ext uri="{FF2B5EF4-FFF2-40B4-BE49-F238E27FC236}">
                <a16:creationId xmlns:a16="http://schemas.microsoft.com/office/drawing/2014/main" id="{6205DD86-315C-53B6-CEEF-A9919650168E}"/>
              </a:ext>
            </a:extLst>
          </p:cNvPr>
          <p:cNvCxnSpPr>
            <a:cxnSpLocks/>
            <a:stCxn id="106" idx="3"/>
            <a:endCxn id="93" idx="7"/>
          </p:cNvCxnSpPr>
          <p:nvPr/>
        </p:nvCxnSpPr>
        <p:spPr>
          <a:xfrm flipH="1" flipV="1">
            <a:off x="7887329" y="4513298"/>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6" name="Oval 105">
            <a:extLst>
              <a:ext uri="{FF2B5EF4-FFF2-40B4-BE49-F238E27FC236}">
                <a16:creationId xmlns:a16="http://schemas.microsoft.com/office/drawing/2014/main" id="{BDD11F87-DA81-9510-C1CB-0AF4093562CB}"/>
              </a:ext>
            </a:extLst>
          </p:cNvPr>
          <p:cNvSpPr/>
          <p:nvPr/>
        </p:nvSpPr>
        <p:spPr>
          <a:xfrm rot="5400000">
            <a:off x="8480478" y="511943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7" name="Straight Connector 106">
            <a:extLst>
              <a:ext uri="{FF2B5EF4-FFF2-40B4-BE49-F238E27FC236}">
                <a16:creationId xmlns:a16="http://schemas.microsoft.com/office/drawing/2014/main" id="{6205DD86-315C-53B6-CEEF-A9919650168E}"/>
              </a:ext>
            </a:extLst>
          </p:cNvPr>
          <p:cNvCxnSpPr>
            <a:cxnSpLocks/>
            <a:stCxn id="106" idx="1"/>
            <a:endCxn id="94" idx="5"/>
          </p:cNvCxnSpPr>
          <p:nvPr/>
        </p:nvCxnSpPr>
        <p:spPr>
          <a:xfrm flipV="1">
            <a:off x="8603390" y="4513298"/>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2" name="TextBox 121"/>
          <p:cNvSpPr txBox="1"/>
          <p:nvPr/>
        </p:nvSpPr>
        <p:spPr>
          <a:xfrm>
            <a:off x="8364499" y="251585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23" name="TextBox 122"/>
          <p:cNvSpPr txBox="1"/>
          <p:nvPr/>
        </p:nvSpPr>
        <p:spPr>
          <a:xfrm>
            <a:off x="7784216" y="467875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28" name="TextBox 127"/>
          <p:cNvSpPr txBox="1"/>
          <p:nvPr/>
        </p:nvSpPr>
        <p:spPr>
          <a:xfrm>
            <a:off x="8866747" y="2229875"/>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mc:AlternateContent xmlns:mc="http://schemas.openxmlformats.org/markup-compatibility/2006" xmlns:a14="http://schemas.microsoft.com/office/drawing/2010/main">
        <mc:Choice Requires="a14">
          <p:sp>
            <p:nvSpPr>
              <p:cNvPr id="133" name="TextBox 132"/>
              <p:cNvSpPr txBox="1"/>
              <p:nvPr/>
            </p:nvSpPr>
            <p:spPr>
              <a:xfrm>
                <a:off x="8302018" y="5521489"/>
                <a:ext cx="64492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G</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133" name="TextBox 132"/>
              <p:cNvSpPr txBox="1">
                <a:spLocks noRot="1" noChangeAspect="1" noMove="1" noResize="1" noEditPoints="1" noAdjustHandles="1" noChangeArrowheads="1" noChangeShapeType="1" noTextEdit="1"/>
              </p:cNvSpPr>
              <p:nvPr/>
            </p:nvSpPr>
            <p:spPr>
              <a:xfrm>
                <a:off x="8302018" y="5521489"/>
                <a:ext cx="644920"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1776000" y="5521489"/>
                <a:ext cx="248865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1</m:t>
                          </m:r>
                        </m:sub>
                      </m:sSub>
                      <m:r>
                        <a:rPr lang="en-US" sz="2800" b="0" i="0" dirty="0" smtClean="0">
                          <a:solidFill>
                            <a:srgbClr val="002060"/>
                          </a:solidFill>
                          <a:latin typeface="Cambria Math" panose="02040503050406030204" pitchFamily="18" charset="0"/>
                        </a:rPr>
                        <m:t>=</m:t>
                      </m:r>
                      <m:d>
                        <m:dPr>
                          <m:begChr m:val="{"/>
                          <m:endChr m:val="}"/>
                          <m:ctrlPr>
                            <a:rPr lang="en-US" sz="2800" b="0" i="1" dirty="0" smtClean="0">
                              <a:solidFill>
                                <a:srgbClr val="002060"/>
                              </a:solidFill>
                              <a:latin typeface="Cambria Math" panose="02040503050406030204" pitchFamily="18" charset="0"/>
                            </a:rPr>
                          </m:ctrlPr>
                        </m:dPr>
                        <m:e>
                          <m:r>
                            <m:rPr>
                              <m:sty m:val="p"/>
                            </m:rPr>
                            <a:rPr lang="en-US" sz="2800" b="0" i="0" dirty="0" smtClean="0">
                              <a:solidFill>
                                <a:srgbClr val="002060"/>
                              </a:solidFill>
                              <a:latin typeface="Cambria Math" panose="02040503050406030204" pitchFamily="18" charset="0"/>
                            </a:rPr>
                            <m:t>d</m:t>
                          </m:r>
                          <m:r>
                            <a:rPr lang="en-US" sz="2800" b="0" i="0" dirty="0" smtClean="0">
                              <a:solidFill>
                                <a:srgbClr val="002060"/>
                              </a:solidFill>
                              <a:latin typeface="Cambria Math" panose="02040503050406030204" pitchFamily="18" charset="0"/>
                            </a:rPr>
                            <m:t>,</m:t>
                          </m:r>
                          <m:r>
                            <m:rPr>
                              <m:sty m:val="p"/>
                            </m:rPr>
                            <a:rPr lang="en-US" sz="2800" b="0" i="0" dirty="0" smtClean="0">
                              <a:solidFill>
                                <a:srgbClr val="002060"/>
                              </a:solidFill>
                              <a:latin typeface="Cambria Math" panose="02040503050406030204" pitchFamily="18" charset="0"/>
                            </a:rPr>
                            <m:t>b</m:t>
                          </m:r>
                          <m:r>
                            <a:rPr lang="en-US" sz="2800" b="0" i="0" dirty="0" smtClean="0">
                              <a:solidFill>
                                <a:srgbClr val="002060"/>
                              </a:solidFill>
                              <a:latin typeface="Cambria Math" panose="02040503050406030204" pitchFamily="18" charset="0"/>
                            </a:rPr>
                            <m:t>,</m:t>
                          </m:r>
                          <m:r>
                            <m:rPr>
                              <m:sty m:val="p"/>
                            </m:rPr>
                            <a:rPr lang="en-US" sz="2800" b="0" i="0" dirty="0" smtClean="0">
                              <a:solidFill>
                                <a:srgbClr val="002060"/>
                              </a:solidFill>
                              <a:latin typeface="Cambria Math" panose="02040503050406030204" pitchFamily="18" charset="0"/>
                            </a:rPr>
                            <m:t>i</m:t>
                          </m:r>
                        </m:e>
                      </m:d>
                    </m:oMath>
                  </m:oMathPara>
                </a14:m>
                <a:endParaRPr lang="en-US" sz="2800" b="0" dirty="0">
                  <a:solidFill>
                    <a:srgbClr val="002060"/>
                  </a:solidFill>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1776000" y="5521489"/>
                <a:ext cx="2488652" cy="523220"/>
              </a:xfrm>
              <a:prstGeom prst="rect">
                <a:avLst/>
              </a:prstGeom>
              <a:blipFill rotWithShape="0">
                <a:blip r:embed="rId3"/>
                <a:stretch>
                  <a:fillRect/>
                </a:stretch>
              </a:blipFill>
            </p:spPr>
            <p:txBody>
              <a:bodyPr/>
              <a:lstStyle/>
              <a:p>
                <a:r>
                  <a:rPr lang="en-US">
                    <a:noFill/>
                  </a:rPr>
                  <a:t> </a:t>
                </a:r>
              </a:p>
            </p:txBody>
          </p:sp>
        </mc:Fallback>
      </mc:AlternateContent>
      <p:sp>
        <p:nvSpPr>
          <p:cNvPr id="33" name="Oval 32">
            <a:extLst>
              <a:ext uri="{FF2B5EF4-FFF2-40B4-BE49-F238E27FC236}">
                <a16:creationId xmlns:a16="http://schemas.microsoft.com/office/drawing/2014/main" id="{BDD11F87-DA81-9510-C1CB-0AF4093562CB}"/>
              </a:ext>
            </a:extLst>
          </p:cNvPr>
          <p:cNvSpPr/>
          <p:nvPr/>
        </p:nvSpPr>
        <p:spPr>
          <a:xfrm rot="5400000">
            <a:off x="2806412" y="222067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Oval 33">
            <a:extLst>
              <a:ext uri="{FF2B5EF4-FFF2-40B4-BE49-F238E27FC236}">
                <a16:creationId xmlns:a16="http://schemas.microsoft.com/office/drawing/2014/main" id="{BDD11F87-DA81-9510-C1CB-0AF4093562CB}"/>
              </a:ext>
            </a:extLst>
          </p:cNvPr>
          <p:cNvSpPr/>
          <p:nvPr/>
        </p:nvSpPr>
        <p:spPr>
          <a:xfrm rot="5400000">
            <a:off x="2094039" y="29407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Oval 35">
            <a:extLst>
              <a:ext uri="{FF2B5EF4-FFF2-40B4-BE49-F238E27FC236}">
                <a16:creationId xmlns:a16="http://schemas.microsoft.com/office/drawing/2014/main" id="{BDD11F87-DA81-9510-C1CB-0AF4093562CB}"/>
              </a:ext>
            </a:extLst>
          </p:cNvPr>
          <p:cNvSpPr/>
          <p:nvPr/>
        </p:nvSpPr>
        <p:spPr>
          <a:xfrm rot="5400000">
            <a:off x="3526492" y="29407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7" name="Straight Connector 36">
            <a:extLst>
              <a:ext uri="{FF2B5EF4-FFF2-40B4-BE49-F238E27FC236}">
                <a16:creationId xmlns:a16="http://schemas.microsoft.com/office/drawing/2014/main" id="{6205DD86-315C-53B6-CEEF-A9919650168E}"/>
              </a:ext>
            </a:extLst>
          </p:cNvPr>
          <p:cNvCxnSpPr>
            <a:cxnSpLocks/>
            <a:stCxn id="33" idx="5"/>
            <a:endCxn id="34" idx="1"/>
          </p:cNvCxnSpPr>
          <p:nvPr/>
        </p:nvCxnSpPr>
        <p:spPr>
          <a:xfrm flipH="1">
            <a:off x="2216951" y="2343589"/>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stCxn id="33" idx="7"/>
            <a:endCxn id="36" idx="3"/>
          </p:cNvCxnSpPr>
          <p:nvPr/>
        </p:nvCxnSpPr>
        <p:spPr>
          <a:xfrm>
            <a:off x="2929324" y="2343589"/>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36" idx="4"/>
            <a:endCxn id="34" idx="0"/>
          </p:cNvCxnSpPr>
          <p:nvPr/>
        </p:nvCxnSpPr>
        <p:spPr>
          <a:xfrm flipH="1">
            <a:off x="2238039" y="3012757"/>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0" name="Oval 39">
            <a:extLst>
              <a:ext uri="{FF2B5EF4-FFF2-40B4-BE49-F238E27FC236}">
                <a16:creationId xmlns:a16="http://schemas.microsoft.com/office/drawing/2014/main" id="{BDD11F87-DA81-9510-C1CB-0AF4093562CB}"/>
              </a:ext>
            </a:extLst>
          </p:cNvPr>
          <p:cNvSpPr/>
          <p:nvPr/>
        </p:nvSpPr>
        <p:spPr>
          <a:xfrm rot="5400000">
            <a:off x="2086332" y="43809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1" name="Oval 40">
            <a:extLst>
              <a:ext uri="{FF2B5EF4-FFF2-40B4-BE49-F238E27FC236}">
                <a16:creationId xmlns:a16="http://schemas.microsoft.com/office/drawing/2014/main" id="{BDD11F87-DA81-9510-C1CB-0AF4093562CB}"/>
              </a:ext>
            </a:extLst>
          </p:cNvPr>
          <p:cNvSpPr/>
          <p:nvPr/>
        </p:nvSpPr>
        <p:spPr>
          <a:xfrm rot="5400000">
            <a:off x="3526492" y="43809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2" name="Straight Connector 41">
            <a:extLst>
              <a:ext uri="{FF2B5EF4-FFF2-40B4-BE49-F238E27FC236}">
                <a16:creationId xmlns:a16="http://schemas.microsoft.com/office/drawing/2014/main" id="{6205DD86-315C-53B6-CEEF-A9919650168E}"/>
              </a:ext>
            </a:extLst>
          </p:cNvPr>
          <p:cNvCxnSpPr>
            <a:cxnSpLocks/>
            <a:stCxn id="34" idx="6"/>
            <a:endCxn id="40" idx="2"/>
          </p:cNvCxnSpPr>
          <p:nvPr/>
        </p:nvCxnSpPr>
        <p:spPr>
          <a:xfrm flipH="1">
            <a:off x="2158332" y="3084757"/>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36" idx="6"/>
            <a:endCxn id="41" idx="2"/>
          </p:cNvCxnSpPr>
          <p:nvPr/>
        </p:nvCxnSpPr>
        <p:spPr>
          <a:xfrm>
            <a:off x="3598492" y="3084757"/>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41" idx="4"/>
            <a:endCxn id="40" idx="0"/>
          </p:cNvCxnSpPr>
          <p:nvPr/>
        </p:nvCxnSpPr>
        <p:spPr>
          <a:xfrm flipH="1">
            <a:off x="2230332" y="4452917"/>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41" idx="3"/>
            <a:endCxn id="34" idx="7"/>
          </p:cNvCxnSpPr>
          <p:nvPr/>
        </p:nvCxnSpPr>
        <p:spPr>
          <a:xfrm flipH="1" flipV="1">
            <a:off x="2216951" y="3063669"/>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6" name="TextBox 45"/>
          <p:cNvSpPr txBox="1"/>
          <p:nvPr/>
        </p:nvSpPr>
        <p:spPr>
          <a:xfrm>
            <a:off x="3170304" y="4741154"/>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47" name="TextBox 46"/>
          <p:cNvSpPr txBox="1"/>
          <p:nvPr/>
        </p:nvSpPr>
        <p:spPr>
          <a:xfrm>
            <a:off x="1776000" y="3430008"/>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48" name="TextBox 47"/>
          <p:cNvSpPr txBox="1"/>
          <p:nvPr/>
        </p:nvSpPr>
        <p:spPr>
          <a:xfrm>
            <a:off x="2158572" y="2244772"/>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49" name="TextBox 48"/>
          <p:cNvSpPr txBox="1"/>
          <p:nvPr/>
        </p:nvSpPr>
        <p:spPr>
          <a:xfrm>
            <a:off x="2800048" y="3266678"/>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50" name="TextBox 49"/>
          <p:cNvSpPr txBox="1"/>
          <p:nvPr/>
        </p:nvSpPr>
        <p:spPr>
          <a:xfrm>
            <a:off x="3614989" y="3430008"/>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51" name="TextBox 50"/>
          <p:cNvSpPr txBox="1"/>
          <p:nvPr/>
        </p:nvSpPr>
        <p:spPr>
          <a:xfrm>
            <a:off x="2652849" y="3943759"/>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52" name="Straight Connector 51">
            <a:extLst>
              <a:ext uri="{FF2B5EF4-FFF2-40B4-BE49-F238E27FC236}">
                <a16:creationId xmlns:a16="http://schemas.microsoft.com/office/drawing/2014/main" id="{6205DD86-315C-53B6-CEEF-A9919650168E}"/>
              </a:ext>
            </a:extLst>
          </p:cNvPr>
          <p:cNvCxnSpPr>
            <a:cxnSpLocks/>
            <a:stCxn id="53" idx="3"/>
            <a:endCxn id="40" idx="7"/>
          </p:cNvCxnSpPr>
          <p:nvPr/>
        </p:nvCxnSpPr>
        <p:spPr>
          <a:xfrm flipH="1" flipV="1">
            <a:off x="2209244" y="4503829"/>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3" name="Oval 52">
            <a:extLst>
              <a:ext uri="{FF2B5EF4-FFF2-40B4-BE49-F238E27FC236}">
                <a16:creationId xmlns:a16="http://schemas.microsoft.com/office/drawing/2014/main" id="{BDD11F87-DA81-9510-C1CB-0AF4093562CB}"/>
              </a:ext>
            </a:extLst>
          </p:cNvPr>
          <p:cNvSpPr/>
          <p:nvPr/>
        </p:nvSpPr>
        <p:spPr>
          <a:xfrm rot="5400000">
            <a:off x="2802393" y="51099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4" name="Straight Connector 53">
            <a:extLst>
              <a:ext uri="{FF2B5EF4-FFF2-40B4-BE49-F238E27FC236}">
                <a16:creationId xmlns:a16="http://schemas.microsoft.com/office/drawing/2014/main" id="{6205DD86-315C-53B6-CEEF-A9919650168E}"/>
              </a:ext>
            </a:extLst>
          </p:cNvPr>
          <p:cNvCxnSpPr>
            <a:cxnSpLocks/>
            <a:stCxn id="53" idx="1"/>
            <a:endCxn id="41" idx="5"/>
          </p:cNvCxnSpPr>
          <p:nvPr/>
        </p:nvCxnSpPr>
        <p:spPr>
          <a:xfrm flipV="1">
            <a:off x="2925305" y="4503829"/>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5" name="TextBox 54"/>
          <p:cNvSpPr txBox="1"/>
          <p:nvPr/>
        </p:nvSpPr>
        <p:spPr>
          <a:xfrm>
            <a:off x="2686414" y="2506382"/>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56" name="TextBox 55"/>
          <p:cNvSpPr txBox="1"/>
          <p:nvPr/>
        </p:nvSpPr>
        <p:spPr>
          <a:xfrm>
            <a:off x="2106131" y="466929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7" name="TextBox 56"/>
          <p:cNvSpPr txBox="1"/>
          <p:nvPr/>
        </p:nvSpPr>
        <p:spPr>
          <a:xfrm>
            <a:off x="3188662" y="2220406"/>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Tree>
    <p:extLst>
      <p:ext uri="{BB962C8B-B14F-4D97-AF65-F5344CB8AC3E}">
        <p14:creationId xmlns:p14="http://schemas.microsoft.com/office/powerpoint/2010/main" val="163518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childTnLst>
                                  <p:subTnLst>
                                    <p:animClr clrSpc="rgb" dir="cw">
                                      <p:cBhvr override="childStyle">
                                        <p:cTn dur="1" fill="hold" display="0" masterRel="nextClick" afterEffect="1"/>
                                        <p:tgtEl>
                                          <p:spTgt spid="45"/>
                                        </p:tgtEl>
                                        <p:attrNameLst>
                                          <p:attrName>ppt_c</p:attrName>
                                        </p:attrNameLst>
                                      </p:cBhvr>
                                      <p:to>
                                        <a:schemeClr val="accent2"/>
                                      </p:to>
                                    </p:animClr>
                                  </p:subTnLst>
                                </p:cTn>
                              </p:par>
                            </p:childTnLst>
                          </p:cTn>
                        </p:par>
                      </p:childTnLst>
                    </p:cTn>
                  </p:par>
                  <p:par>
                    <p:cTn id="53" fill="hold">
                      <p:stCondLst>
                        <p:cond delay="indefinite"/>
                      </p:stCondLst>
                      <p:childTnLst>
                        <p:par>
                          <p:cTn id="54" fill="hold">
                            <p:stCondLst>
                              <p:cond delay="0"/>
                            </p:stCondLst>
                            <p:childTnLst>
                              <p:par>
                                <p:cTn id="55" presetID="19" presetClass="emph" presetSubtype="0" fill="hold" nodeType="clickEffect">
                                  <p:stCondLst>
                                    <p:cond delay="0"/>
                                  </p:stCondLst>
                                  <p:childTnLst>
                                    <p:animClr clrSpc="rgb" dir="cw">
                                      <p:cBhvr override="childStyle">
                                        <p:cTn id="56" dur="500" fill="hold"/>
                                        <p:tgtEl>
                                          <p:spTgt spid="45"/>
                                        </p:tgtEl>
                                        <p:attrNameLst>
                                          <p:attrName>style.color</p:attrName>
                                        </p:attrNameLst>
                                      </p:cBhvr>
                                      <p:to>
                                        <a:schemeClr val="accent2"/>
                                      </p:to>
                                    </p:animClr>
                                    <p:animClr clrSpc="rgb" dir="cw">
                                      <p:cBhvr>
                                        <p:cTn id="57" dur="500" fill="hold"/>
                                        <p:tgtEl>
                                          <p:spTgt spid="45"/>
                                        </p:tgtEl>
                                        <p:attrNameLst>
                                          <p:attrName>fillcolor</p:attrName>
                                        </p:attrNameLst>
                                      </p:cBhvr>
                                      <p:to>
                                        <a:schemeClr val="accent2"/>
                                      </p:to>
                                    </p:animClr>
                                    <p:set>
                                      <p:cBhvr>
                                        <p:cTn id="58" dur="500" fill="hold"/>
                                        <p:tgtEl>
                                          <p:spTgt spid="45"/>
                                        </p:tgtEl>
                                        <p:attrNameLst>
                                          <p:attrName>fill.type</p:attrName>
                                        </p:attrNameLst>
                                      </p:cBhvr>
                                      <p:to>
                                        <p:strVal val="solid"/>
                                      </p:to>
                                    </p:set>
                                    <p:set>
                                      <p:cBhvr>
                                        <p:cTn id="59" dur="500" fill="hold"/>
                                        <p:tgtEl>
                                          <p:spTgt spid="45"/>
                                        </p:tgtEl>
                                        <p:attrNameLst>
                                          <p:attrName>fill.on</p:attrName>
                                        </p:attrNameLst>
                                      </p:cBhvr>
                                      <p:to>
                                        <p:strVal val="true"/>
                                      </p:to>
                                    </p:set>
                                  </p:childTnLst>
                                  <p:subTnLst>
                                    <p:animClr clrSpc="rgb" dir="cw">
                                      <p:cBhvr override="childStyle">
                                        <p:cTn dur="1" fill="hold" display="0" masterRel="nextClick" afterEffect="1"/>
                                        <p:tgtEl>
                                          <p:spTgt spid="45"/>
                                        </p:tgtEl>
                                        <p:attrNameLst>
                                          <p:attrName>ppt_c</p:attrName>
                                        </p:attrNameLst>
                                      </p:cBhvr>
                                      <p:to>
                                        <a:schemeClr val="accent2"/>
                                      </p:to>
                                    </p:animClr>
                                  </p:subTnLst>
                                </p:cTn>
                              </p:par>
                            </p:childTnLst>
                          </p:cTn>
                        </p:par>
                      </p:childTnLst>
                    </p:cTn>
                  </p:par>
                  <p:par>
                    <p:cTn id="60" fill="hold">
                      <p:stCondLst>
                        <p:cond delay="indefinite"/>
                      </p:stCondLst>
                      <p:childTnLst>
                        <p:par>
                          <p:cTn id="61" fill="hold">
                            <p:stCondLst>
                              <p:cond delay="0"/>
                            </p:stCondLst>
                            <p:childTnLst>
                              <p:par>
                                <p:cTn id="62" presetID="42" presetClass="exit" presetSubtype="0" fill="hold" nodeType="clickEffect">
                                  <p:stCondLst>
                                    <p:cond delay="0"/>
                                  </p:stCondLst>
                                  <p:childTnLst>
                                    <p:animEffect transition="out" filter="fade">
                                      <p:cBhvr>
                                        <p:cTn id="63" dur="1000"/>
                                        <p:tgtEl>
                                          <p:spTgt spid="37"/>
                                        </p:tgtEl>
                                      </p:cBhvr>
                                    </p:animEffect>
                                    <p:anim calcmode="lin" valueType="num">
                                      <p:cBhvr>
                                        <p:cTn id="64" dur="1000"/>
                                        <p:tgtEl>
                                          <p:spTgt spid="37"/>
                                        </p:tgtEl>
                                        <p:attrNameLst>
                                          <p:attrName>ppt_x</p:attrName>
                                        </p:attrNameLst>
                                      </p:cBhvr>
                                      <p:tavLst>
                                        <p:tav tm="0">
                                          <p:val>
                                            <p:strVal val="ppt_x"/>
                                          </p:val>
                                        </p:tav>
                                        <p:tav tm="100000">
                                          <p:val>
                                            <p:strVal val="ppt_x"/>
                                          </p:val>
                                        </p:tav>
                                      </p:tavLst>
                                    </p:anim>
                                    <p:anim calcmode="lin" valueType="num">
                                      <p:cBhvr>
                                        <p:cTn id="65" dur="1000"/>
                                        <p:tgtEl>
                                          <p:spTgt spid="37"/>
                                        </p:tgtEl>
                                        <p:attrNameLst>
                                          <p:attrName>ppt_y</p:attrName>
                                        </p:attrNameLst>
                                      </p:cBhvr>
                                      <p:tavLst>
                                        <p:tav tm="0">
                                          <p:val>
                                            <p:strVal val="ppt_y"/>
                                          </p:val>
                                        </p:tav>
                                        <p:tav tm="100000">
                                          <p:val>
                                            <p:strVal val="ppt_y+.1"/>
                                          </p:val>
                                        </p:tav>
                                      </p:tavLst>
                                    </p:anim>
                                    <p:set>
                                      <p:cBhvr>
                                        <p:cTn id="66" dur="1" fill="hold">
                                          <p:stCondLst>
                                            <p:cond delay="999"/>
                                          </p:stCondLst>
                                        </p:cTn>
                                        <p:tgtEl>
                                          <p:spTgt spid="37"/>
                                        </p:tgtEl>
                                        <p:attrNameLst>
                                          <p:attrName>style.visibility</p:attrName>
                                        </p:attrNameLst>
                                      </p:cBhvr>
                                      <p:to>
                                        <p:strVal val="hidden"/>
                                      </p:to>
                                    </p:set>
                                  </p:childTnLst>
                                </p:cTn>
                              </p:par>
                              <p:par>
                                <p:cTn id="67" presetID="42" presetClass="exit" presetSubtype="0" fill="hold" nodeType="withEffect">
                                  <p:stCondLst>
                                    <p:cond delay="0"/>
                                  </p:stCondLst>
                                  <p:childTnLst>
                                    <p:animEffect transition="out" filter="fade">
                                      <p:cBhvr>
                                        <p:cTn id="68" dur="1000"/>
                                        <p:tgtEl>
                                          <p:spTgt spid="39"/>
                                        </p:tgtEl>
                                      </p:cBhvr>
                                    </p:animEffect>
                                    <p:anim calcmode="lin" valueType="num">
                                      <p:cBhvr>
                                        <p:cTn id="69" dur="1000"/>
                                        <p:tgtEl>
                                          <p:spTgt spid="39"/>
                                        </p:tgtEl>
                                        <p:attrNameLst>
                                          <p:attrName>ppt_x</p:attrName>
                                        </p:attrNameLst>
                                      </p:cBhvr>
                                      <p:tavLst>
                                        <p:tav tm="0">
                                          <p:val>
                                            <p:strVal val="ppt_x"/>
                                          </p:val>
                                        </p:tav>
                                        <p:tav tm="100000">
                                          <p:val>
                                            <p:strVal val="ppt_x"/>
                                          </p:val>
                                        </p:tav>
                                      </p:tavLst>
                                    </p:anim>
                                    <p:anim calcmode="lin" valueType="num">
                                      <p:cBhvr>
                                        <p:cTn id="70" dur="1000"/>
                                        <p:tgtEl>
                                          <p:spTgt spid="39"/>
                                        </p:tgtEl>
                                        <p:attrNameLst>
                                          <p:attrName>ppt_y</p:attrName>
                                        </p:attrNameLst>
                                      </p:cBhvr>
                                      <p:tavLst>
                                        <p:tav tm="0">
                                          <p:val>
                                            <p:strVal val="ppt_y"/>
                                          </p:val>
                                        </p:tav>
                                        <p:tav tm="100000">
                                          <p:val>
                                            <p:strVal val="ppt_y+.1"/>
                                          </p:val>
                                        </p:tav>
                                      </p:tavLst>
                                    </p:anim>
                                    <p:set>
                                      <p:cBhvr>
                                        <p:cTn id="71" dur="1" fill="hold">
                                          <p:stCondLst>
                                            <p:cond delay="999"/>
                                          </p:stCondLst>
                                        </p:cTn>
                                        <p:tgtEl>
                                          <p:spTgt spid="39"/>
                                        </p:tgtEl>
                                        <p:attrNameLst>
                                          <p:attrName>style.visibility</p:attrName>
                                        </p:attrNameLst>
                                      </p:cBhvr>
                                      <p:to>
                                        <p:strVal val="hidden"/>
                                      </p:to>
                                    </p:set>
                                  </p:childTnLst>
                                </p:cTn>
                              </p:par>
                              <p:par>
                                <p:cTn id="72" presetID="42" presetClass="exit" presetSubtype="0" fill="hold" nodeType="withEffect">
                                  <p:stCondLst>
                                    <p:cond delay="0"/>
                                  </p:stCondLst>
                                  <p:childTnLst>
                                    <p:animEffect transition="out" filter="fade">
                                      <p:cBhvr>
                                        <p:cTn id="73" dur="1000"/>
                                        <p:tgtEl>
                                          <p:spTgt spid="42"/>
                                        </p:tgtEl>
                                      </p:cBhvr>
                                    </p:animEffect>
                                    <p:anim calcmode="lin" valueType="num">
                                      <p:cBhvr>
                                        <p:cTn id="74" dur="1000"/>
                                        <p:tgtEl>
                                          <p:spTgt spid="42"/>
                                        </p:tgtEl>
                                        <p:attrNameLst>
                                          <p:attrName>ppt_x</p:attrName>
                                        </p:attrNameLst>
                                      </p:cBhvr>
                                      <p:tavLst>
                                        <p:tav tm="0">
                                          <p:val>
                                            <p:strVal val="ppt_x"/>
                                          </p:val>
                                        </p:tav>
                                        <p:tav tm="100000">
                                          <p:val>
                                            <p:strVal val="ppt_x"/>
                                          </p:val>
                                        </p:tav>
                                      </p:tavLst>
                                    </p:anim>
                                    <p:anim calcmode="lin" valueType="num">
                                      <p:cBhvr>
                                        <p:cTn id="75" dur="1000"/>
                                        <p:tgtEl>
                                          <p:spTgt spid="42"/>
                                        </p:tgtEl>
                                        <p:attrNameLst>
                                          <p:attrName>ppt_y</p:attrName>
                                        </p:attrNameLst>
                                      </p:cBhvr>
                                      <p:tavLst>
                                        <p:tav tm="0">
                                          <p:val>
                                            <p:strVal val="ppt_y"/>
                                          </p:val>
                                        </p:tav>
                                        <p:tav tm="100000">
                                          <p:val>
                                            <p:strVal val="ppt_y+.1"/>
                                          </p:val>
                                        </p:tav>
                                      </p:tavLst>
                                    </p:anim>
                                    <p:set>
                                      <p:cBhvr>
                                        <p:cTn id="76" dur="1" fill="hold">
                                          <p:stCondLst>
                                            <p:cond delay="999"/>
                                          </p:stCondLst>
                                        </p:cTn>
                                        <p:tgtEl>
                                          <p:spTgt spid="42"/>
                                        </p:tgtEl>
                                        <p:attrNameLst>
                                          <p:attrName>style.visibility</p:attrName>
                                        </p:attrNameLst>
                                      </p:cBhvr>
                                      <p:to>
                                        <p:strVal val="hidden"/>
                                      </p:to>
                                    </p:set>
                                  </p:childTnLst>
                                </p:cTn>
                              </p:par>
                              <p:par>
                                <p:cTn id="77" presetID="42" presetClass="exit" presetSubtype="0" fill="hold" nodeType="withEffect">
                                  <p:stCondLst>
                                    <p:cond delay="0"/>
                                  </p:stCondLst>
                                  <p:childTnLst>
                                    <p:animEffect transition="out" filter="fade">
                                      <p:cBhvr>
                                        <p:cTn id="78" dur="1000"/>
                                        <p:tgtEl>
                                          <p:spTgt spid="43"/>
                                        </p:tgtEl>
                                      </p:cBhvr>
                                    </p:animEffect>
                                    <p:anim calcmode="lin" valueType="num">
                                      <p:cBhvr>
                                        <p:cTn id="79" dur="1000"/>
                                        <p:tgtEl>
                                          <p:spTgt spid="43"/>
                                        </p:tgtEl>
                                        <p:attrNameLst>
                                          <p:attrName>ppt_x</p:attrName>
                                        </p:attrNameLst>
                                      </p:cBhvr>
                                      <p:tavLst>
                                        <p:tav tm="0">
                                          <p:val>
                                            <p:strVal val="ppt_x"/>
                                          </p:val>
                                        </p:tav>
                                        <p:tav tm="100000">
                                          <p:val>
                                            <p:strVal val="ppt_x"/>
                                          </p:val>
                                        </p:tav>
                                      </p:tavLst>
                                    </p:anim>
                                    <p:anim calcmode="lin" valueType="num">
                                      <p:cBhvr>
                                        <p:cTn id="80" dur="1000"/>
                                        <p:tgtEl>
                                          <p:spTgt spid="43"/>
                                        </p:tgtEl>
                                        <p:attrNameLst>
                                          <p:attrName>ppt_y</p:attrName>
                                        </p:attrNameLst>
                                      </p:cBhvr>
                                      <p:tavLst>
                                        <p:tav tm="0">
                                          <p:val>
                                            <p:strVal val="ppt_y"/>
                                          </p:val>
                                        </p:tav>
                                        <p:tav tm="100000">
                                          <p:val>
                                            <p:strVal val="ppt_y+.1"/>
                                          </p:val>
                                        </p:tav>
                                      </p:tavLst>
                                    </p:anim>
                                    <p:set>
                                      <p:cBhvr>
                                        <p:cTn id="81" dur="1" fill="hold">
                                          <p:stCondLst>
                                            <p:cond delay="999"/>
                                          </p:stCondLst>
                                        </p:cTn>
                                        <p:tgtEl>
                                          <p:spTgt spid="43"/>
                                        </p:tgtEl>
                                        <p:attrNameLst>
                                          <p:attrName>style.visibility</p:attrName>
                                        </p:attrNameLst>
                                      </p:cBhvr>
                                      <p:to>
                                        <p:strVal val="hidden"/>
                                      </p:to>
                                    </p:set>
                                  </p:childTnLst>
                                </p:cTn>
                              </p:par>
                              <p:par>
                                <p:cTn id="82" presetID="42" presetClass="exit" presetSubtype="0" fill="hold" nodeType="withEffect">
                                  <p:stCondLst>
                                    <p:cond delay="0"/>
                                  </p:stCondLst>
                                  <p:childTnLst>
                                    <p:animEffect transition="out" filter="fade">
                                      <p:cBhvr>
                                        <p:cTn id="83" dur="1000"/>
                                        <p:tgtEl>
                                          <p:spTgt spid="44"/>
                                        </p:tgtEl>
                                      </p:cBhvr>
                                    </p:animEffect>
                                    <p:anim calcmode="lin" valueType="num">
                                      <p:cBhvr>
                                        <p:cTn id="84" dur="1000"/>
                                        <p:tgtEl>
                                          <p:spTgt spid="44"/>
                                        </p:tgtEl>
                                        <p:attrNameLst>
                                          <p:attrName>ppt_x</p:attrName>
                                        </p:attrNameLst>
                                      </p:cBhvr>
                                      <p:tavLst>
                                        <p:tav tm="0">
                                          <p:val>
                                            <p:strVal val="ppt_x"/>
                                          </p:val>
                                        </p:tav>
                                        <p:tav tm="100000">
                                          <p:val>
                                            <p:strVal val="ppt_x"/>
                                          </p:val>
                                        </p:tav>
                                      </p:tavLst>
                                    </p:anim>
                                    <p:anim calcmode="lin" valueType="num">
                                      <p:cBhvr>
                                        <p:cTn id="85" dur="1000"/>
                                        <p:tgtEl>
                                          <p:spTgt spid="44"/>
                                        </p:tgtEl>
                                        <p:attrNameLst>
                                          <p:attrName>ppt_y</p:attrName>
                                        </p:attrNameLst>
                                      </p:cBhvr>
                                      <p:tavLst>
                                        <p:tav tm="0">
                                          <p:val>
                                            <p:strVal val="ppt_y"/>
                                          </p:val>
                                        </p:tav>
                                        <p:tav tm="100000">
                                          <p:val>
                                            <p:strVal val="ppt_y+.1"/>
                                          </p:val>
                                        </p:tav>
                                      </p:tavLst>
                                    </p:anim>
                                    <p:set>
                                      <p:cBhvr>
                                        <p:cTn id="86" dur="1" fill="hold">
                                          <p:stCondLst>
                                            <p:cond delay="999"/>
                                          </p:stCondLst>
                                        </p:cTn>
                                        <p:tgtEl>
                                          <p:spTgt spid="44"/>
                                        </p:tgtEl>
                                        <p:attrNameLst>
                                          <p:attrName>style.visibility</p:attrName>
                                        </p:attrNameLst>
                                      </p:cBhvr>
                                      <p:to>
                                        <p:strVal val="hidden"/>
                                      </p:to>
                                    </p:set>
                                  </p:childTnLst>
                                </p:cTn>
                              </p:par>
                              <p:par>
                                <p:cTn id="87" presetID="42" presetClass="exit" presetSubtype="0" fill="hold" grpId="1" nodeType="withEffect">
                                  <p:stCondLst>
                                    <p:cond delay="0"/>
                                  </p:stCondLst>
                                  <p:childTnLst>
                                    <p:animEffect transition="out" filter="fade">
                                      <p:cBhvr>
                                        <p:cTn id="88" dur="1000"/>
                                        <p:tgtEl>
                                          <p:spTgt spid="46"/>
                                        </p:tgtEl>
                                      </p:cBhvr>
                                    </p:animEffect>
                                    <p:anim calcmode="lin" valueType="num">
                                      <p:cBhvr>
                                        <p:cTn id="89" dur="1000"/>
                                        <p:tgtEl>
                                          <p:spTgt spid="46"/>
                                        </p:tgtEl>
                                        <p:attrNameLst>
                                          <p:attrName>ppt_x</p:attrName>
                                        </p:attrNameLst>
                                      </p:cBhvr>
                                      <p:tavLst>
                                        <p:tav tm="0">
                                          <p:val>
                                            <p:strVal val="ppt_x"/>
                                          </p:val>
                                        </p:tav>
                                        <p:tav tm="100000">
                                          <p:val>
                                            <p:strVal val="ppt_x"/>
                                          </p:val>
                                        </p:tav>
                                      </p:tavLst>
                                    </p:anim>
                                    <p:anim calcmode="lin" valueType="num">
                                      <p:cBhvr>
                                        <p:cTn id="90" dur="1000"/>
                                        <p:tgtEl>
                                          <p:spTgt spid="46"/>
                                        </p:tgtEl>
                                        <p:attrNameLst>
                                          <p:attrName>ppt_y</p:attrName>
                                        </p:attrNameLst>
                                      </p:cBhvr>
                                      <p:tavLst>
                                        <p:tav tm="0">
                                          <p:val>
                                            <p:strVal val="ppt_y"/>
                                          </p:val>
                                        </p:tav>
                                        <p:tav tm="100000">
                                          <p:val>
                                            <p:strVal val="ppt_y+.1"/>
                                          </p:val>
                                        </p:tav>
                                      </p:tavLst>
                                    </p:anim>
                                    <p:set>
                                      <p:cBhvr>
                                        <p:cTn id="91" dur="1" fill="hold">
                                          <p:stCondLst>
                                            <p:cond delay="999"/>
                                          </p:stCondLst>
                                        </p:cTn>
                                        <p:tgtEl>
                                          <p:spTgt spid="46"/>
                                        </p:tgtEl>
                                        <p:attrNameLst>
                                          <p:attrName>style.visibility</p:attrName>
                                        </p:attrNameLst>
                                      </p:cBhvr>
                                      <p:to>
                                        <p:strVal val="hidden"/>
                                      </p:to>
                                    </p:set>
                                  </p:childTnLst>
                                </p:cTn>
                              </p:par>
                              <p:par>
                                <p:cTn id="92" presetID="42" presetClass="exit" presetSubtype="0" fill="hold" grpId="1" nodeType="withEffect">
                                  <p:stCondLst>
                                    <p:cond delay="0"/>
                                  </p:stCondLst>
                                  <p:childTnLst>
                                    <p:animEffect transition="out" filter="fade">
                                      <p:cBhvr>
                                        <p:cTn id="93" dur="1000"/>
                                        <p:tgtEl>
                                          <p:spTgt spid="47"/>
                                        </p:tgtEl>
                                      </p:cBhvr>
                                    </p:animEffect>
                                    <p:anim calcmode="lin" valueType="num">
                                      <p:cBhvr>
                                        <p:cTn id="94" dur="1000"/>
                                        <p:tgtEl>
                                          <p:spTgt spid="47"/>
                                        </p:tgtEl>
                                        <p:attrNameLst>
                                          <p:attrName>ppt_x</p:attrName>
                                        </p:attrNameLst>
                                      </p:cBhvr>
                                      <p:tavLst>
                                        <p:tav tm="0">
                                          <p:val>
                                            <p:strVal val="ppt_x"/>
                                          </p:val>
                                        </p:tav>
                                        <p:tav tm="100000">
                                          <p:val>
                                            <p:strVal val="ppt_x"/>
                                          </p:val>
                                        </p:tav>
                                      </p:tavLst>
                                    </p:anim>
                                    <p:anim calcmode="lin" valueType="num">
                                      <p:cBhvr>
                                        <p:cTn id="95" dur="1000"/>
                                        <p:tgtEl>
                                          <p:spTgt spid="47"/>
                                        </p:tgtEl>
                                        <p:attrNameLst>
                                          <p:attrName>ppt_y</p:attrName>
                                        </p:attrNameLst>
                                      </p:cBhvr>
                                      <p:tavLst>
                                        <p:tav tm="0">
                                          <p:val>
                                            <p:strVal val="ppt_y"/>
                                          </p:val>
                                        </p:tav>
                                        <p:tav tm="100000">
                                          <p:val>
                                            <p:strVal val="ppt_y+.1"/>
                                          </p:val>
                                        </p:tav>
                                      </p:tavLst>
                                    </p:anim>
                                    <p:set>
                                      <p:cBhvr>
                                        <p:cTn id="96" dur="1" fill="hold">
                                          <p:stCondLst>
                                            <p:cond delay="999"/>
                                          </p:stCondLst>
                                        </p:cTn>
                                        <p:tgtEl>
                                          <p:spTgt spid="47"/>
                                        </p:tgtEl>
                                        <p:attrNameLst>
                                          <p:attrName>style.visibility</p:attrName>
                                        </p:attrNameLst>
                                      </p:cBhvr>
                                      <p:to>
                                        <p:strVal val="hidden"/>
                                      </p:to>
                                    </p:set>
                                  </p:childTnLst>
                                </p:cTn>
                              </p:par>
                              <p:par>
                                <p:cTn id="97" presetID="42" presetClass="exit" presetSubtype="0" fill="hold" grpId="1" nodeType="withEffect">
                                  <p:stCondLst>
                                    <p:cond delay="0"/>
                                  </p:stCondLst>
                                  <p:childTnLst>
                                    <p:animEffect transition="out" filter="fade">
                                      <p:cBhvr>
                                        <p:cTn id="98" dur="1000"/>
                                        <p:tgtEl>
                                          <p:spTgt spid="48"/>
                                        </p:tgtEl>
                                      </p:cBhvr>
                                    </p:animEffect>
                                    <p:anim calcmode="lin" valueType="num">
                                      <p:cBhvr>
                                        <p:cTn id="99" dur="1000"/>
                                        <p:tgtEl>
                                          <p:spTgt spid="48"/>
                                        </p:tgtEl>
                                        <p:attrNameLst>
                                          <p:attrName>ppt_x</p:attrName>
                                        </p:attrNameLst>
                                      </p:cBhvr>
                                      <p:tavLst>
                                        <p:tav tm="0">
                                          <p:val>
                                            <p:strVal val="ppt_x"/>
                                          </p:val>
                                        </p:tav>
                                        <p:tav tm="100000">
                                          <p:val>
                                            <p:strVal val="ppt_x"/>
                                          </p:val>
                                        </p:tav>
                                      </p:tavLst>
                                    </p:anim>
                                    <p:anim calcmode="lin" valueType="num">
                                      <p:cBhvr>
                                        <p:cTn id="100" dur="1000"/>
                                        <p:tgtEl>
                                          <p:spTgt spid="48"/>
                                        </p:tgtEl>
                                        <p:attrNameLst>
                                          <p:attrName>ppt_y</p:attrName>
                                        </p:attrNameLst>
                                      </p:cBhvr>
                                      <p:tavLst>
                                        <p:tav tm="0">
                                          <p:val>
                                            <p:strVal val="ppt_y"/>
                                          </p:val>
                                        </p:tav>
                                        <p:tav tm="100000">
                                          <p:val>
                                            <p:strVal val="ppt_y+.1"/>
                                          </p:val>
                                        </p:tav>
                                      </p:tavLst>
                                    </p:anim>
                                    <p:set>
                                      <p:cBhvr>
                                        <p:cTn id="101" dur="1" fill="hold">
                                          <p:stCondLst>
                                            <p:cond delay="999"/>
                                          </p:stCondLst>
                                        </p:cTn>
                                        <p:tgtEl>
                                          <p:spTgt spid="48"/>
                                        </p:tgtEl>
                                        <p:attrNameLst>
                                          <p:attrName>style.visibility</p:attrName>
                                        </p:attrNameLst>
                                      </p:cBhvr>
                                      <p:to>
                                        <p:strVal val="hidden"/>
                                      </p:to>
                                    </p:set>
                                  </p:childTnLst>
                                </p:cTn>
                              </p:par>
                              <p:par>
                                <p:cTn id="102" presetID="42" presetClass="exit" presetSubtype="0" fill="hold" grpId="1" nodeType="withEffect">
                                  <p:stCondLst>
                                    <p:cond delay="0"/>
                                  </p:stCondLst>
                                  <p:childTnLst>
                                    <p:animEffect transition="out" filter="fade">
                                      <p:cBhvr>
                                        <p:cTn id="103" dur="1000"/>
                                        <p:tgtEl>
                                          <p:spTgt spid="50"/>
                                        </p:tgtEl>
                                      </p:cBhvr>
                                    </p:animEffect>
                                    <p:anim calcmode="lin" valueType="num">
                                      <p:cBhvr>
                                        <p:cTn id="104" dur="1000"/>
                                        <p:tgtEl>
                                          <p:spTgt spid="50"/>
                                        </p:tgtEl>
                                        <p:attrNameLst>
                                          <p:attrName>ppt_x</p:attrName>
                                        </p:attrNameLst>
                                      </p:cBhvr>
                                      <p:tavLst>
                                        <p:tav tm="0">
                                          <p:val>
                                            <p:strVal val="ppt_x"/>
                                          </p:val>
                                        </p:tav>
                                        <p:tav tm="100000">
                                          <p:val>
                                            <p:strVal val="ppt_x"/>
                                          </p:val>
                                        </p:tav>
                                      </p:tavLst>
                                    </p:anim>
                                    <p:anim calcmode="lin" valueType="num">
                                      <p:cBhvr>
                                        <p:cTn id="105" dur="1000"/>
                                        <p:tgtEl>
                                          <p:spTgt spid="50"/>
                                        </p:tgtEl>
                                        <p:attrNameLst>
                                          <p:attrName>ppt_y</p:attrName>
                                        </p:attrNameLst>
                                      </p:cBhvr>
                                      <p:tavLst>
                                        <p:tav tm="0">
                                          <p:val>
                                            <p:strVal val="ppt_y"/>
                                          </p:val>
                                        </p:tav>
                                        <p:tav tm="100000">
                                          <p:val>
                                            <p:strVal val="ppt_y+.1"/>
                                          </p:val>
                                        </p:tav>
                                      </p:tavLst>
                                    </p:anim>
                                    <p:set>
                                      <p:cBhvr>
                                        <p:cTn id="106" dur="1" fill="hold">
                                          <p:stCondLst>
                                            <p:cond delay="999"/>
                                          </p:stCondLst>
                                        </p:cTn>
                                        <p:tgtEl>
                                          <p:spTgt spid="50"/>
                                        </p:tgtEl>
                                        <p:attrNameLst>
                                          <p:attrName>style.visibility</p:attrName>
                                        </p:attrNameLst>
                                      </p:cBhvr>
                                      <p:to>
                                        <p:strVal val="hidden"/>
                                      </p:to>
                                    </p:set>
                                  </p:childTnLst>
                                </p:cTn>
                              </p:par>
                              <p:par>
                                <p:cTn id="107" presetID="42" presetClass="exit" presetSubtype="0" fill="hold" grpId="1" nodeType="withEffect">
                                  <p:stCondLst>
                                    <p:cond delay="0"/>
                                  </p:stCondLst>
                                  <p:childTnLst>
                                    <p:animEffect transition="out" filter="fade">
                                      <p:cBhvr>
                                        <p:cTn id="108" dur="1000"/>
                                        <p:tgtEl>
                                          <p:spTgt spid="51"/>
                                        </p:tgtEl>
                                      </p:cBhvr>
                                    </p:animEffect>
                                    <p:anim calcmode="lin" valueType="num">
                                      <p:cBhvr>
                                        <p:cTn id="109" dur="1000"/>
                                        <p:tgtEl>
                                          <p:spTgt spid="51"/>
                                        </p:tgtEl>
                                        <p:attrNameLst>
                                          <p:attrName>ppt_x</p:attrName>
                                        </p:attrNameLst>
                                      </p:cBhvr>
                                      <p:tavLst>
                                        <p:tav tm="0">
                                          <p:val>
                                            <p:strVal val="ppt_x"/>
                                          </p:val>
                                        </p:tav>
                                        <p:tav tm="100000">
                                          <p:val>
                                            <p:strVal val="ppt_x"/>
                                          </p:val>
                                        </p:tav>
                                      </p:tavLst>
                                    </p:anim>
                                    <p:anim calcmode="lin" valueType="num">
                                      <p:cBhvr>
                                        <p:cTn id="110" dur="1000"/>
                                        <p:tgtEl>
                                          <p:spTgt spid="51"/>
                                        </p:tgtEl>
                                        <p:attrNameLst>
                                          <p:attrName>ppt_y</p:attrName>
                                        </p:attrNameLst>
                                      </p:cBhvr>
                                      <p:tavLst>
                                        <p:tav tm="0">
                                          <p:val>
                                            <p:strVal val="ppt_y"/>
                                          </p:val>
                                        </p:tav>
                                        <p:tav tm="100000">
                                          <p:val>
                                            <p:strVal val="ppt_y+.1"/>
                                          </p:val>
                                        </p:tav>
                                      </p:tavLst>
                                    </p:anim>
                                    <p:set>
                                      <p:cBhvr>
                                        <p:cTn id="111" dur="1" fill="hold">
                                          <p:stCondLst>
                                            <p:cond delay="999"/>
                                          </p:stCondLst>
                                        </p:cTn>
                                        <p:tgtEl>
                                          <p:spTgt spid="51"/>
                                        </p:tgtEl>
                                        <p:attrNameLst>
                                          <p:attrName>style.visibility</p:attrName>
                                        </p:attrNameLst>
                                      </p:cBhvr>
                                      <p:to>
                                        <p:strVal val="hidden"/>
                                      </p:to>
                                    </p:set>
                                  </p:childTnLst>
                                </p:cTn>
                              </p:par>
                              <p:par>
                                <p:cTn id="112" presetID="42" presetClass="exit" presetSubtype="0" fill="hold" nodeType="withEffect">
                                  <p:stCondLst>
                                    <p:cond delay="0"/>
                                  </p:stCondLst>
                                  <p:childTnLst>
                                    <p:animEffect transition="out" filter="fade">
                                      <p:cBhvr>
                                        <p:cTn id="113" dur="1000"/>
                                        <p:tgtEl>
                                          <p:spTgt spid="54"/>
                                        </p:tgtEl>
                                      </p:cBhvr>
                                    </p:animEffect>
                                    <p:anim calcmode="lin" valueType="num">
                                      <p:cBhvr>
                                        <p:cTn id="114" dur="1000"/>
                                        <p:tgtEl>
                                          <p:spTgt spid="54"/>
                                        </p:tgtEl>
                                        <p:attrNameLst>
                                          <p:attrName>ppt_x</p:attrName>
                                        </p:attrNameLst>
                                      </p:cBhvr>
                                      <p:tavLst>
                                        <p:tav tm="0">
                                          <p:val>
                                            <p:strVal val="ppt_x"/>
                                          </p:val>
                                        </p:tav>
                                        <p:tav tm="100000">
                                          <p:val>
                                            <p:strVal val="ppt_x"/>
                                          </p:val>
                                        </p:tav>
                                      </p:tavLst>
                                    </p:anim>
                                    <p:anim calcmode="lin" valueType="num">
                                      <p:cBhvr>
                                        <p:cTn id="115" dur="1000"/>
                                        <p:tgtEl>
                                          <p:spTgt spid="54"/>
                                        </p:tgtEl>
                                        <p:attrNameLst>
                                          <p:attrName>ppt_y</p:attrName>
                                        </p:attrNameLst>
                                      </p:cBhvr>
                                      <p:tavLst>
                                        <p:tav tm="0">
                                          <p:val>
                                            <p:strVal val="ppt_y"/>
                                          </p:val>
                                        </p:tav>
                                        <p:tav tm="100000">
                                          <p:val>
                                            <p:strVal val="ppt_y+.1"/>
                                          </p:val>
                                        </p:tav>
                                      </p:tavLst>
                                    </p:anim>
                                    <p:set>
                                      <p:cBhvr>
                                        <p:cTn id="116" dur="1" fill="hold">
                                          <p:stCondLst>
                                            <p:cond delay="999"/>
                                          </p:stCondLst>
                                        </p:cTn>
                                        <p:tgtEl>
                                          <p:spTgt spid="54"/>
                                        </p:tgtEl>
                                        <p:attrNameLst>
                                          <p:attrName>style.visibility</p:attrName>
                                        </p:attrNameLst>
                                      </p:cBhvr>
                                      <p:to>
                                        <p:strVal val="hidden"/>
                                      </p:to>
                                    </p:set>
                                  </p:childTnLst>
                                </p:cTn>
                              </p:par>
                              <p:par>
                                <p:cTn id="117" presetID="42" presetClass="exit" presetSubtype="0" fill="hold" grpId="1" nodeType="withEffect">
                                  <p:stCondLst>
                                    <p:cond delay="0"/>
                                  </p:stCondLst>
                                  <p:childTnLst>
                                    <p:animEffect transition="out" filter="fade">
                                      <p:cBhvr>
                                        <p:cTn id="118" dur="1000"/>
                                        <p:tgtEl>
                                          <p:spTgt spid="55"/>
                                        </p:tgtEl>
                                      </p:cBhvr>
                                    </p:animEffect>
                                    <p:anim calcmode="lin" valueType="num">
                                      <p:cBhvr>
                                        <p:cTn id="119" dur="1000"/>
                                        <p:tgtEl>
                                          <p:spTgt spid="55"/>
                                        </p:tgtEl>
                                        <p:attrNameLst>
                                          <p:attrName>ppt_x</p:attrName>
                                        </p:attrNameLst>
                                      </p:cBhvr>
                                      <p:tavLst>
                                        <p:tav tm="0">
                                          <p:val>
                                            <p:strVal val="ppt_x"/>
                                          </p:val>
                                        </p:tav>
                                        <p:tav tm="100000">
                                          <p:val>
                                            <p:strVal val="ppt_x"/>
                                          </p:val>
                                        </p:tav>
                                      </p:tavLst>
                                    </p:anim>
                                    <p:anim calcmode="lin" valueType="num">
                                      <p:cBhvr>
                                        <p:cTn id="120" dur="1000"/>
                                        <p:tgtEl>
                                          <p:spTgt spid="55"/>
                                        </p:tgtEl>
                                        <p:attrNameLst>
                                          <p:attrName>ppt_y</p:attrName>
                                        </p:attrNameLst>
                                      </p:cBhvr>
                                      <p:tavLst>
                                        <p:tav tm="0">
                                          <p:val>
                                            <p:strVal val="ppt_y"/>
                                          </p:val>
                                        </p:tav>
                                        <p:tav tm="100000">
                                          <p:val>
                                            <p:strVal val="ppt_y+.1"/>
                                          </p:val>
                                        </p:tav>
                                      </p:tavLst>
                                    </p:anim>
                                    <p:set>
                                      <p:cBhvr>
                                        <p:cTn id="121" dur="1" fill="hold">
                                          <p:stCondLst>
                                            <p:cond delay="999"/>
                                          </p:stCondLst>
                                        </p:cTn>
                                        <p:tgtEl>
                                          <p:spTgt spid="55"/>
                                        </p:tgtEl>
                                        <p:attrNameLst>
                                          <p:attrName>style.visibility</p:attrName>
                                        </p:attrNameLst>
                                      </p:cBhvr>
                                      <p:to>
                                        <p:strVal val="hidden"/>
                                      </p:to>
                                    </p:set>
                                  </p:childTnLst>
                                </p:cTn>
                              </p:par>
                            </p:childTnLst>
                          </p:cTn>
                        </p:par>
                      </p:childTnLst>
                    </p:cTn>
                  </p:par>
                  <p:par>
                    <p:cTn id="122" fill="hold">
                      <p:stCondLst>
                        <p:cond delay="indefinite"/>
                      </p:stCondLst>
                      <p:childTnLst>
                        <p:par>
                          <p:cTn id="123" fill="hold">
                            <p:stCondLst>
                              <p:cond delay="0"/>
                            </p:stCondLst>
                            <p:childTnLst>
                              <p:par>
                                <p:cTn id="124" presetID="19" presetClass="emph" presetSubtype="0" fill="hold" nodeType="clickEffect">
                                  <p:stCondLst>
                                    <p:cond delay="0"/>
                                  </p:stCondLst>
                                  <p:childTnLst>
                                    <p:animClr clrSpc="rgb" dir="cw">
                                      <p:cBhvr override="childStyle">
                                        <p:cTn id="125" dur="500" fill="hold"/>
                                        <p:tgtEl>
                                          <p:spTgt spid="38"/>
                                        </p:tgtEl>
                                        <p:attrNameLst>
                                          <p:attrName>style.color</p:attrName>
                                        </p:attrNameLst>
                                      </p:cBhvr>
                                      <p:to>
                                        <a:schemeClr val="accent2"/>
                                      </p:to>
                                    </p:animClr>
                                    <p:animClr clrSpc="rgb" dir="cw">
                                      <p:cBhvr>
                                        <p:cTn id="126" dur="500" fill="hold"/>
                                        <p:tgtEl>
                                          <p:spTgt spid="38"/>
                                        </p:tgtEl>
                                        <p:attrNameLst>
                                          <p:attrName>fillcolor</p:attrName>
                                        </p:attrNameLst>
                                      </p:cBhvr>
                                      <p:to>
                                        <a:schemeClr val="accent2"/>
                                      </p:to>
                                    </p:animClr>
                                    <p:set>
                                      <p:cBhvr>
                                        <p:cTn id="127" dur="500" fill="hold"/>
                                        <p:tgtEl>
                                          <p:spTgt spid="38"/>
                                        </p:tgtEl>
                                        <p:attrNameLst>
                                          <p:attrName>fill.type</p:attrName>
                                        </p:attrNameLst>
                                      </p:cBhvr>
                                      <p:to>
                                        <p:strVal val="solid"/>
                                      </p:to>
                                    </p:set>
                                    <p:set>
                                      <p:cBhvr>
                                        <p:cTn id="128" dur="500" fill="hold"/>
                                        <p:tgtEl>
                                          <p:spTgt spid="38"/>
                                        </p:tgtEl>
                                        <p:attrNameLst>
                                          <p:attrName>fill.on</p:attrName>
                                        </p:attrNameLst>
                                      </p:cBhvr>
                                      <p:to>
                                        <p:strVal val="true"/>
                                      </p:to>
                                    </p:set>
                                  </p:childTnLst>
                                  <p:subTnLst>
                                    <p:animClr clrSpc="rgb" dir="cw">
                                      <p:cBhvr override="childStyle">
                                        <p:cTn dur="1" fill="hold" display="0" masterRel="nextClick" afterEffect="1"/>
                                        <p:tgtEl>
                                          <p:spTgt spid="38"/>
                                        </p:tgtEl>
                                        <p:attrNameLst>
                                          <p:attrName>ppt_c</p:attrName>
                                        </p:attrNameLst>
                                      </p:cBhvr>
                                      <p:to>
                                        <a:schemeClr val="accent2"/>
                                      </p:to>
                                    </p:animClr>
                                  </p:subTnLst>
                                </p:cTn>
                              </p:par>
                              <p:par>
                                <p:cTn id="129" presetID="19" presetClass="emph" presetSubtype="0" fill="hold" nodeType="withEffect">
                                  <p:stCondLst>
                                    <p:cond delay="0"/>
                                  </p:stCondLst>
                                  <p:childTnLst>
                                    <p:animClr clrSpc="rgb" dir="cw">
                                      <p:cBhvr override="childStyle">
                                        <p:cTn id="130" dur="500" fill="hold"/>
                                        <p:tgtEl>
                                          <p:spTgt spid="52"/>
                                        </p:tgtEl>
                                        <p:attrNameLst>
                                          <p:attrName>style.color</p:attrName>
                                        </p:attrNameLst>
                                      </p:cBhvr>
                                      <p:to>
                                        <a:schemeClr val="accent2"/>
                                      </p:to>
                                    </p:animClr>
                                    <p:animClr clrSpc="rgb" dir="cw">
                                      <p:cBhvr>
                                        <p:cTn id="131" dur="500" fill="hold"/>
                                        <p:tgtEl>
                                          <p:spTgt spid="52"/>
                                        </p:tgtEl>
                                        <p:attrNameLst>
                                          <p:attrName>fillcolor</p:attrName>
                                        </p:attrNameLst>
                                      </p:cBhvr>
                                      <p:to>
                                        <a:schemeClr val="accent2"/>
                                      </p:to>
                                    </p:animClr>
                                    <p:set>
                                      <p:cBhvr>
                                        <p:cTn id="132" dur="500" fill="hold"/>
                                        <p:tgtEl>
                                          <p:spTgt spid="52"/>
                                        </p:tgtEl>
                                        <p:attrNameLst>
                                          <p:attrName>fill.type</p:attrName>
                                        </p:attrNameLst>
                                      </p:cBhvr>
                                      <p:to>
                                        <p:strVal val="solid"/>
                                      </p:to>
                                    </p:set>
                                    <p:set>
                                      <p:cBhvr>
                                        <p:cTn id="133" dur="500" fill="hold"/>
                                        <p:tgtEl>
                                          <p:spTgt spid="52"/>
                                        </p:tgtEl>
                                        <p:attrNameLst>
                                          <p:attrName>fill.on</p:attrName>
                                        </p:attrNameLst>
                                      </p:cBhvr>
                                      <p:to>
                                        <p:strVal val="true"/>
                                      </p:to>
                                    </p:set>
                                  </p:childTnLst>
                                  <p:subTnLst>
                                    <p:animClr clrSpc="rgb" dir="cw">
                                      <p:cBhvr override="childStyle">
                                        <p:cTn dur="1" fill="hold" display="0" masterRel="nextClick" afterEffect="1"/>
                                        <p:tgtEl>
                                          <p:spTgt spid="52"/>
                                        </p:tgtEl>
                                        <p:attrNameLst>
                                          <p:attrName>ppt_c</p:attrName>
                                        </p:attrNameLst>
                                      </p:cBhvr>
                                      <p:to>
                                        <a:schemeClr val="accent2"/>
                                      </p:to>
                                    </p:animClr>
                                  </p:sub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33" grpId="0" animBg="1"/>
      <p:bldP spid="34" grpId="0" animBg="1"/>
      <p:bldP spid="36" grpId="0" animBg="1"/>
      <p:bldP spid="40" grpId="0" animBg="1"/>
      <p:bldP spid="41" grpId="0" animBg="1"/>
      <p:bldP spid="46" grpId="0"/>
      <p:bldP spid="46" grpId="1"/>
      <p:bldP spid="47" grpId="0"/>
      <p:bldP spid="47" grpId="1"/>
      <p:bldP spid="48" grpId="0"/>
      <p:bldP spid="48" grpId="1"/>
      <p:bldP spid="49" grpId="0"/>
      <p:bldP spid="50" grpId="0"/>
      <p:bldP spid="50" grpId="1"/>
      <p:bldP spid="51" grpId="0"/>
      <p:bldP spid="51" grpId="1"/>
      <p:bldP spid="53" grpId="0" animBg="1"/>
      <p:bldP spid="55" grpId="0"/>
      <p:bldP spid="55" grpId="1"/>
      <p:bldP spid="56" grpId="0"/>
      <p:bldP spid="5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2(Cont.)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 matching of the following graphs.</a:t>
            </a:r>
          </a:p>
          <a:p>
            <a:endParaRPr lang="en-US" sz="2800" dirty="0">
              <a:solidFill>
                <a:schemeClr val="bg1"/>
              </a:solidFill>
            </a:endParaRPr>
          </a:p>
        </p:txBody>
      </p:sp>
      <mc:AlternateContent xmlns:mc="http://schemas.openxmlformats.org/markup-compatibility/2006" xmlns:a14="http://schemas.microsoft.com/office/drawing/2010/main">
        <mc:Choice Requires="a14">
          <p:sp>
            <p:nvSpPr>
              <p:cNvPr id="58" name="TextBox 57"/>
              <p:cNvSpPr txBox="1"/>
              <p:nvPr/>
            </p:nvSpPr>
            <p:spPr>
              <a:xfrm>
                <a:off x="1371000" y="5563053"/>
                <a:ext cx="248865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1</m:t>
                          </m:r>
                        </m:sub>
                      </m:sSub>
                      <m:r>
                        <a:rPr lang="en-US" sz="2800" b="0" i="0" dirty="0" smtClean="0">
                          <a:solidFill>
                            <a:srgbClr val="002060"/>
                          </a:solidFill>
                          <a:latin typeface="Cambria Math" panose="02040503050406030204" pitchFamily="18" charset="0"/>
                        </a:rPr>
                        <m:t>=</m:t>
                      </m:r>
                      <m:d>
                        <m:dPr>
                          <m:begChr m:val="{"/>
                          <m:endChr m:val="}"/>
                          <m:ctrlPr>
                            <a:rPr lang="en-US" sz="2800" b="0" i="1" dirty="0" smtClean="0">
                              <a:solidFill>
                                <a:srgbClr val="002060"/>
                              </a:solidFill>
                              <a:latin typeface="Cambria Math" panose="02040503050406030204" pitchFamily="18" charset="0"/>
                            </a:rPr>
                          </m:ctrlPr>
                        </m:dPr>
                        <m:e>
                          <m:r>
                            <m:rPr>
                              <m:sty m:val="p"/>
                            </m:rPr>
                            <a:rPr lang="en-US" sz="2800" b="0" i="0" dirty="0" smtClean="0">
                              <a:solidFill>
                                <a:srgbClr val="002060"/>
                              </a:solidFill>
                              <a:latin typeface="Cambria Math" panose="02040503050406030204" pitchFamily="18" charset="0"/>
                            </a:rPr>
                            <m:t>f</m:t>
                          </m:r>
                          <m:r>
                            <a:rPr lang="en-US" sz="2800" b="0" i="0" dirty="0" smtClean="0">
                              <a:solidFill>
                                <a:srgbClr val="002060"/>
                              </a:solidFill>
                              <a:latin typeface="Cambria Math" panose="02040503050406030204" pitchFamily="18" charset="0"/>
                            </a:rPr>
                            <m:t>,</m:t>
                          </m:r>
                          <m:r>
                            <m:rPr>
                              <m:sty m:val="p"/>
                            </m:rPr>
                            <a:rPr lang="en-US" sz="2800" b="0" i="0" dirty="0" smtClean="0">
                              <a:solidFill>
                                <a:srgbClr val="002060"/>
                              </a:solidFill>
                              <a:latin typeface="Cambria Math" panose="02040503050406030204" pitchFamily="18" charset="0"/>
                            </a:rPr>
                            <m:t>b</m:t>
                          </m:r>
                        </m:e>
                      </m:d>
                    </m:oMath>
                  </m:oMathPara>
                </a14:m>
                <a:endParaRPr lang="en-US" sz="2800" b="0" dirty="0">
                  <a:solidFill>
                    <a:srgbClr val="002060"/>
                  </a:solidFill>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1371000" y="5563053"/>
                <a:ext cx="2488652" cy="523220"/>
              </a:xfrm>
              <a:prstGeom prst="rect">
                <a:avLst/>
              </a:prstGeom>
              <a:blipFill rotWithShape="0">
                <a:blip r:embed="rId2"/>
                <a:stretch>
                  <a:fillRect/>
                </a:stretch>
              </a:blipFill>
            </p:spPr>
            <p:txBody>
              <a:bodyPr/>
              <a:lstStyle/>
              <a:p>
                <a:r>
                  <a:rPr lang="en-US">
                    <a:noFill/>
                  </a:rPr>
                  <a:t> </a:t>
                </a:r>
              </a:p>
            </p:txBody>
          </p:sp>
        </mc:Fallback>
      </mc:AlternateContent>
      <p:sp>
        <p:nvSpPr>
          <p:cNvPr id="57" name="Oval 56">
            <a:extLst>
              <a:ext uri="{FF2B5EF4-FFF2-40B4-BE49-F238E27FC236}">
                <a16:creationId xmlns:a16="http://schemas.microsoft.com/office/drawing/2014/main" id="{BDD11F87-DA81-9510-C1CB-0AF4093562CB}"/>
              </a:ext>
            </a:extLst>
          </p:cNvPr>
          <p:cNvSpPr/>
          <p:nvPr/>
        </p:nvSpPr>
        <p:spPr>
          <a:xfrm rot="5400000">
            <a:off x="7202433" y="290339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9" name="Oval 58">
            <a:extLst>
              <a:ext uri="{FF2B5EF4-FFF2-40B4-BE49-F238E27FC236}">
                <a16:creationId xmlns:a16="http://schemas.microsoft.com/office/drawing/2014/main" id="{BDD11F87-DA81-9510-C1CB-0AF4093562CB}"/>
              </a:ext>
            </a:extLst>
          </p:cNvPr>
          <p:cNvSpPr/>
          <p:nvPr/>
        </p:nvSpPr>
        <p:spPr>
          <a:xfrm rot="5400000">
            <a:off x="9362665" y="29104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0" name="Oval 59">
            <a:extLst>
              <a:ext uri="{FF2B5EF4-FFF2-40B4-BE49-F238E27FC236}">
                <a16:creationId xmlns:a16="http://schemas.microsoft.com/office/drawing/2014/main" id="{BDD11F87-DA81-9510-C1CB-0AF4093562CB}"/>
              </a:ext>
            </a:extLst>
          </p:cNvPr>
          <p:cNvSpPr/>
          <p:nvPr/>
        </p:nvSpPr>
        <p:spPr>
          <a:xfrm rot="5400000">
            <a:off x="7202433" y="50484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1" name="Oval 60">
            <a:extLst>
              <a:ext uri="{FF2B5EF4-FFF2-40B4-BE49-F238E27FC236}">
                <a16:creationId xmlns:a16="http://schemas.microsoft.com/office/drawing/2014/main" id="{BDD11F87-DA81-9510-C1CB-0AF4093562CB}"/>
              </a:ext>
            </a:extLst>
          </p:cNvPr>
          <p:cNvSpPr/>
          <p:nvPr/>
        </p:nvSpPr>
        <p:spPr>
          <a:xfrm rot="5400000">
            <a:off x="9362665" y="50555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2" name="Oval 61">
            <a:extLst>
              <a:ext uri="{FF2B5EF4-FFF2-40B4-BE49-F238E27FC236}">
                <a16:creationId xmlns:a16="http://schemas.microsoft.com/office/drawing/2014/main" id="{BDD11F87-DA81-9510-C1CB-0AF4093562CB}"/>
              </a:ext>
            </a:extLst>
          </p:cNvPr>
          <p:cNvSpPr/>
          <p:nvPr/>
        </p:nvSpPr>
        <p:spPr>
          <a:xfrm rot="5400000">
            <a:off x="8354553" y="39580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3" name="Straight Connector 62">
            <a:extLst>
              <a:ext uri="{FF2B5EF4-FFF2-40B4-BE49-F238E27FC236}">
                <a16:creationId xmlns:a16="http://schemas.microsoft.com/office/drawing/2014/main" id="{6205DD86-315C-53B6-CEEF-A9919650168E}"/>
              </a:ext>
            </a:extLst>
          </p:cNvPr>
          <p:cNvCxnSpPr>
            <a:cxnSpLocks/>
            <a:stCxn id="62" idx="3"/>
            <a:endCxn id="57" idx="7"/>
          </p:cNvCxnSpPr>
          <p:nvPr/>
        </p:nvCxnSpPr>
        <p:spPr>
          <a:xfrm flipH="1" flipV="1">
            <a:off x="7325345" y="3026306"/>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62" idx="5"/>
            <a:endCxn id="60" idx="1"/>
          </p:cNvCxnSpPr>
          <p:nvPr/>
        </p:nvCxnSpPr>
        <p:spPr>
          <a:xfrm flipH="1">
            <a:off x="7325345" y="4080970"/>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60" idx="2"/>
            <a:endCxn id="57" idx="6"/>
          </p:cNvCxnSpPr>
          <p:nvPr/>
        </p:nvCxnSpPr>
        <p:spPr>
          <a:xfrm flipV="1">
            <a:off x="7274433" y="3047394"/>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61" idx="2"/>
            <a:endCxn id="59" idx="6"/>
          </p:cNvCxnSpPr>
          <p:nvPr/>
        </p:nvCxnSpPr>
        <p:spPr>
          <a:xfrm flipV="1">
            <a:off x="9434665" y="3054451"/>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a:extLst>
              <a:ext uri="{FF2B5EF4-FFF2-40B4-BE49-F238E27FC236}">
                <a16:creationId xmlns:a16="http://schemas.microsoft.com/office/drawing/2014/main" id="{6205DD86-315C-53B6-CEEF-A9919650168E}"/>
              </a:ext>
            </a:extLst>
          </p:cNvPr>
          <p:cNvCxnSpPr>
            <a:cxnSpLocks/>
            <a:stCxn id="57" idx="0"/>
            <a:endCxn id="59" idx="4"/>
          </p:cNvCxnSpPr>
          <p:nvPr/>
        </p:nvCxnSpPr>
        <p:spPr>
          <a:xfrm>
            <a:off x="7346433" y="2975394"/>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stCxn id="60" idx="0"/>
            <a:endCxn id="61" idx="4"/>
          </p:cNvCxnSpPr>
          <p:nvPr/>
        </p:nvCxnSpPr>
        <p:spPr>
          <a:xfrm>
            <a:off x="7346433" y="5120495"/>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9" name="Oval 68">
            <a:extLst>
              <a:ext uri="{FF2B5EF4-FFF2-40B4-BE49-F238E27FC236}">
                <a16:creationId xmlns:a16="http://schemas.microsoft.com/office/drawing/2014/main" id="{BDD11F87-DA81-9510-C1CB-0AF4093562CB}"/>
              </a:ext>
            </a:extLst>
          </p:cNvPr>
          <p:cNvSpPr/>
          <p:nvPr/>
        </p:nvSpPr>
        <p:spPr>
          <a:xfrm rot="5400000">
            <a:off x="10370769" y="19000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0" name="Straight Connector 69">
            <a:extLst>
              <a:ext uri="{FF2B5EF4-FFF2-40B4-BE49-F238E27FC236}">
                <a16:creationId xmlns:a16="http://schemas.microsoft.com/office/drawing/2014/main" id="{6205DD86-315C-53B6-CEEF-A9919650168E}"/>
              </a:ext>
            </a:extLst>
          </p:cNvPr>
          <p:cNvCxnSpPr>
            <a:cxnSpLocks/>
            <a:stCxn id="69" idx="5"/>
            <a:endCxn id="59" idx="1"/>
          </p:cNvCxnSpPr>
          <p:nvPr/>
        </p:nvCxnSpPr>
        <p:spPr>
          <a:xfrm flipH="1">
            <a:off x="9485577" y="2022928"/>
            <a:ext cx="906280" cy="9086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Straight Connector 70">
            <a:extLst>
              <a:ext uri="{FF2B5EF4-FFF2-40B4-BE49-F238E27FC236}">
                <a16:creationId xmlns:a16="http://schemas.microsoft.com/office/drawing/2014/main" id="{6205DD86-315C-53B6-CEEF-A9919650168E}"/>
              </a:ext>
            </a:extLst>
          </p:cNvPr>
          <p:cNvCxnSpPr>
            <a:cxnSpLocks/>
            <a:stCxn id="61" idx="1"/>
            <a:endCxn id="69" idx="5"/>
          </p:cNvCxnSpPr>
          <p:nvPr/>
        </p:nvCxnSpPr>
        <p:spPr>
          <a:xfrm flipV="1">
            <a:off x="9485577" y="2022928"/>
            <a:ext cx="906280" cy="30537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2" name="TextBox 71"/>
          <p:cNvSpPr txBox="1"/>
          <p:nvPr/>
        </p:nvSpPr>
        <p:spPr>
          <a:xfrm>
            <a:off x="9921296" y="3566617"/>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73" name="TextBox 72"/>
          <p:cNvSpPr txBox="1"/>
          <p:nvPr/>
        </p:nvSpPr>
        <p:spPr>
          <a:xfrm>
            <a:off x="8008796" y="4333291"/>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74" name="TextBox 73"/>
          <p:cNvSpPr txBox="1"/>
          <p:nvPr/>
        </p:nvSpPr>
        <p:spPr>
          <a:xfrm>
            <a:off x="7871624" y="3105363"/>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75" name="TextBox 74"/>
          <p:cNvSpPr txBox="1"/>
          <p:nvPr/>
        </p:nvSpPr>
        <p:spPr>
          <a:xfrm>
            <a:off x="8266765" y="2424620"/>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76" name="TextBox 75"/>
          <p:cNvSpPr txBox="1"/>
          <p:nvPr/>
        </p:nvSpPr>
        <p:spPr>
          <a:xfrm>
            <a:off x="6899469" y="381936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77" name="TextBox 76"/>
          <p:cNvSpPr txBox="1"/>
          <p:nvPr/>
        </p:nvSpPr>
        <p:spPr>
          <a:xfrm>
            <a:off x="8565245" y="463777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78" name="TextBox 77"/>
          <p:cNvSpPr txBox="1"/>
          <p:nvPr/>
        </p:nvSpPr>
        <p:spPr>
          <a:xfrm>
            <a:off x="9031255" y="355419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79" name="TextBox 78"/>
          <p:cNvSpPr txBox="1"/>
          <p:nvPr/>
        </p:nvSpPr>
        <p:spPr>
          <a:xfrm>
            <a:off x="9581598" y="2056594"/>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mc:AlternateContent xmlns:mc="http://schemas.openxmlformats.org/markup-compatibility/2006" xmlns:a14="http://schemas.microsoft.com/office/drawing/2010/main">
        <mc:Choice Requires="a14">
          <p:sp>
            <p:nvSpPr>
              <p:cNvPr id="80" name="TextBox 79"/>
              <p:cNvSpPr txBox="1"/>
              <p:nvPr/>
            </p:nvSpPr>
            <p:spPr>
              <a:xfrm>
                <a:off x="8238649" y="5563053"/>
                <a:ext cx="65319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G</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8238649" y="5563053"/>
                <a:ext cx="653191" cy="523220"/>
              </a:xfrm>
              <a:prstGeom prst="rect">
                <a:avLst/>
              </a:prstGeom>
              <a:blipFill rotWithShape="0">
                <a:blip r:embed="rId3"/>
                <a:stretch>
                  <a:fillRect/>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BDD11F87-DA81-9510-C1CB-0AF4093562CB}"/>
              </a:ext>
            </a:extLst>
          </p:cNvPr>
          <p:cNvSpPr/>
          <p:nvPr/>
        </p:nvSpPr>
        <p:spPr>
          <a:xfrm rot="5400000">
            <a:off x="1576761" y="29202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3736993" y="29272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1576761" y="50653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BDD11F87-DA81-9510-C1CB-0AF4093562CB}"/>
              </a:ext>
            </a:extLst>
          </p:cNvPr>
          <p:cNvSpPr/>
          <p:nvPr/>
        </p:nvSpPr>
        <p:spPr>
          <a:xfrm rot="5400000">
            <a:off x="3736993" y="507238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Oval 33">
            <a:extLst>
              <a:ext uri="{FF2B5EF4-FFF2-40B4-BE49-F238E27FC236}">
                <a16:creationId xmlns:a16="http://schemas.microsoft.com/office/drawing/2014/main" id="{BDD11F87-DA81-9510-C1CB-0AF4093562CB}"/>
              </a:ext>
            </a:extLst>
          </p:cNvPr>
          <p:cNvSpPr/>
          <p:nvPr/>
        </p:nvSpPr>
        <p:spPr>
          <a:xfrm rot="5400000">
            <a:off x="2728881" y="397489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6" name="Straight Connector 35">
            <a:extLst>
              <a:ext uri="{FF2B5EF4-FFF2-40B4-BE49-F238E27FC236}">
                <a16:creationId xmlns:a16="http://schemas.microsoft.com/office/drawing/2014/main" id="{6205DD86-315C-53B6-CEEF-A9919650168E}"/>
              </a:ext>
            </a:extLst>
          </p:cNvPr>
          <p:cNvCxnSpPr>
            <a:cxnSpLocks/>
            <a:stCxn id="34" idx="3"/>
            <a:endCxn id="29" idx="7"/>
          </p:cNvCxnSpPr>
          <p:nvPr/>
        </p:nvCxnSpPr>
        <p:spPr>
          <a:xfrm flipH="1" flipV="1">
            <a:off x="1699673" y="3043139"/>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6205DD86-315C-53B6-CEEF-A9919650168E}"/>
              </a:ext>
            </a:extLst>
          </p:cNvPr>
          <p:cNvCxnSpPr>
            <a:cxnSpLocks/>
            <a:stCxn id="34" idx="5"/>
            <a:endCxn id="31" idx="1"/>
          </p:cNvCxnSpPr>
          <p:nvPr/>
        </p:nvCxnSpPr>
        <p:spPr>
          <a:xfrm flipH="1">
            <a:off x="1699673" y="4097803"/>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stCxn id="31" idx="2"/>
            <a:endCxn id="29" idx="6"/>
          </p:cNvCxnSpPr>
          <p:nvPr/>
        </p:nvCxnSpPr>
        <p:spPr>
          <a:xfrm flipV="1">
            <a:off x="1648761" y="3064227"/>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33" idx="2"/>
            <a:endCxn id="30" idx="6"/>
          </p:cNvCxnSpPr>
          <p:nvPr/>
        </p:nvCxnSpPr>
        <p:spPr>
          <a:xfrm flipV="1">
            <a:off x="3808993" y="3071284"/>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a:extLst>
              <a:ext uri="{FF2B5EF4-FFF2-40B4-BE49-F238E27FC236}">
                <a16:creationId xmlns:a16="http://schemas.microsoft.com/office/drawing/2014/main" id="{6205DD86-315C-53B6-CEEF-A9919650168E}"/>
              </a:ext>
            </a:extLst>
          </p:cNvPr>
          <p:cNvCxnSpPr>
            <a:cxnSpLocks/>
            <a:stCxn id="29" idx="0"/>
            <a:endCxn id="30" idx="4"/>
          </p:cNvCxnSpPr>
          <p:nvPr/>
        </p:nvCxnSpPr>
        <p:spPr>
          <a:xfrm>
            <a:off x="1720761" y="2992227"/>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a:stCxn id="31" idx="0"/>
            <a:endCxn id="33" idx="4"/>
          </p:cNvCxnSpPr>
          <p:nvPr/>
        </p:nvCxnSpPr>
        <p:spPr>
          <a:xfrm>
            <a:off x="1720761" y="5137328"/>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2" name="Oval 41">
            <a:extLst>
              <a:ext uri="{FF2B5EF4-FFF2-40B4-BE49-F238E27FC236}">
                <a16:creationId xmlns:a16="http://schemas.microsoft.com/office/drawing/2014/main" id="{BDD11F87-DA81-9510-C1CB-0AF4093562CB}"/>
              </a:ext>
            </a:extLst>
          </p:cNvPr>
          <p:cNvSpPr/>
          <p:nvPr/>
        </p:nvSpPr>
        <p:spPr>
          <a:xfrm rot="5400000">
            <a:off x="4745097" y="191684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3" name="Straight Connector 42">
            <a:extLst>
              <a:ext uri="{FF2B5EF4-FFF2-40B4-BE49-F238E27FC236}">
                <a16:creationId xmlns:a16="http://schemas.microsoft.com/office/drawing/2014/main" id="{6205DD86-315C-53B6-CEEF-A9919650168E}"/>
              </a:ext>
            </a:extLst>
          </p:cNvPr>
          <p:cNvCxnSpPr>
            <a:cxnSpLocks/>
            <a:stCxn id="42" idx="5"/>
            <a:endCxn id="30" idx="1"/>
          </p:cNvCxnSpPr>
          <p:nvPr/>
        </p:nvCxnSpPr>
        <p:spPr>
          <a:xfrm flipH="1">
            <a:off x="3859905" y="2039761"/>
            <a:ext cx="906280" cy="9086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33" idx="1"/>
            <a:endCxn id="42" idx="5"/>
          </p:cNvCxnSpPr>
          <p:nvPr/>
        </p:nvCxnSpPr>
        <p:spPr>
          <a:xfrm flipV="1">
            <a:off x="3859905" y="2039761"/>
            <a:ext cx="906280" cy="30537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5" name="TextBox 44"/>
          <p:cNvSpPr txBox="1"/>
          <p:nvPr/>
        </p:nvSpPr>
        <p:spPr>
          <a:xfrm>
            <a:off x="4295624" y="3583450"/>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46" name="TextBox 45"/>
          <p:cNvSpPr txBox="1"/>
          <p:nvPr/>
        </p:nvSpPr>
        <p:spPr>
          <a:xfrm>
            <a:off x="2383124" y="4350124"/>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47" name="TextBox 46"/>
          <p:cNvSpPr txBox="1"/>
          <p:nvPr/>
        </p:nvSpPr>
        <p:spPr>
          <a:xfrm>
            <a:off x="2245952" y="3122196"/>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48" name="TextBox 47"/>
          <p:cNvSpPr txBox="1"/>
          <p:nvPr/>
        </p:nvSpPr>
        <p:spPr>
          <a:xfrm>
            <a:off x="2641093" y="2441453"/>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49" name="TextBox 48"/>
          <p:cNvSpPr txBox="1"/>
          <p:nvPr/>
        </p:nvSpPr>
        <p:spPr>
          <a:xfrm>
            <a:off x="1273797" y="3836193"/>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0" name="TextBox 49"/>
          <p:cNvSpPr txBox="1"/>
          <p:nvPr/>
        </p:nvSpPr>
        <p:spPr>
          <a:xfrm>
            <a:off x="2939573" y="4654612"/>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1" name="TextBox 50"/>
          <p:cNvSpPr txBox="1"/>
          <p:nvPr/>
        </p:nvSpPr>
        <p:spPr>
          <a:xfrm>
            <a:off x="3405583" y="3571024"/>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52" name="TextBox 51"/>
          <p:cNvSpPr txBox="1"/>
          <p:nvPr/>
        </p:nvSpPr>
        <p:spPr>
          <a:xfrm>
            <a:off x="3955926" y="2073427"/>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Tree>
    <p:extLst>
      <p:ext uri="{BB962C8B-B14F-4D97-AF65-F5344CB8AC3E}">
        <p14:creationId xmlns:p14="http://schemas.microsoft.com/office/powerpoint/2010/main" val="2094153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7" presetClass="emph" presetSubtype="2" fill="hold" nodeType="clickEffect">
                                  <p:stCondLst>
                                    <p:cond delay="0"/>
                                  </p:stCondLst>
                                  <p:childTnLst>
                                    <p:animClr clrSpc="rgb" dir="cw">
                                      <p:cBhvr>
                                        <p:cTn id="52" dur="500" fill="hold"/>
                                        <p:tgtEl>
                                          <p:spTgt spid="40"/>
                                        </p:tgtEl>
                                        <p:attrNameLst>
                                          <p:attrName>stroke.color</p:attrName>
                                        </p:attrNameLst>
                                      </p:cBhvr>
                                      <p:to>
                                        <a:srgbClr val="00BBD3"/>
                                      </p:to>
                                    </p:animClr>
                                    <p:set>
                                      <p:cBhvr>
                                        <p:cTn id="53" dur="500" fill="hold"/>
                                        <p:tgtEl>
                                          <p:spTgt spid="40"/>
                                        </p:tgtEl>
                                        <p:attrNameLst>
                                          <p:attrName>stroke.on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42" presetClass="exit" presetSubtype="0" fill="hold" nodeType="clickEffect">
                                  <p:stCondLst>
                                    <p:cond delay="0"/>
                                  </p:stCondLst>
                                  <p:childTnLst>
                                    <p:animEffect transition="out" filter="fade">
                                      <p:cBhvr>
                                        <p:cTn id="57" dur="1000"/>
                                        <p:tgtEl>
                                          <p:spTgt spid="36"/>
                                        </p:tgtEl>
                                      </p:cBhvr>
                                    </p:animEffect>
                                    <p:anim calcmode="lin" valueType="num">
                                      <p:cBhvr>
                                        <p:cTn id="58" dur="1000"/>
                                        <p:tgtEl>
                                          <p:spTgt spid="36"/>
                                        </p:tgtEl>
                                        <p:attrNameLst>
                                          <p:attrName>ppt_x</p:attrName>
                                        </p:attrNameLst>
                                      </p:cBhvr>
                                      <p:tavLst>
                                        <p:tav tm="0">
                                          <p:val>
                                            <p:strVal val="ppt_x"/>
                                          </p:val>
                                        </p:tav>
                                        <p:tav tm="100000">
                                          <p:val>
                                            <p:strVal val="ppt_x"/>
                                          </p:val>
                                        </p:tav>
                                      </p:tavLst>
                                    </p:anim>
                                    <p:anim calcmode="lin" valueType="num">
                                      <p:cBhvr>
                                        <p:cTn id="59" dur="1000"/>
                                        <p:tgtEl>
                                          <p:spTgt spid="36"/>
                                        </p:tgtEl>
                                        <p:attrNameLst>
                                          <p:attrName>ppt_y</p:attrName>
                                        </p:attrNameLst>
                                      </p:cBhvr>
                                      <p:tavLst>
                                        <p:tav tm="0">
                                          <p:val>
                                            <p:strVal val="ppt_y"/>
                                          </p:val>
                                        </p:tav>
                                        <p:tav tm="100000">
                                          <p:val>
                                            <p:strVal val="ppt_y+.1"/>
                                          </p:val>
                                        </p:tav>
                                      </p:tavLst>
                                    </p:anim>
                                    <p:set>
                                      <p:cBhvr>
                                        <p:cTn id="60" dur="1" fill="hold">
                                          <p:stCondLst>
                                            <p:cond delay="999"/>
                                          </p:stCondLst>
                                        </p:cTn>
                                        <p:tgtEl>
                                          <p:spTgt spid="36"/>
                                        </p:tgtEl>
                                        <p:attrNameLst>
                                          <p:attrName>style.visibility</p:attrName>
                                        </p:attrNameLst>
                                      </p:cBhvr>
                                      <p:to>
                                        <p:strVal val="hidden"/>
                                      </p:to>
                                    </p:set>
                                  </p:childTnLst>
                                </p:cTn>
                              </p:par>
                              <p:par>
                                <p:cTn id="61" presetID="42" presetClass="exit" presetSubtype="0" fill="hold" nodeType="withEffect">
                                  <p:stCondLst>
                                    <p:cond delay="0"/>
                                  </p:stCondLst>
                                  <p:childTnLst>
                                    <p:animEffect transition="out" filter="fade">
                                      <p:cBhvr>
                                        <p:cTn id="62" dur="1000"/>
                                        <p:tgtEl>
                                          <p:spTgt spid="38"/>
                                        </p:tgtEl>
                                      </p:cBhvr>
                                    </p:animEffect>
                                    <p:anim calcmode="lin" valueType="num">
                                      <p:cBhvr>
                                        <p:cTn id="63" dur="1000"/>
                                        <p:tgtEl>
                                          <p:spTgt spid="38"/>
                                        </p:tgtEl>
                                        <p:attrNameLst>
                                          <p:attrName>ppt_x</p:attrName>
                                        </p:attrNameLst>
                                      </p:cBhvr>
                                      <p:tavLst>
                                        <p:tav tm="0">
                                          <p:val>
                                            <p:strVal val="ppt_x"/>
                                          </p:val>
                                        </p:tav>
                                        <p:tav tm="100000">
                                          <p:val>
                                            <p:strVal val="ppt_x"/>
                                          </p:val>
                                        </p:tav>
                                      </p:tavLst>
                                    </p:anim>
                                    <p:anim calcmode="lin" valueType="num">
                                      <p:cBhvr>
                                        <p:cTn id="64" dur="1000"/>
                                        <p:tgtEl>
                                          <p:spTgt spid="38"/>
                                        </p:tgtEl>
                                        <p:attrNameLst>
                                          <p:attrName>ppt_y</p:attrName>
                                        </p:attrNameLst>
                                      </p:cBhvr>
                                      <p:tavLst>
                                        <p:tav tm="0">
                                          <p:val>
                                            <p:strVal val="ppt_y"/>
                                          </p:val>
                                        </p:tav>
                                        <p:tav tm="100000">
                                          <p:val>
                                            <p:strVal val="ppt_y+.1"/>
                                          </p:val>
                                        </p:tav>
                                      </p:tavLst>
                                    </p:anim>
                                    <p:set>
                                      <p:cBhvr>
                                        <p:cTn id="65" dur="1" fill="hold">
                                          <p:stCondLst>
                                            <p:cond delay="999"/>
                                          </p:stCondLst>
                                        </p:cTn>
                                        <p:tgtEl>
                                          <p:spTgt spid="38"/>
                                        </p:tgtEl>
                                        <p:attrNameLst>
                                          <p:attrName>style.visibility</p:attrName>
                                        </p:attrNameLst>
                                      </p:cBhvr>
                                      <p:to>
                                        <p:strVal val="hidden"/>
                                      </p:to>
                                    </p:set>
                                  </p:childTnLst>
                                </p:cTn>
                              </p:par>
                              <p:par>
                                <p:cTn id="66" presetID="42" presetClass="exit" presetSubtype="0" fill="hold" grpId="0" nodeType="withEffect">
                                  <p:stCondLst>
                                    <p:cond delay="0"/>
                                  </p:stCondLst>
                                  <p:childTnLst>
                                    <p:animEffect transition="out" filter="fade">
                                      <p:cBhvr>
                                        <p:cTn id="67" dur="1000"/>
                                        <p:tgtEl>
                                          <p:spTgt spid="49"/>
                                        </p:tgtEl>
                                      </p:cBhvr>
                                    </p:animEffect>
                                    <p:anim calcmode="lin" valueType="num">
                                      <p:cBhvr>
                                        <p:cTn id="68" dur="1000"/>
                                        <p:tgtEl>
                                          <p:spTgt spid="49"/>
                                        </p:tgtEl>
                                        <p:attrNameLst>
                                          <p:attrName>ppt_x</p:attrName>
                                        </p:attrNameLst>
                                      </p:cBhvr>
                                      <p:tavLst>
                                        <p:tav tm="0">
                                          <p:val>
                                            <p:strVal val="ppt_x"/>
                                          </p:val>
                                        </p:tav>
                                        <p:tav tm="100000">
                                          <p:val>
                                            <p:strVal val="ppt_x"/>
                                          </p:val>
                                        </p:tav>
                                      </p:tavLst>
                                    </p:anim>
                                    <p:anim calcmode="lin" valueType="num">
                                      <p:cBhvr>
                                        <p:cTn id="69" dur="1000"/>
                                        <p:tgtEl>
                                          <p:spTgt spid="49"/>
                                        </p:tgtEl>
                                        <p:attrNameLst>
                                          <p:attrName>ppt_y</p:attrName>
                                        </p:attrNameLst>
                                      </p:cBhvr>
                                      <p:tavLst>
                                        <p:tav tm="0">
                                          <p:val>
                                            <p:strVal val="ppt_y"/>
                                          </p:val>
                                        </p:tav>
                                        <p:tav tm="100000">
                                          <p:val>
                                            <p:strVal val="ppt_y+.1"/>
                                          </p:val>
                                        </p:tav>
                                      </p:tavLst>
                                    </p:anim>
                                    <p:set>
                                      <p:cBhvr>
                                        <p:cTn id="70" dur="1" fill="hold">
                                          <p:stCondLst>
                                            <p:cond delay="999"/>
                                          </p:stCondLst>
                                        </p:cTn>
                                        <p:tgtEl>
                                          <p:spTgt spid="49"/>
                                        </p:tgtEl>
                                        <p:attrNameLst>
                                          <p:attrName>style.visibility</p:attrName>
                                        </p:attrNameLst>
                                      </p:cBhvr>
                                      <p:to>
                                        <p:strVal val="hidden"/>
                                      </p:to>
                                    </p:set>
                                  </p:childTnLst>
                                </p:cTn>
                              </p:par>
                              <p:par>
                                <p:cTn id="71" presetID="42" presetClass="exit" presetSubtype="0" fill="hold" grpId="0" nodeType="withEffect">
                                  <p:stCondLst>
                                    <p:cond delay="0"/>
                                  </p:stCondLst>
                                  <p:childTnLst>
                                    <p:animEffect transition="out" filter="fade">
                                      <p:cBhvr>
                                        <p:cTn id="72" dur="1000"/>
                                        <p:tgtEl>
                                          <p:spTgt spid="47"/>
                                        </p:tgtEl>
                                      </p:cBhvr>
                                    </p:animEffect>
                                    <p:anim calcmode="lin" valueType="num">
                                      <p:cBhvr>
                                        <p:cTn id="73" dur="1000"/>
                                        <p:tgtEl>
                                          <p:spTgt spid="47"/>
                                        </p:tgtEl>
                                        <p:attrNameLst>
                                          <p:attrName>ppt_x</p:attrName>
                                        </p:attrNameLst>
                                      </p:cBhvr>
                                      <p:tavLst>
                                        <p:tav tm="0">
                                          <p:val>
                                            <p:strVal val="ppt_x"/>
                                          </p:val>
                                        </p:tav>
                                        <p:tav tm="100000">
                                          <p:val>
                                            <p:strVal val="ppt_x"/>
                                          </p:val>
                                        </p:tav>
                                      </p:tavLst>
                                    </p:anim>
                                    <p:anim calcmode="lin" valueType="num">
                                      <p:cBhvr>
                                        <p:cTn id="74" dur="1000"/>
                                        <p:tgtEl>
                                          <p:spTgt spid="47"/>
                                        </p:tgtEl>
                                        <p:attrNameLst>
                                          <p:attrName>ppt_y</p:attrName>
                                        </p:attrNameLst>
                                      </p:cBhvr>
                                      <p:tavLst>
                                        <p:tav tm="0">
                                          <p:val>
                                            <p:strVal val="ppt_y"/>
                                          </p:val>
                                        </p:tav>
                                        <p:tav tm="100000">
                                          <p:val>
                                            <p:strVal val="ppt_y+.1"/>
                                          </p:val>
                                        </p:tav>
                                      </p:tavLst>
                                    </p:anim>
                                    <p:set>
                                      <p:cBhvr>
                                        <p:cTn id="75" dur="1" fill="hold">
                                          <p:stCondLst>
                                            <p:cond delay="999"/>
                                          </p:stCondLst>
                                        </p:cTn>
                                        <p:tgtEl>
                                          <p:spTgt spid="47"/>
                                        </p:tgtEl>
                                        <p:attrNameLst>
                                          <p:attrName>style.visibility</p:attrName>
                                        </p:attrNameLst>
                                      </p:cBhvr>
                                      <p:to>
                                        <p:strVal val="hidden"/>
                                      </p:to>
                                    </p:set>
                                  </p:childTnLst>
                                </p:cTn>
                              </p:par>
                              <p:par>
                                <p:cTn id="76" presetID="42" presetClass="exit" presetSubtype="0" fill="hold" nodeType="withEffect">
                                  <p:stCondLst>
                                    <p:cond delay="0"/>
                                  </p:stCondLst>
                                  <p:childTnLst>
                                    <p:animEffect transition="out" filter="fade">
                                      <p:cBhvr>
                                        <p:cTn id="77" dur="1000"/>
                                        <p:tgtEl>
                                          <p:spTgt spid="39"/>
                                        </p:tgtEl>
                                      </p:cBhvr>
                                    </p:animEffect>
                                    <p:anim calcmode="lin" valueType="num">
                                      <p:cBhvr>
                                        <p:cTn id="78" dur="1000"/>
                                        <p:tgtEl>
                                          <p:spTgt spid="39"/>
                                        </p:tgtEl>
                                        <p:attrNameLst>
                                          <p:attrName>ppt_x</p:attrName>
                                        </p:attrNameLst>
                                      </p:cBhvr>
                                      <p:tavLst>
                                        <p:tav tm="0">
                                          <p:val>
                                            <p:strVal val="ppt_x"/>
                                          </p:val>
                                        </p:tav>
                                        <p:tav tm="100000">
                                          <p:val>
                                            <p:strVal val="ppt_x"/>
                                          </p:val>
                                        </p:tav>
                                      </p:tavLst>
                                    </p:anim>
                                    <p:anim calcmode="lin" valueType="num">
                                      <p:cBhvr>
                                        <p:cTn id="79" dur="1000"/>
                                        <p:tgtEl>
                                          <p:spTgt spid="39"/>
                                        </p:tgtEl>
                                        <p:attrNameLst>
                                          <p:attrName>ppt_y</p:attrName>
                                        </p:attrNameLst>
                                      </p:cBhvr>
                                      <p:tavLst>
                                        <p:tav tm="0">
                                          <p:val>
                                            <p:strVal val="ppt_y"/>
                                          </p:val>
                                        </p:tav>
                                        <p:tav tm="100000">
                                          <p:val>
                                            <p:strVal val="ppt_y+.1"/>
                                          </p:val>
                                        </p:tav>
                                      </p:tavLst>
                                    </p:anim>
                                    <p:set>
                                      <p:cBhvr>
                                        <p:cTn id="80" dur="1" fill="hold">
                                          <p:stCondLst>
                                            <p:cond delay="999"/>
                                          </p:stCondLst>
                                        </p:cTn>
                                        <p:tgtEl>
                                          <p:spTgt spid="39"/>
                                        </p:tgtEl>
                                        <p:attrNameLst>
                                          <p:attrName>style.visibility</p:attrName>
                                        </p:attrNameLst>
                                      </p:cBhvr>
                                      <p:to>
                                        <p:strVal val="hidden"/>
                                      </p:to>
                                    </p:set>
                                  </p:childTnLst>
                                </p:cTn>
                              </p:par>
                              <p:par>
                                <p:cTn id="81" presetID="42" presetClass="exit" presetSubtype="0" fill="hold" grpId="0" nodeType="withEffect">
                                  <p:stCondLst>
                                    <p:cond delay="0"/>
                                  </p:stCondLst>
                                  <p:childTnLst>
                                    <p:animEffect transition="out" filter="fade">
                                      <p:cBhvr>
                                        <p:cTn id="82" dur="1000"/>
                                        <p:tgtEl>
                                          <p:spTgt spid="51"/>
                                        </p:tgtEl>
                                      </p:cBhvr>
                                    </p:animEffect>
                                    <p:anim calcmode="lin" valueType="num">
                                      <p:cBhvr>
                                        <p:cTn id="83" dur="1000"/>
                                        <p:tgtEl>
                                          <p:spTgt spid="51"/>
                                        </p:tgtEl>
                                        <p:attrNameLst>
                                          <p:attrName>ppt_x</p:attrName>
                                        </p:attrNameLst>
                                      </p:cBhvr>
                                      <p:tavLst>
                                        <p:tav tm="0">
                                          <p:val>
                                            <p:strVal val="ppt_x"/>
                                          </p:val>
                                        </p:tav>
                                        <p:tav tm="100000">
                                          <p:val>
                                            <p:strVal val="ppt_x"/>
                                          </p:val>
                                        </p:tav>
                                      </p:tavLst>
                                    </p:anim>
                                    <p:anim calcmode="lin" valueType="num">
                                      <p:cBhvr>
                                        <p:cTn id="84" dur="1000"/>
                                        <p:tgtEl>
                                          <p:spTgt spid="51"/>
                                        </p:tgtEl>
                                        <p:attrNameLst>
                                          <p:attrName>ppt_y</p:attrName>
                                        </p:attrNameLst>
                                      </p:cBhvr>
                                      <p:tavLst>
                                        <p:tav tm="0">
                                          <p:val>
                                            <p:strVal val="ppt_y"/>
                                          </p:val>
                                        </p:tav>
                                        <p:tav tm="100000">
                                          <p:val>
                                            <p:strVal val="ppt_y+.1"/>
                                          </p:val>
                                        </p:tav>
                                      </p:tavLst>
                                    </p:anim>
                                    <p:set>
                                      <p:cBhvr>
                                        <p:cTn id="85" dur="1" fill="hold">
                                          <p:stCondLst>
                                            <p:cond delay="999"/>
                                          </p:stCondLst>
                                        </p:cTn>
                                        <p:tgtEl>
                                          <p:spTgt spid="51"/>
                                        </p:tgtEl>
                                        <p:attrNameLst>
                                          <p:attrName>style.visibility</p:attrName>
                                        </p:attrNameLst>
                                      </p:cBhvr>
                                      <p:to>
                                        <p:strVal val="hidden"/>
                                      </p:to>
                                    </p:set>
                                  </p:childTnLst>
                                </p:cTn>
                              </p:par>
                              <p:par>
                                <p:cTn id="86" presetID="42" presetClass="exit" presetSubtype="0" fill="hold" nodeType="withEffect">
                                  <p:stCondLst>
                                    <p:cond delay="0"/>
                                  </p:stCondLst>
                                  <p:childTnLst>
                                    <p:animEffect transition="out" filter="fade">
                                      <p:cBhvr>
                                        <p:cTn id="87" dur="1000"/>
                                        <p:tgtEl>
                                          <p:spTgt spid="43"/>
                                        </p:tgtEl>
                                      </p:cBhvr>
                                    </p:animEffect>
                                    <p:anim calcmode="lin" valueType="num">
                                      <p:cBhvr>
                                        <p:cTn id="88" dur="1000"/>
                                        <p:tgtEl>
                                          <p:spTgt spid="43"/>
                                        </p:tgtEl>
                                        <p:attrNameLst>
                                          <p:attrName>ppt_x</p:attrName>
                                        </p:attrNameLst>
                                      </p:cBhvr>
                                      <p:tavLst>
                                        <p:tav tm="0">
                                          <p:val>
                                            <p:strVal val="ppt_x"/>
                                          </p:val>
                                        </p:tav>
                                        <p:tav tm="100000">
                                          <p:val>
                                            <p:strVal val="ppt_x"/>
                                          </p:val>
                                        </p:tav>
                                      </p:tavLst>
                                    </p:anim>
                                    <p:anim calcmode="lin" valueType="num">
                                      <p:cBhvr>
                                        <p:cTn id="89" dur="1000"/>
                                        <p:tgtEl>
                                          <p:spTgt spid="43"/>
                                        </p:tgtEl>
                                        <p:attrNameLst>
                                          <p:attrName>ppt_y</p:attrName>
                                        </p:attrNameLst>
                                      </p:cBhvr>
                                      <p:tavLst>
                                        <p:tav tm="0">
                                          <p:val>
                                            <p:strVal val="ppt_y"/>
                                          </p:val>
                                        </p:tav>
                                        <p:tav tm="100000">
                                          <p:val>
                                            <p:strVal val="ppt_y+.1"/>
                                          </p:val>
                                        </p:tav>
                                      </p:tavLst>
                                    </p:anim>
                                    <p:set>
                                      <p:cBhvr>
                                        <p:cTn id="90" dur="1" fill="hold">
                                          <p:stCondLst>
                                            <p:cond delay="999"/>
                                          </p:stCondLst>
                                        </p:cTn>
                                        <p:tgtEl>
                                          <p:spTgt spid="43"/>
                                        </p:tgtEl>
                                        <p:attrNameLst>
                                          <p:attrName>style.visibility</p:attrName>
                                        </p:attrNameLst>
                                      </p:cBhvr>
                                      <p:to>
                                        <p:strVal val="hidden"/>
                                      </p:to>
                                    </p:set>
                                  </p:childTnLst>
                                </p:cTn>
                              </p:par>
                              <p:par>
                                <p:cTn id="91" presetID="42" presetClass="exit" presetSubtype="0" fill="hold" grpId="0" nodeType="withEffect">
                                  <p:stCondLst>
                                    <p:cond delay="0"/>
                                  </p:stCondLst>
                                  <p:childTnLst>
                                    <p:animEffect transition="out" filter="fade">
                                      <p:cBhvr>
                                        <p:cTn id="92" dur="1000"/>
                                        <p:tgtEl>
                                          <p:spTgt spid="52"/>
                                        </p:tgtEl>
                                      </p:cBhvr>
                                    </p:animEffect>
                                    <p:anim calcmode="lin" valueType="num">
                                      <p:cBhvr>
                                        <p:cTn id="93" dur="1000"/>
                                        <p:tgtEl>
                                          <p:spTgt spid="52"/>
                                        </p:tgtEl>
                                        <p:attrNameLst>
                                          <p:attrName>ppt_x</p:attrName>
                                        </p:attrNameLst>
                                      </p:cBhvr>
                                      <p:tavLst>
                                        <p:tav tm="0">
                                          <p:val>
                                            <p:strVal val="ppt_x"/>
                                          </p:val>
                                        </p:tav>
                                        <p:tav tm="100000">
                                          <p:val>
                                            <p:strVal val="ppt_x"/>
                                          </p:val>
                                        </p:tav>
                                      </p:tavLst>
                                    </p:anim>
                                    <p:anim calcmode="lin" valueType="num">
                                      <p:cBhvr>
                                        <p:cTn id="94" dur="1000"/>
                                        <p:tgtEl>
                                          <p:spTgt spid="52"/>
                                        </p:tgtEl>
                                        <p:attrNameLst>
                                          <p:attrName>ppt_y</p:attrName>
                                        </p:attrNameLst>
                                      </p:cBhvr>
                                      <p:tavLst>
                                        <p:tav tm="0">
                                          <p:val>
                                            <p:strVal val="ppt_y"/>
                                          </p:val>
                                        </p:tav>
                                        <p:tav tm="100000">
                                          <p:val>
                                            <p:strVal val="ppt_y+.1"/>
                                          </p:val>
                                        </p:tav>
                                      </p:tavLst>
                                    </p:anim>
                                    <p:set>
                                      <p:cBhvr>
                                        <p:cTn id="95" dur="1" fill="hold">
                                          <p:stCondLst>
                                            <p:cond delay="999"/>
                                          </p:stCondLst>
                                        </p:cTn>
                                        <p:tgtEl>
                                          <p:spTgt spid="52"/>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7" presetClass="emph" presetSubtype="2" fill="hold" nodeType="clickEffect">
                                  <p:stCondLst>
                                    <p:cond delay="0"/>
                                  </p:stCondLst>
                                  <p:childTnLst>
                                    <p:animClr clrSpc="rgb" dir="cw">
                                      <p:cBhvr>
                                        <p:cTn id="99" dur="500" fill="hold"/>
                                        <p:tgtEl>
                                          <p:spTgt spid="41"/>
                                        </p:tgtEl>
                                        <p:attrNameLst>
                                          <p:attrName>stroke.color</p:attrName>
                                        </p:attrNameLst>
                                      </p:cBhvr>
                                      <p:to>
                                        <a:srgbClr val="00BBD3"/>
                                      </p:to>
                                    </p:animClr>
                                    <p:set>
                                      <p:cBhvr>
                                        <p:cTn id="100" dur="500" fill="hold"/>
                                        <p:tgtEl>
                                          <p:spTgt spid="41"/>
                                        </p:tgtEl>
                                        <p:attrNameLst>
                                          <p:attrName>stroke.on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42" presetClass="exit" presetSubtype="0" fill="hold" nodeType="clickEffect">
                                  <p:stCondLst>
                                    <p:cond delay="0"/>
                                  </p:stCondLst>
                                  <p:childTnLst>
                                    <p:animEffect transition="out" filter="fade">
                                      <p:cBhvr>
                                        <p:cTn id="104" dur="1000"/>
                                        <p:tgtEl>
                                          <p:spTgt spid="37"/>
                                        </p:tgtEl>
                                      </p:cBhvr>
                                    </p:animEffect>
                                    <p:anim calcmode="lin" valueType="num">
                                      <p:cBhvr>
                                        <p:cTn id="105" dur="1000"/>
                                        <p:tgtEl>
                                          <p:spTgt spid="37"/>
                                        </p:tgtEl>
                                        <p:attrNameLst>
                                          <p:attrName>ppt_x</p:attrName>
                                        </p:attrNameLst>
                                      </p:cBhvr>
                                      <p:tavLst>
                                        <p:tav tm="0">
                                          <p:val>
                                            <p:strVal val="ppt_x"/>
                                          </p:val>
                                        </p:tav>
                                        <p:tav tm="100000">
                                          <p:val>
                                            <p:strVal val="ppt_x"/>
                                          </p:val>
                                        </p:tav>
                                      </p:tavLst>
                                    </p:anim>
                                    <p:anim calcmode="lin" valueType="num">
                                      <p:cBhvr>
                                        <p:cTn id="106" dur="1000"/>
                                        <p:tgtEl>
                                          <p:spTgt spid="37"/>
                                        </p:tgtEl>
                                        <p:attrNameLst>
                                          <p:attrName>ppt_y</p:attrName>
                                        </p:attrNameLst>
                                      </p:cBhvr>
                                      <p:tavLst>
                                        <p:tav tm="0">
                                          <p:val>
                                            <p:strVal val="ppt_y"/>
                                          </p:val>
                                        </p:tav>
                                        <p:tav tm="100000">
                                          <p:val>
                                            <p:strVal val="ppt_y+.1"/>
                                          </p:val>
                                        </p:tav>
                                      </p:tavLst>
                                    </p:anim>
                                    <p:set>
                                      <p:cBhvr>
                                        <p:cTn id="107" dur="1" fill="hold">
                                          <p:stCondLst>
                                            <p:cond delay="999"/>
                                          </p:stCondLst>
                                        </p:cTn>
                                        <p:tgtEl>
                                          <p:spTgt spid="37"/>
                                        </p:tgtEl>
                                        <p:attrNameLst>
                                          <p:attrName>style.visibility</p:attrName>
                                        </p:attrNameLst>
                                      </p:cBhvr>
                                      <p:to>
                                        <p:strVal val="hidden"/>
                                      </p:to>
                                    </p:set>
                                  </p:childTnLst>
                                </p:cTn>
                              </p:par>
                              <p:par>
                                <p:cTn id="108" presetID="42" presetClass="exit" presetSubtype="0" fill="hold" nodeType="withEffect">
                                  <p:stCondLst>
                                    <p:cond delay="0"/>
                                  </p:stCondLst>
                                  <p:childTnLst>
                                    <p:animEffect transition="out" filter="fade">
                                      <p:cBhvr>
                                        <p:cTn id="109" dur="1000"/>
                                        <p:tgtEl>
                                          <p:spTgt spid="44"/>
                                        </p:tgtEl>
                                      </p:cBhvr>
                                    </p:animEffect>
                                    <p:anim calcmode="lin" valueType="num">
                                      <p:cBhvr>
                                        <p:cTn id="110" dur="1000"/>
                                        <p:tgtEl>
                                          <p:spTgt spid="44"/>
                                        </p:tgtEl>
                                        <p:attrNameLst>
                                          <p:attrName>ppt_x</p:attrName>
                                        </p:attrNameLst>
                                      </p:cBhvr>
                                      <p:tavLst>
                                        <p:tav tm="0">
                                          <p:val>
                                            <p:strVal val="ppt_x"/>
                                          </p:val>
                                        </p:tav>
                                        <p:tav tm="100000">
                                          <p:val>
                                            <p:strVal val="ppt_x"/>
                                          </p:val>
                                        </p:tav>
                                      </p:tavLst>
                                    </p:anim>
                                    <p:anim calcmode="lin" valueType="num">
                                      <p:cBhvr>
                                        <p:cTn id="111" dur="1000"/>
                                        <p:tgtEl>
                                          <p:spTgt spid="44"/>
                                        </p:tgtEl>
                                        <p:attrNameLst>
                                          <p:attrName>ppt_y</p:attrName>
                                        </p:attrNameLst>
                                      </p:cBhvr>
                                      <p:tavLst>
                                        <p:tav tm="0">
                                          <p:val>
                                            <p:strVal val="ppt_y"/>
                                          </p:val>
                                        </p:tav>
                                        <p:tav tm="100000">
                                          <p:val>
                                            <p:strVal val="ppt_y+.1"/>
                                          </p:val>
                                        </p:tav>
                                      </p:tavLst>
                                    </p:anim>
                                    <p:set>
                                      <p:cBhvr>
                                        <p:cTn id="112" dur="1" fill="hold">
                                          <p:stCondLst>
                                            <p:cond delay="999"/>
                                          </p:stCondLst>
                                        </p:cTn>
                                        <p:tgtEl>
                                          <p:spTgt spid="44"/>
                                        </p:tgtEl>
                                        <p:attrNameLst>
                                          <p:attrName>style.visibility</p:attrName>
                                        </p:attrNameLst>
                                      </p:cBhvr>
                                      <p:to>
                                        <p:strVal val="hidden"/>
                                      </p:to>
                                    </p:set>
                                  </p:childTnLst>
                                </p:cTn>
                              </p:par>
                              <p:par>
                                <p:cTn id="113" presetID="42" presetClass="exit" presetSubtype="0" fill="hold" grpId="0" nodeType="withEffect">
                                  <p:stCondLst>
                                    <p:cond delay="0"/>
                                  </p:stCondLst>
                                  <p:childTnLst>
                                    <p:animEffect transition="out" filter="fade">
                                      <p:cBhvr>
                                        <p:cTn id="114" dur="1000"/>
                                        <p:tgtEl>
                                          <p:spTgt spid="46"/>
                                        </p:tgtEl>
                                      </p:cBhvr>
                                    </p:animEffect>
                                    <p:anim calcmode="lin" valueType="num">
                                      <p:cBhvr>
                                        <p:cTn id="115" dur="1000"/>
                                        <p:tgtEl>
                                          <p:spTgt spid="46"/>
                                        </p:tgtEl>
                                        <p:attrNameLst>
                                          <p:attrName>ppt_x</p:attrName>
                                        </p:attrNameLst>
                                      </p:cBhvr>
                                      <p:tavLst>
                                        <p:tav tm="0">
                                          <p:val>
                                            <p:strVal val="ppt_x"/>
                                          </p:val>
                                        </p:tav>
                                        <p:tav tm="100000">
                                          <p:val>
                                            <p:strVal val="ppt_x"/>
                                          </p:val>
                                        </p:tav>
                                      </p:tavLst>
                                    </p:anim>
                                    <p:anim calcmode="lin" valueType="num">
                                      <p:cBhvr>
                                        <p:cTn id="116" dur="1000"/>
                                        <p:tgtEl>
                                          <p:spTgt spid="46"/>
                                        </p:tgtEl>
                                        <p:attrNameLst>
                                          <p:attrName>ppt_y</p:attrName>
                                        </p:attrNameLst>
                                      </p:cBhvr>
                                      <p:tavLst>
                                        <p:tav tm="0">
                                          <p:val>
                                            <p:strVal val="ppt_y"/>
                                          </p:val>
                                        </p:tav>
                                        <p:tav tm="100000">
                                          <p:val>
                                            <p:strVal val="ppt_y+.1"/>
                                          </p:val>
                                        </p:tav>
                                      </p:tavLst>
                                    </p:anim>
                                    <p:set>
                                      <p:cBhvr>
                                        <p:cTn id="117" dur="1" fill="hold">
                                          <p:stCondLst>
                                            <p:cond delay="999"/>
                                          </p:stCondLst>
                                        </p:cTn>
                                        <p:tgtEl>
                                          <p:spTgt spid="46"/>
                                        </p:tgtEl>
                                        <p:attrNameLst>
                                          <p:attrName>style.visibility</p:attrName>
                                        </p:attrNameLst>
                                      </p:cBhvr>
                                      <p:to>
                                        <p:strVal val="hidden"/>
                                      </p:to>
                                    </p:set>
                                  </p:childTnLst>
                                </p:cTn>
                              </p:par>
                              <p:par>
                                <p:cTn id="118" presetID="42" presetClass="exit" presetSubtype="0" fill="hold" grpId="0" nodeType="withEffect">
                                  <p:stCondLst>
                                    <p:cond delay="0"/>
                                  </p:stCondLst>
                                  <p:childTnLst>
                                    <p:animEffect transition="out" filter="fade">
                                      <p:cBhvr>
                                        <p:cTn id="119" dur="1000"/>
                                        <p:tgtEl>
                                          <p:spTgt spid="45"/>
                                        </p:tgtEl>
                                      </p:cBhvr>
                                    </p:animEffect>
                                    <p:anim calcmode="lin" valueType="num">
                                      <p:cBhvr>
                                        <p:cTn id="120" dur="1000"/>
                                        <p:tgtEl>
                                          <p:spTgt spid="45"/>
                                        </p:tgtEl>
                                        <p:attrNameLst>
                                          <p:attrName>ppt_x</p:attrName>
                                        </p:attrNameLst>
                                      </p:cBhvr>
                                      <p:tavLst>
                                        <p:tav tm="0">
                                          <p:val>
                                            <p:strVal val="ppt_x"/>
                                          </p:val>
                                        </p:tav>
                                        <p:tav tm="100000">
                                          <p:val>
                                            <p:strVal val="ppt_x"/>
                                          </p:val>
                                        </p:tav>
                                      </p:tavLst>
                                    </p:anim>
                                    <p:anim calcmode="lin" valueType="num">
                                      <p:cBhvr>
                                        <p:cTn id="121" dur="1000"/>
                                        <p:tgtEl>
                                          <p:spTgt spid="45"/>
                                        </p:tgtEl>
                                        <p:attrNameLst>
                                          <p:attrName>ppt_y</p:attrName>
                                        </p:attrNameLst>
                                      </p:cBhvr>
                                      <p:tavLst>
                                        <p:tav tm="0">
                                          <p:val>
                                            <p:strVal val="ppt_y"/>
                                          </p:val>
                                        </p:tav>
                                        <p:tav tm="100000">
                                          <p:val>
                                            <p:strVal val="ppt_y+.1"/>
                                          </p:val>
                                        </p:tav>
                                      </p:tavLst>
                                    </p:anim>
                                    <p:set>
                                      <p:cBhvr>
                                        <p:cTn id="122" dur="1" fill="hold">
                                          <p:stCondLst>
                                            <p:cond delay="999"/>
                                          </p:stCondLst>
                                        </p:cTn>
                                        <p:tgtEl>
                                          <p:spTgt spid="45"/>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29" grpId="0" animBg="1"/>
      <p:bldP spid="30" grpId="0" animBg="1"/>
      <p:bldP spid="31" grpId="0" animBg="1"/>
      <p:bldP spid="33" grpId="0" animBg="1"/>
      <p:bldP spid="34" grpId="0" animBg="1"/>
      <p:bldP spid="42" grpId="0" animBg="1"/>
      <p:bldP spid="45" grpId="0"/>
      <p:bldP spid="45" grpId="1"/>
      <p:bldP spid="46" grpId="0"/>
      <p:bldP spid="46" grpId="1"/>
      <p:bldP spid="47" grpId="0"/>
      <p:bldP spid="47" grpId="1"/>
      <p:bldP spid="48" grpId="0"/>
      <p:bldP spid="49" grpId="0"/>
      <p:bldP spid="49" grpId="1"/>
      <p:bldP spid="50" grpId="0"/>
      <p:bldP spid="51" grpId="0"/>
      <p:bldP spid="51" grpId="1"/>
      <p:bldP spid="52" grpId="0"/>
      <p:bldP spid="52" grpId="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3</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any two maximal matching of the following graphs.</a:t>
            </a:r>
          </a:p>
          <a:p>
            <a:endParaRPr lang="en-US" sz="2800" dirty="0">
              <a:solidFill>
                <a:schemeClr val="bg1"/>
              </a:solidFill>
            </a:endParaRPr>
          </a:p>
        </p:txBody>
      </p:sp>
      <p:sp>
        <p:nvSpPr>
          <p:cNvPr id="53" name="Oval 52">
            <a:extLst>
              <a:ext uri="{FF2B5EF4-FFF2-40B4-BE49-F238E27FC236}">
                <a16:creationId xmlns:a16="http://schemas.microsoft.com/office/drawing/2014/main" id="{BDD11F87-DA81-9510-C1CB-0AF4093562CB}"/>
              </a:ext>
            </a:extLst>
          </p:cNvPr>
          <p:cNvSpPr/>
          <p:nvPr/>
        </p:nvSpPr>
        <p:spPr>
          <a:xfrm rot="5400000">
            <a:off x="5840223" y="218964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4" name="Oval 53">
            <a:extLst>
              <a:ext uri="{FF2B5EF4-FFF2-40B4-BE49-F238E27FC236}">
                <a16:creationId xmlns:a16="http://schemas.microsoft.com/office/drawing/2014/main" id="{BDD11F87-DA81-9510-C1CB-0AF4093562CB}"/>
              </a:ext>
            </a:extLst>
          </p:cNvPr>
          <p:cNvSpPr/>
          <p:nvPr/>
        </p:nvSpPr>
        <p:spPr>
          <a:xfrm rot="5400000">
            <a:off x="5127850" y="290972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6560303" y="290972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6" name="Straight Connector 55">
            <a:extLst>
              <a:ext uri="{FF2B5EF4-FFF2-40B4-BE49-F238E27FC236}">
                <a16:creationId xmlns:a16="http://schemas.microsoft.com/office/drawing/2014/main" id="{6205DD86-315C-53B6-CEEF-A9919650168E}"/>
              </a:ext>
            </a:extLst>
          </p:cNvPr>
          <p:cNvCxnSpPr>
            <a:cxnSpLocks/>
            <a:stCxn id="53" idx="5"/>
            <a:endCxn id="54" idx="1"/>
          </p:cNvCxnSpPr>
          <p:nvPr/>
        </p:nvCxnSpPr>
        <p:spPr>
          <a:xfrm flipH="1">
            <a:off x="5250762" y="2312555"/>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205DD86-315C-53B6-CEEF-A9919650168E}"/>
              </a:ext>
            </a:extLst>
          </p:cNvPr>
          <p:cNvCxnSpPr>
            <a:cxnSpLocks/>
            <a:stCxn id="53" idx="7"/>
            <a:endCxn id="55" idx="3"/>
          </p:cNvCxnSpPr>
          <p:nvPr/>
        </p:nvCxnSpPr>
        <p:spPr>
          <a:xfrm>
            <a:off x="5963135" y="2312555"/>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205DD86-315C-53B6-CEEF-A9919650168E}"/>
              </a:ext>
            </a:extLst>
          </p:cNvPr>
          <p:cNvCxnSpPr>
            <a:cxnSpLocks/>
            <a:stCxn id="55" idx="4"/>
            <a:endCxn id="54" idx="0"/>
          </p:cNvCxnSpPr>
          <p:nvPr/>
        </p:nvCxnSpPr>
        <p:spPr>
          <a:xfrm flipH="1">
            <a:off x="5271850" y="2981723"/>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9" name="Oval 58">
            <a:extLst>
              <a:ext uri="{FF2B5EF4-FFF2-40B4-BE49-F238E27FC236}">
                <a16:creationId xmlns:a16="http://schemas.microsoft.com/office/drawing/2014/main" id="{BDD11F87-DA81-9510-C1CB-0AF4093562CB}"/>
              </a:ext>
            </a:extLst>
          </p:cNvPr>
          <p:cNvSpPr/>
          <p:nvPr/>
        </p:nvSpPr>
        <p:spPr>
          <a:xfrm rot="5400000">
            <a:off x="5120143" y="43498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0" name="Oval 59">
            <a:extLst>
              <a:ext uri="{FF2B5EF4-FFF2-40B4-BE49-F238E27FC236}">
                <a16:creationId xmlns:a16="http://schemas.microsoft.com/office/drawing/2014/main" id="{BDD11F87-DA81-9510-C1CB-0AF4093562CB}"/>
              </a:ext>
            </a:extLst>
          </p:cNvPr>
          <p:cNvSpPr/>
          <p:nvPr/>
        </p:nvSpPr>
        <p:spPr>
          <a:xfrm rot="5400000">
            <a:off x="6560303" y="43498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6205DD86-315C-53B6-CEEF-A9919650168E}"/>
              </a:ext>
            </a:extLst>
          </p:cNvPr>
          <p:cNvCxnSpPr>
            <a:cxnSpLocks/>
            <a:stCxn id="54" idx="6"/>
            <a:endCxn id="59" idx="2"/>
          </p:cNvCxnSpPr>
          <p:nvPr/>
        </p:nvCxnSpPr>
        <p:spPr>
          <a:xfrm flipH="1">
            <a:off x="5192143" y="3053723"/>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55" idx="6"/>
            <a:endCxn id="60" idx="2"/>
          </p:cNvCxnSpPr>
          <p:nvPr/>
        </p:nvCxnSpPr>
        <p:spPr>
          <a:xfrm>
            <a:off x="6632303" y="3053723"/>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6205DD86-315C-53B6-CEEF-A9919650168E}"/>
              </a:ext>
            </a:extLst>
          </p:cNvPr>
          <p:cNvCxnSpPr>
            <a:cxnSpLocks/>
            <a:stCxn id="60" idx="4"/>
            <a:endCxn id="59" idx="0"/>
          </p:cNvCxnSpPr>
          <p:nvPr/>
        </p:nvCxnSpPr>
        <p:spPr>
          <a:xfrm flipH="1">
            <a:off x="5264143" y="4421883"/>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60" idx="3"/>
            <a:endCxn id="54" idx="7"/>
          </p:cNvCxnSpPr>
          <p:nvPr/>
        </p:nvCxnSpPr>
        <p:spPr>
          <a:xfrm flipH="1" flipV="1">
            <a:off x="5250762" y="3032635"/>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5" name="TextBox 64"/>
          <p:cNvSpPr txBox="1"/>
          <p:nvPr/>
        </p:nvSpPr>
        <p:spPr>
          <a:xfrm>
            <a:off x="6204115" y="471012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66" name="TextBox 65"/>
          <p:cNvSpPr txBox="1"/>
          <p:nvPr/>
        </p:nvSpPr>
        <p:spPr>
          <a:xfrm>
            <a:off x="4809811" y="339897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67" name="TextBox 66"/>
          <p:cNvSpPr txBox="1"/>
          <p:nvPr/>
        </p:nvSpPr>
        <p:spPr>
          <a:xfrm>
            <a:off x="5192383" y="2213738"/>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68" name="TextBox 67"/>
          <p:cNvSpPr txBox="1"/>
          <p:nvPr/>
        </p:nvSpPr>
        <p:spPr>
          <a:xfrm>
            <a:off x="5833859" y="3235644"/>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69" name="TextBox 68"/>
          <p:cNvSpPr txBox="1"/>
          <p:nvPr/>
        </p:nvSpPr>
        <p:spPr>
          <a:xfrm>
            <a:off x="6648800" y="3398974"/>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70" name="TextBox 69"/>
          <p:cNvSpPr txBox="1"/>
          <p:nvPr/>
        </p:nvSpPr>
        <p:spPr>
          <a:xfrm>
            <a:off x="5686660" y="3912725"/>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71" name="Straight Connector 70">
            <a:extLst>
              <a:ext uri="{FF2B5EF4-FFF2-40B4-BE49-F238E27FC236}">
                <a16:creationId xmlns:a16="http://schemas.microsoft.com/office/drawing/2014/main" id="{6205DD86-315C-53B6-CEEF-A9919650168E}"/>
              </a:ext>
            </a:extLst>
          </p:cNvPr>
          <p:cNvCxnSpPr>
            <a:cxnSpLocks/>
            <a:stCxn id="72" idx="3"/>
            <a:endCxn id="59" idx="7"/>
          </p:cNvCxnSpPr>
          <p:nvPr/>
        </p:nvCxnSpPr>
        <p:spPr>
          <a:xfrm flipH="1" flipV="1">
            <a:off x="5243055" y="4472795"/>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2" name="Oval 71">
            <a:extLst>
              <a:ext uri="{FF2B5EF4-FFF2-40B4-BE49-F238E27FC236}">
                <a16:creationId xmlns:a16="http://schemas.microsoft.com/office/drawing/2014/main" id="{BDD11F87-DA81-9510-C1CB-0AF4093562CB}"/>
              </a:ext>
            </a:extLst>
          </p:cNvPr>
          <p:cNvSpPr/>
          <p:nvPr/>
        </p:nvSpPr>
        <p:spPr>
          <a:xfrm rot="5400000">
            <a:off x="5836204" y="507893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3" name="Straight Connector 72">
            <a:extLst>
              <a:ext uri="{FF2B5EF4-FFF2-40B4-BE49-F238E27FC236}">
                <a16:creationId xmlns:a16="http://schemas.microsoft.com/office/drawing/2014/main" id="{6205DD86-315C-53B6-CEEF-A9919650168E}"/>
              </a:ext>
            </a:extLst>
          </p:cNvPr>
          <p:cNvCxnSpPr>
            <a:cxnSpLocks/>
            <a:stCxn id="72" idx="1"/>
            <a:endCxn id="60" idx="5"/>
          </p:cNvCxnSpPr>
          <p:nvPr/>
        </p:nvCxnSpPr>
        <p:spPr>
          <a:xfrm flipV="1">
            <a:off x="5959116" y="4472795"/>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4" name="TextBox 73"/>
          <p:cNvSpPr txBox="1"/>
          <p:nvPr/>
        </p:nvSpPr>
        <p:spPr>
          <a:xfrm>
            <a:off x="5720225" y="2475348"/>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75" name="TextBox 74"/>
          <p:cNvSpPr txBox="1"/>
          <p:nvPr/>
        </p:nvSpPr>
        <p:spPr>
          <a:xfrm>
            <a:off x="5139942" y="4638256"/>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76" name="TextBox 75"/>
          <p:cNvSpPr txBox="1"/>
          <p:nvPr/>
        </p:nvSpPr>
        <p:spPr>
          <a:xfrm>
            <a:off x="6222473" y="2189372"/>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mc:AlternateContent xmlns:mc="http://schemas.openxmlformats.org/markup-compatibility/2006" xmlns:a14="http://schemas.microsoft.com/office/drawing/2010/main">
        <mc:Choice Requires="a14">
          <p:sp>
            <p:nvSpPr>
              <p:cNvPr id="126" name="TextBox 125"/>
              <p:cNvSpPr txBox="1"/>
              <p:nvPr/>
            </p:nvSpPr>
            <p:spPr>
              <a:xfrm>
                <a:off x="5614277" y="5444547"/>
                <a:ext cx="4860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i="0" dirty="0" smtClean="0">
                          <a:solidFill>
                            <a:srgbClr val="002060"/>
                          </a:solidFill>
                          <a:latin typeface="Cambria Math" panose="02040503050406030204" pitchFamily="18" charset="0"/>
                        </a:rPr>
                        <m:t>G</m:t>
                      </m:r>
                    </m:oMath>
                  </m:oMathPara>
                </a14:m>
                <a:endParaRPr lang="en-US" sz="2800" dirty="0">
                  <a:solidFill>
                    <a:srgbClr val="002060"/>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5614277" y="5444547"/>
                <a:ext cx="486030" cy="523220"/>
              </a:xfrm>
              <a:prstGeom prst="rect">
                <a:avLst/>
              </a:prstGeo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1540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3</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any two maximal matching of the following graphs.</a:t>
            </a:r>
          </a:p>
          <a:p>
            <a:endParaRPr lang="en-US" sz="2800" dirty="0">
              <a:solidFill>
                <a:schemeClr val="bg1"/>
              </a:solidFill>
            </a:endParaRPr>
          </a:p>
        </p:txBody>
      </p:sp>
      <p:sp>
        <p:nvSpPr>
          <p:cNvPr id="53" name="Oval 52">
            <a:extLst>
              <a:ext uri="{FF2B5EF4-FFF2-40B4-BE49-F238E27FC236}">
                <a16:creationId xmlns:a16="http://schemas.microsoft.com/office/drawing/2014/main" id="{BDD11F87-DA81-9510-C1CB-0AF4093562CB}"/>
              </a:ext>
            </a:extLst>
          </p:cNvPr>
          <p:cNvSpPr/>
          <p:nvPr/>
        </p:nvSpPr>
        <p:spPr>
          <a:xfrm rot="5400000">
            <a:off x="5281412" y="216927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4" name="Oval 53">
            <a:extLst>
              <a:ext uri="{FF2B5EF4-FFF2-40B4-BE49-F238E27FC236}">
                <a16:creationId xmlns:a16="http://schemas.microsoft.com/office/drawing/2014/main" id="{BDD11F87-DA81-9510-C1CB-0AF4093562CB}"/>
              </a:ext>
            </a:extLst>
          </p:cNvPr>
          <p:cNvSpPr/>
          <p:nvPr/>
        </p:nvSpPr>
        <p:spPr>
          <a:xfrm rot="5400000">
            <a:off x="4569039" y="28893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6001492" y="28893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6" name="Straight Connector 55">
            <a:extLst>
              <a:ext uri="{FF2B5EF4-FFF2-40B4-BE49-F238E27FC236}">
                <a16:creationId xmlns:a16="http://schemas.microsoft.com/office/drawing/2014/main" id="{6205DD86-315C-53B6-CEEF-A9919650168E}"/>
              </a:ext>
            </a:extLst>
          </p:cNvPr>
          <p:cNvCxnSpPr>
            <a:cxnSpLocks/>
            <a:stCxn id="53" idx="5"/>
            <a:endCxn id="54" idx="1"/>
          </p:cNvCxnSpPr>
          <p:nvPr/>
        </p:nvCxnSpPr>
        <p:spPr>
          <a:xfrm flipH="1">
            <a:off x="4691951" y="2292183"/>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205DD86-315C-53B6-CEEF-A9919650168E}"/>
              </a:ext>
            </a:extLst>
          </p:cNvPr>
          <p:cNvCxnSpPr>
            <a:cxnSpLocks/>
            <a:stCxn id="53" idx="7"/>
            <a:endCxn id="55" idx="3"/>
          </p:cNvCxnSpPr>
          <p:nvPr/>
        </p:nvCxnSpPr>
        <p:spPr>
          <a:xfrm>
            <a:off x="5404324" y="2292183"/>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205DD86-315C-53B6-CEEF-A9919650168E}"/>
              </a:ext>
            </a:extLst>
          </p:cNvPr>
          <p:cNvCxnSpPr>
            <a:cxnSpLocks/>
            <a:stCxn id="55" idx="4"/>
            <a:endCxn id="54" idx="0"/>
          </p:cNvCxnSpPr>
          <p:nvPr/>
        </p:nvCxnSpPr>
        <p:spPr>
          <a:xfrm flipH="1">
            <a:off x="4713039" y="2961351"/>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9" name="Oval 58">
            <a:extLst>
              <a:ext uri="{FF2B5EF4-FFF2-40B4-BE49-F238E27FC236}">
                <a16:creationId xmlns:a16="http://schemas.microsoft.com/office/drawing/2014/main" id="{BDD11F87-DA81-9510-C1CB-0AF4093562CB}"/>
              </a:ext>
            </a:extLst>
          </p:cNvPr>
          <p:cNvSpPr/>
          <p:nvPr/>
        </p:nvSpPr>
        <p:spPr>
          <a:xfrm rot="5400000">
            <a:off x="4561332" y="43295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0" name="Oval 59">
            <a:extLst>
              <a:ext uri="{FF2B5EF4-FFF2-40B4-BE49-F238E27FC236}">
                <a16:creationId xmlns:a16="http://schemas.microsoft.com/office/drawing/2014/main" id="{BDD11F87-DA81-9510-C1CB-0AF4093562CB}"/>
              </a:ext>
            </a:extLst>
          </p:cNvPr>
          <p:cNvSpPr/>
          <p:nvPr/>
        </p:nvSpPr>
        <p:spPr>
          <a:xfrm rot="5400000">
            <a:off x="6001492" y="43295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6205DD86-315C-53B6-CEEF-A9919650168E}"/>
              </a:ext>
            </a:extLst>
          </p:cNvPr>
          <p:cNvCxnSpPr>
            <a:cxnSpLocks/>
            <a:stCxn id="54" idx="6"/>
            <a:endCxn id="59" idx="2"/>
          </p:cNvCxnSpPr>
          <p:nvPr/>
        </p:nvCxnSpPr>
        <p:spPr>
          <a:xfrm flipH="1">
            <a:off x="4633332" y="3033351"/>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55" idx="6"/>
            <a:endCxn id="60" idx="2"/>
          </p:cNvCxnSpPr>
          <p:nvPr/>
        </p:nvCxnSpPr>
        <p:spPr>
          <a:xfrm>
            <a:off x="6073492" y="3033351"/>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6205DD86-315C-53B6-CEEF-A9919650168E}"/>
              </a:ext>
            </a:extLst>
          </p:cNvPr>
          <p:cNvCxnSpPr>
            <a:cxnSpLocks/>
            <a:stCxn id="60" idx="4"/>
            <a:endCxn id="59" idx="0"/>
          </p:cNvCxnSpPr>
          <p:nvPr/>
        </p:nvCxnSpPr>
        <p:spPr>
          <a:xfrm flipH="1">
            <a:off x="4705332" y="4401511"/>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60" idx="3"/>
            <a:endCxn id="54" idx="7"/>
          </p:cNvCxnSpPr>
          <p:nvPr/>
        </p:nvCxnSpPr>
        <p:spPr>
          <a:xfrm flipH="1" flipV="1">
            <a:off x="4691951" y="3012263"/>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5" name="TextBox 64"/>
          <p:cNvSpPr txBox="1"/>
          <p:nvPr/>
        </p:nvSpPr>
        <p:spPr>
          <a:xfrm>
            <a:off x="5645304" y="4689748"/>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66" name="TextBox 65"/>
          <p:cNvSpPr txBox="1"/>
          <p:nvPr/>
        </p:nvSpPr>
        <p:spPr>
          <a:xfrm>
            <a:off x="4251000" y="3378602"/>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67" name="TextBox 66"/>
          <p:cNvSpPr txBox="1"/>
          <p:nvPr/>
        </p:nvSpPr>
        <p:spPr>
          <a:xfrm>
            <a:off x="4633572" y="2193366"/>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68" name="TextBox 67"/>
          <p:cNvSpPr txBox="1"/>
          <p:nvPr/>
        </p:nvSpPr>
        <p:spPr>
          <a:xfrm>
            <a:off x="5275048" y="3215272"/>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69" name="TextBox 68"/>
          <p:cNvSpPr txBox="1"/>
          <p:nvPr/>
        </p:nvSpPr>
        <p:spPr>
          <a:xfrm>
            <a:off x="6089989" y="3378602"/>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70" name="TextBox 69"/>
          <p:cNvSpPr txBox="1"/>
          <p:nvPr/>
        </p:nvSpPr>
        <p:spPr>
          <a:xfrm>
            <a:off x="5127849" y="389235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71" name="Straight Connector 70">
            <a:extLst>
              <a:ext uri="{FF2B5EF4-FFF2-40B4-BE49-F238E27FC236}">
                <a16:creationId xmlns:a16="http://schemas.microsoft.com/office/drawing/2014/main" id="{6205DD86-315C-53B6-CEEF-A9919650168E}"/>
              </a:ext>
            </a:extLst>
          </p:cNvPr>
          <p:cNvCxnSpPr>
            <a:cxnSpLocks/>
            <a:stCxn id="72" idx="3"/>
            <a:endCxn id="59" idx="7"/>
          </p:cNvCxnSpPr>
          <p:nvPr/>
        </p:nvCxnSpPr>
        <p:spPr>
          <a:xfrm flipH="1" flipV="1">
            <a:off x="4684244" y="4452423"/>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2" name="Oval 71">
            <a:extLst>
              <a:ext uri="{FF2B5EF4-FFF2-40B4-BE49-F238E27FC236}">
                <a16:creationId xmlns:a16="http://schemas.microsoft.com/office/drawing/2014/main" id="{BDD11F87-DA81-9510-C1CB-0AF4093562CB}"/>
              </a:ext>
            </a:extLst>
          </p:cNvPr>
          <p:cNvSpPr/>
          <p:nvPr/>
        </p:nvSpPr>
        <p:spPr>
          <a:xfrm rot="5400000">
            <a:off x="5277393" y="5058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3" name="Straight Connector 72">
            <a:extLst>
              <a:ext uri="{FF2B5EF4-FFF2-40B4-BE49-F238E27FC236}">
                <a16:creationId xmlns:a16="http://schemas.microsoft.com/office/drawing/2014/main" id="{6205DD86-315C-53B6-CEEF-A9919650168E}"/>
              </a:ext>
            </a:extLst>
          </p:cNvPr>
          <p:cNvCxnSpPr>
            <a:cxnSpLocks/>
            <a:stCxn id="72" idx="1"/>
            <a:endCxn id="60" idx="5"/>
          </p:cNvCxnSpPr>
          <p:nvPr/>
        </p:nvCxnSpPr>
        <p:spPr>
          <a:xfrm flipV="1">
            <a:off x="5400305" y="4452423"/>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4" name="TextBox 73"/>
          <p:cNvSpPr txBox="1"/>
          <p:nvPr/>
        </p:nvSpPr>
        <p:spPr>
          <a:xfrm>
            <a:off x="5161414" y="2454976"/>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75" name="TextBox 74"/>
          <p:cNvSpPr txBox="1"/>
          <p:nvPr/>
        </p:nvSpPr>
        <p:spPr>
          <a:xfrm>
            <a:off x="4581131" y="4617884"/>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76" name="TextBox 75"/>
          <p:cNvSpPr txBox="1"/>
          <p:nvPr/>
        </p:nvSpPr>
        <p:spPr>
          <a:xfrm>
            <a:off x="5663662" y="2169000"/>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78" name="Oval 77">
            <a:extLst>
              <a:ext uri="{FF2B5EF4-FFF2-40B4-BE49-F238E27FC236}">
                <a16:creationId xmlns:a16="http://schemas.microsoft.com/office/drawing/2014/main" id="{BDD11F87-DA81-9510-C1CB-0AF4093562CB}"/>
              </a:ext>
            </a:extLst>
          </p:cNvPr>
          <p:cNvSpPr/>
          <p:nvPr/>
        </p:nvSpPr>
        <p:spPr>
          <a:xfrm rot="5400000">
            <a:off x="2137217" y="214248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9" name="Oval 78">
            <a:extLst>
              <a:ext uri="{FF2B5EF4-FFF2-40B4-BE49-F238E27FC236}">
                <a16:creationId xmlns:a16="http://schemas.microsoft.com/office/drawing/2014/main" id="{BDD11F87-DA81-9510-C1CB-0AF4093562CB}"/>
              </a:ext>
            </a:extLst>
          </p:cNvPr>
          <p:cNvSpPr/>
          <p:nvPr/>
        </p:nvSpPr>
        <p:spPr>
          <a:xfrm rot="5400000">
            <a:off x="1424844" y="28625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0" name="Oval 79">
            <a:extLst>
              <a:ext uri="{FF2B5EF4-FFF2-40B4-BE49-F238E27FC236}">
                <a16:creationId xmlns:a16="http://schemas.microsoft.com/office/drawing/2014/main" id="{BDD11F87-DA81-9510-C1CB-0AF4093562CB}"/>
              </a:ext>
            </a:extLst>
          </p:cNvPr>
          <p:cNvSpPr/>
          <p:nvPr/>
        </p:nvSpPr>
        <p:spPr>
          <a:xfrm rot="5400000">
            <a:off x="2857297" y="28625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1" name="Straight Connector 80">
            <a:extLst>
              <a:ext uri="{FF2B5EF4-FFF2-40B4-BE49-F238E27FC236}">
                <a16:creationId xmlns:a16="http://schemas.microsoft.com/office/drawing/2014/main" id="{6205DD86-315C-53B6-CEEF-A9919650168E}"/>
              </a:ext>
            </a:extLst>
          </p:cNvPr>
          <p:cNvCxnSpPr>
            <a:cxnSpLocks/>
            <a:stCxn id="78" idx="5"/>
            <a:endCxn id="79" idx="1"/>
          </p:cNvCxnSpPr>
          <p:nvPr/>
        </p:nvCxnSpPr>
        <p:spPr>
          <a:xfrm flipH="1">
            <a:off x="1547756" y="2265398"/>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6205DD86-315C-53B6-CEEF-A9919650168E}"/>
              </a:ext>
            </a:extLst>
          </p:cNvPr>
          <p:cNvCxnSpPr>
            <a:cxnSpLocks/>
            <a:stCxn id="78" idx="7"/>
            <a:endCxn id="80" idx="3"/>
          </p:cNvCxnSpPr>
          <p:nvPr/>
        </p:nvCxnSpPr>
        <p:spPr>
          <a:xfrm>
            <a:off x="2260129" y="2265398"/>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80" idx="4"/>
            <a:endCxn id="79" idx="0"/>
          </p:cNvCxnSpPr>
          <p:nvPr/>
        </p:nvCxnSpPr>
        <p:spPr>
          <a:xfrm flipH="1">
            <a:off x="1568844" y="2934566"/>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4" name="Oval 83">
            <a:extLst>
              <a:ext uri="{FF2B5EF4-FFF2-40B4-BE49-F238E27FC236}">
                <a16:creationId xmlns:a16="http://schemas.microsoft.com/office/drawing/2014/main" id="{BDD11F87-DA81-9510-C1CB-0AF4093562CB}"/>
              </a:ext>
            </a:extLst>
          </p:cNvPr>
          <p:cNvSpPr/>
          <p:nvPr/>
        </p:nvSpPr>
        <p:spPr>
          <a:xfrm rot="5400000">
            <a:off x="1417137" y="43027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5" name="Oval 84">
            <a:extLst>
              <a:ext uri="{FF2B5EF4-FFF2-40B4-BE49-F238E27FC236}">
                <a16:creationId xmlns:a16="http://schemas.microsoft.com/office/drawing/2014/main" id="{BDD11F87-DA81-9510-C1CB-0AF4093562CB}"/>
              </a:ext>
            </a:extLst>
          </p:cNvPr>
          <p:cNvSpPr/>
          <p:nvPr/>
        </p:nvSpPr>
        <p:spPr>
          <a:xfrm rot="5400000">
            <a:off x="2857297" y="43027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6" name="Straight Connector 85">
            <a:extLst>
              <a:ext uri="{FF2B5EF4-FFF2-40B4-BE49-F238E27FC236}">
                <a16:creationId xmlns:a16="http://schemas.microsoft.com/office/drawing/2014/main" id="{6205DD86-315C-53B6-CEEF-A9919650168E}"/>
              </a:ext>
            </a:extLst>
          </p:cNvPr>
          <p:cNvCxnSpPr>
            <a:cxnSpLocks/>
            <a:stCxn id="79" idx="6"/>
            <a:endCxn id="84" idx="2"/>
          </p:cNvCxnSpPr>
          <p:nvPr/>
        </p:nvCxnSpPr>
        <p:spPr>
          <a:xfrm flipH="1">
            <a:off x="1489137" y="3006566"/>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6205DD86-315C-53B6-CEEF-A9919650168E}"/>
              </a:ext>
            </a:extLst>
          </p:cNvPr>
          <p:cNvCxnSpPr>
            <a:cxnSpLocks/>
            <a:stCxn id="80" idx="6"/>
            <a:endCxn id="85" idx="2"/>
          </p:cNvCxnSpPr>
          <p:nvPr/>
        </p:nvCxnSpPr>
        <p:spPr>
          <a:xfrm>
            <a:off x="2929297" y="3006566"/>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8" name="Straight Connector 87">
            <a:extLst>
              <a:ext uri="{FF2B5EF4-FFF2-40B4-BE49-F238E27FC236}">
                <a16:creationId xmlns:a16="http://schemas.microsoft.com/office/drawing/2014/main" id="{6205DD86-315C-53B6-CEEF-A9919650168E}"/>
              </a:ext>
            </a:extLst>
          </p:cNvPr>
          <p:cNvCxnSpPr>
            <a:cxnSpLocks/>
            <a:stCxn id="85" idx="4"/>
            <a:endCxn id="84" idx="0"/>
          </p:cNvCxnSpPr>
          <p:nvPr/>
        </p:nvCxnSpPr>
        <p:spPr>
          <a:xfrm flipH="1">
            <a:off x="1561137" y="4374726"/>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Straight Connector 88">
            <a:extLst>
              <a:ext uri="{FF2B5EF4-FFF2-40B4-BE49-F238E27FC236}">
                <a16:creationId xmlns:a16="http://schemas.microsoft.com/office/drawing/2014/main" id="{6205DD86-315C-53B6-CEEF-A9919650168E}"/>
              </a:ext>
            </a:extLst>
          </p:cNvPr>
          <p:cNvCxnSpPr>
            <a:cxnSpLocks/>
            <a:stCxn id="85" idx="3"/>
            <a:endCxn id="79" idx="7"/>
          </p:cNvCxnSpPr>
          <p:nvPr/>
        </p:nvCxnSpPr>
        <p:spPr>
          <a:xfrm flipH="1" flipV="1">
            <a:off x="1547756" y="2985478"/>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0" name="TextBox 89"/>
          <p:cNvSpPr txBox="1"/>
          <p:nvPr/>
        </p:nvSpPr>
        <p:spPr>
          <a:xfrm>
            <a:off x="2501109" y="4662963"/>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91" name="TextBox 90"/>
          <p:cNvSpPr txBox="1"/>
          <p:nvPr/>
        </p:nvSpPr>
        <p:spPr>
          <a:xfrm>
            <a:off x="1106805" y="3351817"/>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92" name="TextBox 91"/>
          <p:cNvSpPr txBox="1"/>
          <p:nvPr/>
        </p:nvSpPr>
        <p:spPr>
          <a:xfrm>
            <a:off x="1489377" y="2166581"/>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93" name="TextBox 92"/>
          <p:cNvSpPr txBox="1"/>
          <p:nvPr/>
        </p:nvSpPr>
        <p:spPr>
          <a:xfrm>
            <a:off x="2130853" y="318848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94" name="TextBox 93"/>
          <p:cNvSpPr txBox="1"/>
          <p:nvPr/>
        </p:nvSpPr>
        <p:spPr>
          <a:xfrm>
            <a:off x="2945794" y="3351817"/>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95" name="TextBox 94"/>
          <p:cNvSpPr txBox="1"/>
          <p:nvPr/>
        </p:nvSpPr>
        <p:spPr>
          <a:xfrm>
            <a:off x="1983654" y="386556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96" name="Straight Connector 95">
            <a:extLst>
              <a:ext uri="{FF2B5EF4-FFF2-40B4-BE49-F238E27FC236}">
                <a16:creationId xmlns:a16="http://schemas.microsoft.com/office/drawing/2014/main" id="{6205DD86-315C-53B6-CEEF-A9919650168E}"/>
              </a:ext>
            </a:extLst>
          </p:cNvPr>
          <p:cNvCxnSpPr>
            <a:cxnSpLocks/>
            <a:stCxn id="97" idx="3"/>
            <a:endCxn id="84" idx="7"/>
          </p:cNvCxnSpPr>
          <p:nvPr/>
        </p:nvCxnSpPr>
        <p:spPr>
          <a:xfrm flipH="1" flipV="1">
            <a:off x="1540049" y="4425638"/>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7" name="Oval 96">
            <a:extLst>
              <a:ext uri="{FF2B5EF4-FFF2-40B4-BE49-F238E27FC236}">
                <a16:creationId xmlns:a16="http://schemas.microsoft.com/office/drawing/2014/main" id="{BDD11F87-DA81-9510-C1CB-0AF4093562CB}"/>
              </a:ext>
            </a:extLst>
          </p:cNvPr>
          <p:cNvSpPr/>
          <p:nvPr/>
        </p:nvSpPr>
        <p:spPr>
          <a:xfrm rot="5400000">
            <a:off x="2133198" y="503177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8" name="Straight Connector 97">
            <a:extLst>
              <a:ext uri="{FF2B5EF4-FFF2-40B4-BE49-F238E27FC236}">
                <a16:creationId xmlns:a16="http://schemas.microsoft.com/office/drawing/2014/main" id="{6205DD86-315C-53B6-CEEF-A9919650168E}"/>
              </a:ext>
            </a:extLst>
          </p:cNvPr>
          <p:cNvCxnSpPr>
            <a:cxnSpLocks/>
            <a:stCxn id="97" idx="1"/>
            <a:endCxn id="85" idx="5"/>
          </p:cNvCxnSpPr>
          <p:nvPr/>
        </p:nvCxnSpPr>
        <p:spPr>
          <a:xfrm flipV="1">
            <a:off x="2256110" y="4425638"/>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9" name="TextBox 98"/>
          <p:cNvSpPr txBox="1"/>
          <p:nvPr/>
        </p:nvSpPr>
        <p:spPr>
          <a:xfrm>
            <a:off x="2017219" y="242819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00" name="TextBox 99"/>
          <p:cNvSpPr txBox="1"/>
          <p:nvPr/>
        </p:nvSpPr>
        <p:spPr>
          <a:xfrm>
            <a:off x="1436936" y="459109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01" name="TextBox 100"/>
          <p:cNvSpPr txBox="1"/>
          <p:nvPr/>
        </p:nvSpPr>
        <p:spPr>
          <a:xfrm>
            <a:off x="2519467" y="2142215"/>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cxnSp>
        <p:nvCxnSpPr>
          <p:cNvPr id="77" name="Straight Connector 76"/>
          <p:cNvCxnSpPr/>
          <p:nvPr/>
        </p:nvCxnSpPr>
        <p:spPr>
          <a:xfrm>
            <a:off x="3891000" y="2208337"/>
            <a:ext cx="0" cy="432831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0" name="Rectangle 129"/>
              <p:cNvSpPr/>
              <p:nvPr/>
            </p:nvSpPr>
            <p:spPr>
              <a:xfrm>
                <a:off x="298593" y="5655189"/>
                <a:ext cx="3711386" cy="523220"/>
              </a:xfrm>
              <a:prstGeom prst="rect">
                <a:avLst/>
              </a:prstGeom>
            </p:spPr>
            <p:txBody>
              <a:bodyPr wrap="square">
                <a:spAutoFit/>
              </a:bodyPr>
              <a:lstStyle/>
              <a:p>
                <a:pPr algn="ctr"/>
                <a:r>
                  <a:rPr lang="en-US" sz="2800" dirty="0">
                    <a:solidFill>
                      <a:srgbClr val="002060"/>
                    </a:solidFill>
                  </a:rPr>
                  <a:t>Maximal matching </a:t>
                </a:r>
                <a14:m>
                  <m:oMath xmlns:m="http://schemas.openxmlformats.org/officeDocument/2006/math">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M</m:t>
                        </m:r>
                      </m:e>
                      <m:sub>
                        <m:r>
                          <a:rPr lang="en-US" sz="2800" dirty="0">
                            <a:solidFill>
                              <a:srgbClr val="002060"/>
                            </a:solidFill>
                            <a:latin typeface="Cambria Math" panose="02040503050406030204" pitchFamily="18" charset="0"/>
                          </a:rPr>
                          <m:t>1</m:t>
                        </m:r>
                      </m:sub>
                    </m:sSub>
                  </m:oMath>
                </a14:m>
                <a:endParaRPr lang="en-US" sz="2800" dirty="0">
                  <a:solidFill>
                    <a:srgbClr val="002060"/>
                  </a:solidFill>
                </a:endParaRPr>
              </a:p>
            </p:txBody>
          </p:sp>
        </mc:Choice>
        <mc:Fallback xmlns="">
          <p:sp>
            <p:nvSpPr>
              <p:cNvPr id="130" name="Rectangle 129"/>
              <p:cNvSpPr>
                <a:spLocks noRot="1" noChangeAspect="1" noMove="1" noResize="1" noEditPoints="1" noAdjustHandles="1" noChangeArrowheads="1" noChangeShapeType="1" noTextEdit="1"/>
              </p:cNvSpPr>
              <p:nvPr/>
            </p:nvSpPr>
            <p:spPr>
              <a:xfrm>
                <a:off x="298593" y="5655189"/>
                <a:ext cx="3711386" cy="523220"/>
              </a:xfrm>
              <a:prstGeom prst="rect">
                <a:avLst/>
              </a:prstGeom>
              <a:blipFill rotWithShape="0">
                <a:blip r:embed="rId2"/>
                <a:stretch>
                  <a:fillRect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 name="TextBox 132"/>
              <p:cNvSpPr txBox="1"/>
              <p:nvPr/>
            </p:nvSpPr>
            <p:spPr>
              <a:xfrm>
                <a:off x="5068701" y="5322327"/>
                <a:ext cx="4860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i="0" dirty="0" smtClean="0">
                          <a:solidFill>
                            <a:srgbClr val="002060"/>
                          </a:solidFill>
                          <a:latin typeface="Cambria Math" panose="02040503050406030204" pitchFamily="18" charset="0"/>
                        </a:rPr>
                        <m:t>G</m:t>
                      </m:r>
                    </m:oMath>
                  </m:oMathPara>
                </a14:m>
                <a:endParaRPr lang="en-US" sz="2800" dirty="0">
                  <a:solidFill>
                    <a:srgbClr val="002060"/>
                  </a:solidFill>
                </a:endParaRPr>
              </a:p>
            </p:txBody>
          </p:sp>
        </mc:Choice>
        <mc:Fallback xmlns="">
          <p:sp>
            <p:nvSpPr>
              <p:cNvPr id="133" name="TextBox 132"/>
              <p:cNvSpPr txBox="1">
                <a:spLocks noRot="1" noChangeAspect="1" noMove="1" noResize="1" noEditPoints="1" noAdjustHandles="1" noChangeArrowheads="1" noChangeShapeType="1" noTextEdit="1"/>
              </p:cNvSpPr>
              <p:nvPr/>
            </p:nvSpPr>
            <p:spPr>
              <a:xfrm>
                <a:off x="5068701" y="5322327"/>
                <a:ext cx="486030" cy="523220"/>
              </a:xfrm>
              <a:prstGeom prst="rect">
                <a:avLst/>
              </a:prstGeom>
              <a:blipFill rotWithShape="0">
                <a:blip r:embed="rId3"/>
                <a:stretch>
                  <a:fillRect/>
                </a:stretch>
              </a:blipFill>
            </p:spPr>
            <p:txBody>
              <a:bodyPr/>
              <a:lstStyle/>
              <a:p>
                <a:r>
                  <a:rPr lang="en-US">
                    <a:noFill/>
                  </a:rPr>
                  <a:t> </a:t>
                </a:r>
              </a:p>
            </p:txBody>
          </p:sp>
        </mc:Fallback>
      </mc:AlternateContent>
      <p:sp>
        <p:nvSpPr>
          <p:cNvPr id="128" name="Oval 127">
            <a:extLst>
              <a:ext uri="{FF2B5EF4-FFF2-40B4-BE49-F238E27FC236}">
                <a16:creationId xmlns:a16="http://schemas.microsoft.com/office/drawing/2014/main" id="{BDD11F87-DA81-9510-C1CB-0AF4093562CB}"/>
              </a:ext>
            </a:extLst>
          </p:cNvPr>
          <p:cNvSpPr/>
          <p:nvPr/>
        </p:nvSpPr>
        <p:spPr>
          <a:xfrm rot="5400000">
            <a:off x="9131146" y="20684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9" name="Oval 128">
            <a:extLst>
              <a:ext uri="{FF2B5EF4-FFF2-40B4-BE49-F238E27FC236}">
                <a16:creationId xmlns:a16="http://schemas.microsoft.com/office/drawing/2014/main" id="{BDD11F87-DA81-9510-C1CB-0AF4093562CB}"/>
              </a:ext>
            </a:extLst>
          </p:cNvPr>
          <p:cNvSpPr/>
          <p:nvPr/>
        </p:nvSpPr>
        <p:spPr>
          <a:xfrm rot="5400000">
            <a:off x="8418773" y="278853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1" name="Oval 130">
            <a:extLst>
              <a:ext uri="{FF2B5EF4-FFF2-40B4-BE49-F238E27FC236}">
                <a16:creationId xmlns:a16="http://schemas.microsoft.com/office/drawing/2014/main" id="{BDD11F87-DA81-9510-C1CB-0AF4093562CB}"/>
              </a:ext>
            </a:extLst>
          </p:cNvPr>
          <p:cNvSpPr/>
          <p:nvPr/>
        </p:nvSpPr>
        <p:spPr>
          <a:xfrm rot="5400000">
            <a:off x="9851226" y="278853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2" name="Straight Connector 131">
            <a:extLst>
              <a:ext uri="{FF2B5EF4-FFF2-40B4-BE49-F238E27FC236}">
                <a16:creationId xmlns:a16="http://schemas.microsoft.com/office/drawing/2014/main" id="{6205DD86-315C-53B6-CEEF-A9919650168E}"/>
              </a:ext>
            </a:extLst>
          </p:cNvPr>
          <p:cNvCxnSpPr>
            <a:cxnSpLocks/>
            <a:stCxn id="128" idx="5"/>
            <a:endCxn id="129" idx="1"/>
          </p:cNvCxnSpPr>
          <p:nvPr/>
        </p:nvCxnSpPr>
        <p:spPr>
          <a:xfrm flipH="1">
            <a:off x="8541685" y="2191370"/>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4" name="Straight Connector 133">
            <a:extLst>
              <a:ext uri="{FF2B5EF4-FFF2-40B4-BE49-F238E27FC236}">
                <a16:creationId xmlns:a16="http://schemas.microsoft.com/office/drawing/2014/main" id="{6205DD86-315C-53B6-CEEF-A9919650168E}"/>
              </a:ext>
            </a:extLst>
          </p:cNvPr>
          <p:cNvCxnSpPr>
            <a:cxnSpLocks/>
            <a:stCxn id="128" idx="7"/>
            <a:endCxn id="131" idx="3"/>
          </p:cNvCxnSpPr>
          <p:nvPr/>
        </p:nvCxnSpPr>
        <p:spPr>
          <a:xfrm>
            <a:off x="9254058" y="2191370"/>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5" name="Straight Connector 134">
            <a:extLst>
              <a:ext uri="{FF2B5EF4-FFF2-40B4-BE49-F238E27FC236}">
                <a16:creationId xmlns:a16="http://schemas.microsoft.com/office/drawing/2014/main" id="{6205DD86-315C-53B6-CEEF-A9919650168E}"/>
              </a:ext>
            </a:extLst>
          </p:cNvPr>
          <p:cNvCxnSpPr>
            <a:cxnSpLocks/>
            <a:stCxn id="131" idx="4"/>
            <a:endCxn id="129" idx="0"/>
          </p:cNvCxnSpPr>
          <p:nvPr/>
        </p:nvCxnSpPr>
        <p:spPr>
          <a:xfrm flipH="1">
            <a:off x="8562773" y="2860538"/>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6" name="Oval 135">
            <a:extLst>
              <a:ext uri="{FF2B5EF4-FFF2-40B4-BE49-F238E27FC236}">
                <a16:creationId xmlns:a16="http://schemas.microsoft.com/office/drawing/2014/main" id="{BDD11F87-DA81-9510-C1CB-0AF4093562CB}"/>
              </a:ext>
            </a:extLst>
          </p:cNvPr>
          <p:cNvSpPr/>
          <p:nvPr/>
        </p:nvSpPr>
        <p:spPr>
          <a:xfrm rot="5400000">
            <a:off x="8411066" y="422869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7" name="Oval 136">
            <a:extLst>
              <a:ext uri="{FF2B5EF4-FFF2-40B4-BE49-F238E27FC236}">
                <a16:creationId xmlns:a16="http://schemas.microsoft.com/office/drawing/2014/main" id="{BDD11F87-DA81-9510-C1CB-0AF4093562CB}"/>
              </a:ext>
            </a:extLst>
          </p:cNvPr>
          <p:cNvSpPr/>
          <p:nvPr/>
        </p:nvSpPr>
        <p:spPr>
          <a:xfrm rot="5400000">
            <a:off x="9851226" y="422869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8" name="Straight Connector 137">
            <a:extLst>
              <a:ext uri="{FF2B5EF4-FFF2-40B4-BE49-F238E27FC236}">
                <a16:creationId xmlns:a16="http://schemas.microsoft.com/office/drawing/2014/main" id="{6205DD86-315C-53B6-CEEF-A9919650168E}"/>
              </a:ext>
            </a:extLst>
          </p:cNvPr>
          <p:cNvCxnSpPr>
            <a:cxnSpLocks/>
            <a:stCxn id="129" idx="6"/>
            <a:endCxn id="136" idx="2"/>
          </p:cNvCxnSpPr>
          <p:nvPr/>
        </p:nvCxnSpPr>
        <p:spPr>
          <a:xfrm flipH="1">
            <a:off x="8483066" y="2932538"/>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9" name="Straight Connector 138">
            <a:extLst>
              <a:ext uri="{FF2B5EF4-FFF2-40B4-BE49-F238E27FC236}">
                <a16:creationId xmlns:a16="http://schemas.microsoft.com/office/drawing/2014/main" id="{6205DD86-315C-53B6-CEEF-A9919650168E}"/>
              </a:ext>
            </a:extLst>
          </p:cNvPr>
          <p:cNvCxnSpPr>
            <a:cxnSpLocks/>
            <a:stCxn id="131" idx="6"/>
            <a:endCxn id="137" idx="2"/>
          </p:cNvCxnSpPr>
          <p:nvPr/>
        </p:nvCxnSpPr>
        <p:spPr>
          <a:xfrm>
            <a:off x="9923226" y="2932538"/>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0" name="Straight Connector 139">
            <a:extLst>
              <a:ext uri="{FF2B5EF4-FFF2-40B4-BE49-F238E27FC236}">
                <a16:creationId xmlns:a16="http://schemas.microsoft.com/office/drawing/2014/main" id="{6205DD86-315C-53B6-CEEF-A9919650168E}"/>
              </a:ext>
            </a:extLst>
          </p:cNvPr>
          <p:cNvCxnSpPr>
            <a:cxnSpLocks/>
            <a:stCxn id="137" idx="4"/>
            <a:endCxn id="136" idx="0"/>
          </p:cNvCxnSpPr>
          <p:nvPr/>
        </p:nvCxnSpPr>
        <p:spPr>
          <a:xfrm flipH="1">
            <a:off x="8555066" y="4300698"/>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1" name="Straight Connector 140">
            <a:extLst>
              <a:ext uri="{FF2B5EF4-FFF2-40B4-BE49-F238E27FC236}">
                <a16:creationId xmlns:a16="http://schemas.microsoft.com/office/drawing/2014/main" id="{6205DD86-315C-53B6-CEEF-A9919650168E}"/>
              </a:ext>
            </a:extLst>
          </p:cNvPr>
          <p:cNvCxnSpPr>
            <a:cxnSpLocks/>
            <a:stCxn id="137" idx="3"/>
            <a:endCxn id="129" idx="7"/>
          </p:cNvCxnSpPr>
          <p:nvPr/>
        </p:nvCxnSpPr>
        <p:spPr>
          <a:xfrm flipH="1" flipV="1">
            <a:off x="8541685" y="2911450"/>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2" name="TextBox 141"/>
          <p:cNvSpPr txBox="1"/>
          <p:nvPr/>
        </p:nvSpPr>
        <p:spPr>
          <a:xfrm>
            <a:off x="9495038" y="4588935"/>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43" name="TextBox 142"/>
          <p:cNvSpPr txBox="1"/>
          <p:nvPr/>
        </p:nvSpPr>
        <p:spPr>
          <a:xfrm>
            <a:off x="8100734" y="3277789"/>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144" name="TextBox 143"/>
          <p:cNvSpPr txBox="1"/>
          <p:nvPr/>
        </p:nvSpPr>
        <p:spPr>
          <a:xfrm>
            <a:off x="8483306" y="2092553"/>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145" name="TextBox 144"/>
          <p:cNvSpPr txBox="1"/>
          <p:nvPr/>
        </p:nvSpPr>
        <p:spPr>
          <a:xfrm>
            <a:off x="9124782" y="3114459"/>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146" name="TextBox 145"/>
          <p:cNvSpPr txBox="1"/>
          <p:nvPr/>
        </p:nvSpPr>
        <p:spPr>
          <a:xfrm>
            <a:off x="9939723" y="3277789"/>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47" name="TextBox 146"/>
          <p:cNvSpPr txBox="1"/>
          <p:nvPr/>
        </p:nvSpPr>
        <p:spPr>
          <a:xfrm>
            <a:off x="8977583" y="3791540"/>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148" name="Straight Connector 147">
            <a:extLst>
              <a:ext uri="{FF2B5EF4-FFF2-40B4-BE49-F238E27FC236}">
                <a16:creationId xmlns:a16="http://schemas.microsoft.com/office/drawing/2014/main" id="{6205DD86-315C-53B6-CEEF-A9919650168E}"/>
              </a:ext>
            </a:extLst>
          </p:cNvPr>
          <p:cNvCxnSpPr>
            <a:cxnSpLocks/>
            <a:stCxn id="149" idx="3"/>
            <a:endCxn id="136" idx="7"/>
          </p:cNvCxnSpPr>
          <p:nvPr/>
        </p:nvCxnSpPr>
        <p:spPr>
          <a:xfrm flipH="1" flipV="1">
            <a:off x="8533978" y="4351610"/>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9" name="Oval 148">
            <a:extLst>
              <a:ext uri="{FF2B5EF4-FFF2-40B4-BE49-F238E27FC236}">
                <a16:creationId xmlns:a16="http://schemas.microsoft.com/office/drawing/2014/main" id="{BDD11F87-DA81-9510-C1CB-0AF4093562CB}"/>
              </a:ext>
            </a:extLst>
          </p:cNvPr>
          <p:cNvSpPr/>
          <p:nvPr/>
        </p:nvSpPr>
        <p:spPr>
          <a:xfrm rot="5400000">
            <a:off x="9127127" y="495774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0" name="Straight Connector 149">
            <a:extLst>
              <a:ext uri="{FF2B5EF4-FFF2-40B4-BE49-F238E27FC236}">
                <a16:creationId xmlns:a16="http://schemas.microsoft.com/office/drawing/2014/main" id="{6205DD86-315C-53B6-CEEF-A9919650168E}"/>
              </a:ext>
            </a:extLst>
          </p:cNvPr>
          <p:cNvCxnSpPr>
            <a:cxnSpLocks/>
            <a:stCxn id="149" idx="1"/>
            <a:endCxn id="137" idx="5"/>
          </p:cNvCxnSpPr>
          <p:nvPr/>
        </p:nvCxnSpPr>
        <p:spPr>
          <a:xfrm flipV="1">
            <a:off x="9250039" y="4351610"/>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1" name="TextBox 150"/>
          <p:cNvSpPr txBox="1"/>
          <p:nvPr/>
        </p:nvSpPr>
        <p:spPr>
          <a:xfrm>
            <a:off x="9011148" y="2354163"/>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52" name="TextBox 151"/>
          <p:cNvSpPr txBox="1"/>
          <p:nvPr/>
        </p:nvSpPr>
        <p:spPr>
          <a:xfrm>
            <a:off x="8430865" y="451707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53" name="TextBox 152"/>
          <p:cNvSpPr txBox="1"/>
          <p:nvPr/>
        </p:nvSpPr>
        <p:spPr>
          <a:xfrm>
            <a:off x="9513396" y="2068187"/>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mc:AlternateContent xmlns:mc="http://schemas.openxmlformats.org/markup-compatibility/2006" xmlns:a14="http://schemas.microsoft.com/office/drawing/2010/main">
        <mc:Choice Requires="a14">
          <p:sp>
            <p:nvSpPr>
              <p:cNvPr id="155" name="Rectangle 154"/>
              <p:cNvSpPr/>
              <p:nvPr/>
            </p:nvSpPr>
            <p:spPr>
              <a:xfrm>
                <a:off x="7265025" y="5650014"/>
                <a:ext cx="3711386" cy="523220"/>
              </a:xfrm>
              <a:prstGeom prst="rect">
                <a:avLst/>
              </a:prstGeom>
            </p:spPr>
            <p:txBody>
              <a:bodyPr wrap="square">
                <a:spAutoFit/>
              </a:bodyPr>
              <a:lstStyle/>
              <a:p>
                <a:pPr algn="ctr"/>
                <a:r>
                  <a:rPr lang="en-US" sz="2800" dirty="0">
                    <a:solidFill>
                      <a:srgbClr val="002060"/>
                    </a:solidFill>
                  </a:rPr>
                  <a:t>Maximal matching </a:t>
                </a:r>
                <a14:m>
                  <m:oMath xmlns:m="http://schemas.openxmlformats.org/officeDocument/2006/math">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a14:m>
                <a:endParaRPr lang="en-US" sz="2800" dirty="0">
                  <a:solidFill>
                    <a:srgbClr val="002060"/>
                  </a:solidFill>
                </a:endParaRPr>
              </a:p>
            </p:txBody>
          </p:sp>
        </mc:Choice>
        <mc:Fallback xmlns="">
          <p:sp>
            <p:nvSpPr>
              <p:cNvPr id="155" name="Rectangle 154"/>
              <p:cNvSpPr>
                <a:spLocks noRot="1" noChangeAspect="1" noMove="1" noResize="1" noEditPoints="1" noAdjustHandles="1" noChangeArrowheads="1" noChangeShapeType="1" noTextEdit="1"/>
              </p:cNvSpPr>
              <p:nvPr/>
            </p:nvSpPr>
            <p:spPr>
              <a:xfrm>
                <a:off x="7265025" y="5650014"/>
                <a:ext cx="3711386" cy="523220"/>
              </a:xfrm>
              <a:prstGeom prst="rect">
                <a:avLst/>
              </a:prstGeom>
              <a:blipFill rotWithShape="0">
                <a:blip r:embed="rId4"/>
                <a:stretch>
                  <a:fillRect t="-12791" b="-31395"/>
                </a:stretch>
              </a:blipFill>
            </p:spPr>
            <p:txBody>
              <a:bodyPr/>
              <a:lstStyle/>
              <a:p>
                <a:r>
                  <a:rPr lang="en-US">
                    <a:noFill/>
                  </a:rPr>
                  <a:t> </a:t>
                </a:r>
              </a:p>
            </p:txBody>
          </p:sp>
        </mc:Fallback>
      </mc:AlternateContent>
      <p:cxnSp>
        <p:nvCxnSpPr>
          <p:cNvPr id="156" name="Straight Connector 155"/>
          <p:cNvCxnSpPr/>
          <p:nvPr/>
        </p:nvCxnSpPr>
        <p:spPr>
          <a:xfrm>
            <a:off x="6816000" y="2214000"/>
            <a:ext cx="0" cy="432831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54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7" presetClass="emph" presetSubtype="2" fill="hold" nodeType="clickEffect">
                                  <p:stCondLst>
                                    <p:cond delay="0"/>
                                  </p:stCondLst>
                                  <p:childTnLst>
                                    <p:animClr clrSpc="rgb" dir="cw">
                                      <p:cBhvr>
                                        <p:cTn id="56" dur="500" fill="hold"/>
                                        <p:tgtEl>
                                          <p:spTgt spid="81"/>
                                        </p:tgtEl>
                                        <p:attrNameLst>
                                          <p:attrName>stroke.color</p:attrName>
                                        </p:attrNameLst>
                                      </p:cBhvr>
                                      <p:to>
                                        <a:schemeClr val="accent2"/>
                                      </p:to>
                                    </p:animClr>
                                    <p:set>
                                      <p:cBhvr>
                                        <p:cTn id="57" dur="500" fill="hold"/>
                                        <p:tgtEl>
                                          <p:spTgt spid="81"/>
                                        </p:tgtEl>
                                        <p:attrNameLst>
                                          <p:attrName>stroke.on</p:attrName>
                                        </p:attrNameLst>
                                      </p:cBhvr>
                                      <p:to>
                                        <p:strVal val="true"/>
                                      </p:to>
                                    </p:set>
                                  </p:childTnLst>
                                </p:cTn>
                              </p:par>
                            </p:childTnLst>
                          </p:cTn>
                        </p:par>
                      </p:childTnLst>
                    </p:cTn>
                  </p:par>
                  <p:par>
                    <p:cTn id="58" fill="hold">
                      <p:stCondLst>
                        <p:cond delay="indefinite"/>
                      </p:stCondLst>
                      <p:childTnLst>
                        <p:par>
                          <p:cTn id="59" fill="hold">
                            <p:stCondLst>
                              <p:cond delay="0"/>
                            </p:stCondLst>
                            <p:childTnLst>
                              <p:par>
                                <p:cTn id="60" presetID="42" presetClass="exit" presetSubtype="0" fill="hold" nodeType="clickEffect">
                                  <p:stCondLst>
                                    <p:cond delay="0"/>
                                  </p:stCondLst>
                                  <p:childTnLst>
                                    <p:animEffect transition="out" filter="fade">
                                      <p:cBhvr>
                                        <p:cTn id="61" dur="1000"/>
                                        <p:tgtEl>
                                          <p:spTgt spid="82"/>
                                        </p:tgtEl>
                                      </p:cBhvr>
                                    </p:animEffect>
                                    <p:anim calcmode="lin" valueType="num">
                                      <p:cBhvr>
                                        <p:cTn id="62" dur="1000"/>
                                        <p:tgtEl>
                                          <p:spTgt spid="82"/>
                                        </p:tgtEl>
                                        <p:attrNameLst>
                                          <p:attrName>ppt_x</p:attrName>
                                        </p:attrNameLst>
                                      </p:cBhvr>
                                      <p:tavLst>
                                        <p:tav tm="0">
                                          <p:val>
                                            <p:strVal val="ppt_x"/>
                                          </p:val>
                                        </p:tav>
                                        <p:tav tm="100000">
                                          <p:val>
                                            <p:strVal val="ppt_x"/>
                                          </p:val>
                                        </p:tav>
                                      </p:tavLst>
                                    </p:anim>
                                    <p:anim calcmode="lin" valueType="num">
                                      <p:cBhvr>
                                        <p:cTn id="63" dur="1000"/>
                                        <p:tgtEl>
                                          <p:spTgt spid="82"/>
                                        </p:tgtEl>
                                        <p:attrNameLst>
                                          <p:attrName>ppt_y</p:attrName>
                                        </p:attrNameLst>
                                      </p:cBhvr>
                                      <p:tavLst>
                                        <p:tav tm="0">
                                          <p:val>
                                            <p:strVal val="ppt_y"/>
                                          </p:val>
                                        </p:tav>
                                        <p:tav tm="100000">
                                          <p:val>
                                            <p:strVal val="ppt_y+.1"/>
                                          </p:val>
                                        </p:tav>
                                      </p:tavLst>
                                    </p:anim>
                                    <p:set>
                                      <p:cBhvr>
                                        <p:cTn id="64" dur="1" fill="hold">
                                          <p:stCondLst>
                                            <p:cond delay="999"/>
                                          </p:stCondLst>
                                        </p:cTn>
                                        <p:tgtEl>
                                          <p:spTgt spid="82"/>
                                        </p:tgtEl>
                                        <p:attrNameLst>
                                          <p:attrName>style.visibility</p:attrName>
                                        </p:attrNameLst>
                                      </p:cBhvr>
                                      <p:to>
                                        <p:strVal val="hidden"/>
                                      </p:to>
                                    </p:set>
                                  </p:childTnLst>
                                </p:cTn>
                              </p:par>
                              <p:par>
                                <p:cTn id="65" presetID="42" presetClass="exit" presetSubtype="0" fill="hold" nodeType="withEffect">
                                  <p:stCondLst>
                                    <p:cond delay="0"/>
                                  </p:stCondLst>
                                  <p:childTnLst>
                                    <p:animEffect transition="out" filter="fade">
                                      <p:cBhvr>
                                        <p:cTn id="66" dur="1000"/>
                                        <p:tgtEl>
                                          <p:spTgt spid="83"/>
                                        </p:tgtEl>
                                      </p:cBhvr>
                                    </p:animEffect>
                                    <p:anim calcmode="lin" valueType="num">
                                      <p:cBhvr>
                                        <p:cTn id="67" dur="1000"/>
                                        <p:tgtEl>
                                          <p:spTgt spid="83"/>
                                        </p:tgtEl>
                                        <p:attrNameLst>
                                          <p:attrName>ppt_x</p:attrName>
                                        </p:attrNameLst>
                                      </p:cBhvr>
                                      <p:tavLst>
                                        <p:tav tm="0">
                                          <p:val>
                                            <p:strVal val="ppt_x"/>
                                          </p:val>
                                        </p:tav>
                                        <p:tav tm="100000">
                                          <p:val>
                                            <p:strVal val="ppt_x"/>
                                          </p:val>
                                        </p:tav>
                                      </p:tavLst>
                                    </p:anim>
                                    <p:anim calcmode="lin" valueType="num">
                                      <p:cBhvr>
                                        <p:cTn id="68" dur="1000"/>
                                        <p:tgtEl>
                                          <p:spTgt spid="83"/>
                                        </p:tgtEl>
                                        <p:attrNameLst>
                                          <p:attrName>ppt_y</p:attrName>
                                        </p:attrNameLst>
                                      </p:cBhvr>
                                      <p:tavLst>
                                        <p:tav tm="0">
                                          <p:val>
                                            <p:strVal val="ppt_y"/>
                                          </p:val>
                                        </p:tav>
                                        <p:tav tm="100000">
                                          <p:val>
                                            <p:strVal val="ppt_y+.1"/>
                                          </p:val>
                                        </p:tav>
                                      </p:tavLst>
                                    </p:anim>
                                    <p:set>
                                      <p:cBhvr>
                                        <p:cTn id="69" dur="1" fill="hold">
                                          <p:stCondLst>
                                            <p:cond delay="999"/>
                                          </p:stCondLst>
                                        </p:cTn>
                                        <p:tgtEl>
                                          <p:spTgt spid="83"/>
                                        </p:tgtEl>
                                        <p:attrNameLst>
                                          <p:attrName>style.visibility</p:attrName>
                                        </p:attrNameLst>
                                      </p:cBhvr>
                                      <p:to>
                                        <p:strVal val="hidden"/>
                                      </p:to>
                                    </p:set>
                                  </p:childTnLst>
                                </p:cTn>
                              </p:par>
                              <p:par>
                                <p:cTn id="70" presetID="42" presetClass="exit" presetSubtype="0" fill="hold" nodeType="withEffect">
                                  <p:stCondLst>
                                    <p:cond delay="0"/>
                                  </p:stCondLst>
                                  <p:childTnLst>
                                    <p:animEffect transition="out" filter="fade">
                                      <p:cBhvr>
                                        <p:cTn id="71" dur="1000"/>
                                        <p:tgtEl>
                                          <p:spTgt spid="86"/>
                                        </p:tgtEl>
                                      </p:cBhvr>
                                    </p:animEffect>
                                    <p:anim calcmode="lin" valueType="num">
                                      <p:cBhvr>
                                        <p:cTn id="72" dur="1000"/>
                                        <p:tgtEl>
                                          <p:spTgt spid="86"/>
                                        </p:tgtEl>
                                        <p:attrNameLst>
                                          <p:attrName>ppt_x</p:attrName>
                                        </p:attrNameLst>
                                      </p:cBhvr>
                                      <p:tavLst>
                                        <p:tav tm="0">
                                          <p:val>
                                            <p:strVal val="ppt_x"/>
                                          </p:val>
                                        </p:tav>
                                        <p:tav tm="100000">
                                          <p:val>
                                            <p:strVal val="ppt_x"/>
                                          </p:val>
                                        </p:tav>
                                      </p:tavLst>
                                    </p:anim>
                                    <p:anim calcmode="lin" valueType="num">
                                      <p:cBhvr>
                                        <p:cTn id="73" dur="1000"/>
                                        <p:tgtEl>
                                          <p:spTgt spid="86"/>
                                        </p:tgtEl>
                                        <p:attrNameLst>
                                          <p:attrName>ppt_y</p:attrName>
                                        </p:attrNameLst>
                                      </p:cBhvr>
                                      <p:tavLst>
                                        <p:tav tm="0">
                                          <p:val>
                                            <p:strVal val="ppt_y"/>
                                          </p:val>
                                        </p:tav>
                                        <p:tav tm="100000">
                                          <p:val>
                                            <p:strVal val="ppt_y+.1"/>
                                          </p:val>
                                        </p:tav>
                                      </p:tavLst>
                                    </p:anim>
                                    <p:set>
                                      <p:cBhvr>
                                        <p:cTn id="74" dur="1" fill="hold">
                                          <p:stCondLst>
                                            <p:cond delay="999"/>
                                          </p:stCondLst>
                                        </p:cTn>
                                        <p:tgtEl>
                                          <p:spTgt spid="86"/>
                                        </p:tgtEl>
                                        <p:attrNameLst>
                                          <p:attrName>style.visibility</p:attrName>
                                        </p:attrNameLst>
                                      </p:cBhvr>
                                      <p:to>
                                        <p:strVal val="hidden"/>
                                      </p:to>
                                    </p:set>
                                  </p:childTnLst>
                                </p:cTn>
                              </p:par>
                              <p:par>
                                <p:cTn id="75" presetID="42" presetClass="exit" presetSubtype="0" fill="hold" nodeType="withEffect">
                                  <p:stCondLst>
                                    <p:cond delay="0"/>
                                  </p:stCondLst>
                                  <p:childTnLst>
                                    <p:animEffect transition="out" filter="fade">
                                      <p:cBhvr>
                                        <p:cTn id="76" dur="1000"/>
                                        <p:tgtEl>
                                          <p:spTgt spid="89"/>
                                        </p:tgtEl>
                                      </p:cBhvr>
                                    </p:animEffect>
                                    <p:anim calcmode="lin" valueType="num">
                                      <p:cBhvr>
                                        <p:cTn id="77" dur="1000"/>
                                        <p:tgtEl>
                                          <p:spTgt spid="89"/>
                                        </p:tgtEl>
                                        <p:attrNameLst>
                                          <p:attrName>ppt_x</p:attrName>
                                        </p:attrNameLst>
                                      </p:cBhvr>
                                      <p:tavLst>
                                        <p:tav tm="0">
                                          <p:val>
                                            <p:strVal val="ppt_x"/>
                                          </p:val>
                                        </p:tav>
                                        <p:tav tm="100000">
                                          <p:val>
                                            <p:strVal val="ppt_x"/>
                                          </p:val>
                                        </p:tav>
                                      </p:tavLst>
                                    </p:anim>
                                    <p:anim calcmode="lin" valueType="num">
                                      <p:cBhvr>
                                        <p:cTn id="78" dur="1000"/>
                                        <p:tgtEl>
                                          <p:spTgt spid="89"/>
                                        </p:tgtEl>
                                        <p:attrNameLst>
                                          <p:attrName>ppt_y</p:attrName>
                                        </p:attrNameLst>
                                      </p:cBhvr>
                                      <p:tavLst>
                                        <p:tav tm="0">
                                          <p:val>
                                            <p:strVal val="ppt_y"/>
                                          </p:val>
                                        </p:tav>
                                        <p:tav tm="100000">
                                          <p:val>
                                            <p:strVal val="ppt_y+.1"/>
                                          </p:val>
                                        </p:tav>
                                      </p:tavLst>
                                    </p:anim>
                                    <p:set>
                                      <p:cBhvr>
                                        <p:cTn id="79" dur="1" fill="hold">
                                          <p:stCondLst>
                                            <p:cond delay="999"/>
                                          </p:stCondLst>
                                        </p:cTn>
                                        <p:tgtEl>
                                          <p:spTgt spid="89"/>
                                        </p:tgtEl>
                                        <p:attrNameLst>
                                          <p:attrName>style.visibility</p:attrName>
                                        </p:attrNameLst>
                                      </p:cBhvr>
                                      <p:to>
                                        <p:strVal val="hidden"/>
                                      </p:to>
                                    </p:set>
                                  </p:childTnLst>
                                </p:cTn>
                              </p:par>
                              <p:par>
                                <p:cTn id="80" presetID="42" presetClass="exit" presetSubtype="0" fill="hold" grpId="1" nodeType="withEffect">
                                  <p:stCondLst>
                                    <p:cond delay="0"/>
                                  </p:stCondLst>
                                  <p:childTnLst>
                                    <p:animEffect transition="out" filter="fade">
                                      <p:cBhvr>
                                        <p:cTn id="81" dur="1000"/>
                                        <p:tgtEl>
                                          <p:spTgt spid="93"/>
                                        </p:tgtEl>
                                      </p:cBhvr>
                                    </p:animEffect>
                                    <p:anim calcmode="lin" valueType="num">
                                      <p:cBhvr>
                                        <p:cTn id="82" dur="1000"/>
                                        <p:tgtEl>
                                          <p:spTgt spid="93"/>
                                        </p:tgtEl>
                                        <p:attrNameLst>
                                          <p:attrName>ppt_x</p:attrName>
                                        </p:attrNameLst>
                                      </p:cBhvr>
                                      <p:tavLst>
                                        <p:tav tm="0">
                                          <p:val>
                                            <p:strVal val="ppt_x"/>
                                          </p:val>
                                        </p:tav>
                                        <p:tav tm="100000">
                                          <p:val>
                                            <p:strVal val="ppt_x"/>
                                          </p:val>
                                        </p:tav>
                                      </p:tavLst>
                                    </p:anim>
                                    <p:anim calcmode="lin" valueType="num">
                                      <p:cBhvr>
                                        <p:cTn id="83" dur="1000"/>
                                        <p:tgtEl>
                                          <p:spTgt spid="93"/>
                                        </p:tgtEl>
                                        <p:attrNameLst>
                                          <p:attrName>ppt_y</p:attrName>
                                        </p:attrNameLst>
                                      </p:cBhvr>
                                      <p:tavLst>
                                        <p:tav tm="0">
                                          <p:val>
                                            <p:strVal val="ppt_y"/>
                                          </p:val>
                                        </p:tav>
                                        <p:tav tm="100000">
                                          <p:val>
                                            <p:strVal val="ppt_y+.1"/>
                                          </p:val>
                                        </p:tav>
                                      </p:tavLst>
                                    </p:anim>
                                    <p:set>
                                      <p:cBhvr>
                                        <p:cTn id="84" dur="1" fill="hold">
                                          <p:stCondLst>
                                            <p:cond delay="999"/>
                                          </p:stCondLst>
                                        </p:cTn>
                                        <p:tgtEl>
                                          <p:spTgt spid="93"/>
                                        </p:tgtEl>
                                        <p:attrNameLst>
                                          <p:attrName>style.visibility</p:attrName>
                                        </p:attrNameLst>
                                      </p:cBhvr>
                                      <p:to>
                                        <p:strVal val="hidden"/>
                                      </p:to>
                                    </p:set>
                                  </p:childTnLst>
                                </p:cTn>
                              </p:par>
                              <p:par>
                                <p:cTn id="85" presetID="42" presetClass="exit" presetSubtype="0" fill="hold" grpId="1" nodeType="withEffect">
                                  <p:stCondLst>
                                    <p:cond delay="0"/>
                                  </p:stCondLst>
                                  <p:childTnLst>
                                    <p:animEffect transition="out" filter="fade">
                                      <p:cBhvr>
                                        <p:cTn id="86" dur="1000"/>
                                        <p:tgtEl>
                                          <p:spTgt spid="99"/>
                                        </p:tgtEl>
                                      </p:cBhvr>
                                    </p:animEffect>
                                    <p:anim calcmode="lin" valueType="num">
                                      <p:cBhvr>
                                        <p:cTn id="87" dur="1000"/>
                                        <p:tgtEl>
                                          <p:spTgt spid="99"/>
                                        </p:tgtEl>
                                        <p:attrNameLst>
                                          <p:attrName>ppt_x</p:attrName>
                                        </p:attrNameLst>
                                      </p:cBhvr>
                                      <p:tavLst>
                                        <p:tav tm="0">
                                          <p:val>
                                            <p:strVal val="ppt_x"/>
                                          </p:val>
                                        </p:tav>
                                        <p:tav tm="100000">
                                          <p:val>
                                            <p:strVal val="ppt_x"/>
                                          </p:val>
                                        </p:tav>
                                      </p:tavLst>
                                    </p:anim>
                                    <p:anim calcmode="lin" valueType="num">
                                      <p:cBhvr>
                                        <p:cTn id="88" dur="1000"/>
                                        <p:tgtEl>
                                          <p:spTgt spid="99"/>
                                        </p:tgtEl>
                                        <p:attrNameLst>
                                          <p:attrName>ppt_y</p:attrName>
                                        </p:attrNameLst>
                                      </p:cBhvr>
                                      <p:tavLst>
                                        <p:tav tm="0">
                                          <p:val>
                                            <p:strVal val="ppt_y"/>
                                          </p:val>
                                        </p:tav>
                                        <p:tav tm="100000">
                                          <p:val>
                                            <p:strVal val="ppt_y+.1"/>
                                          </p:val>
                                        </p:tav>
                                      </p:tavLst>
                                    </p:anim>
                                    <p:set>
                                      <p:cBhvr>
                                        <p:cTn id="89" dur="1" fill="hold">
                                          <p:stCondLst>
                                            <p:cond delay="999"/>
                                          </p:stCondLst>
                                        </p:cTn>
                                        <p:tgtEl>
                                          <p:spTgt spid="99"/>
                                        </p:tgtEl>
                                        <p:attrNameLst>
                                          <p:attrName>style.visibility</p:attrName>
                                        </p:attrNameLst>
                                      </p:cBhvr>
                                      <p:to>
                                        <p:strVal val="hidden"/>
                                      </p:to>
                                    </p:set>
                                  </p:childTnLst>
                                </p:cTn>
                              </p:par>
                              <p:par>
                                <p:cTn id="90" presetID="42" presetClass="exit" presetSubtype="0" fill="hold" grpId="1" nodeType="withEffect">
                                  <p:stCondLst>
                                    <p:cond delay="0"/>
                                  </p:stCondLst>
                                  <p:childTnLst>
                                    <p:animEffect transition="out" filter="fade">
                                      <p:cBhvr>
                                        <p:cTn id="91" dur="1000"/>
                                        <p:tgtEl>
                                          <p:spTgt spid="101"/>
                                        </p:tgtEl>
                                      </p:cBhvr>
                                    </p:animEffect>
                                    <p:anim calcmode="lin" valueType="num">
                                      <p:cBhvr>
                                        <p:cTn id="92" dur="1000"/>
                                        <p:tgtEl>
                                          <p:spTgt spid="101"/>
                                        </p:tgtEl>
                                        <p:attrNameLst>
                                          <p:attrName>ppt_x</p:attrName>
                                        </p:attrNameLst>
                                      </p:cBhvr>
                                      <p:tavLst>
                                        <p:tav tm="0">
                                          <p:val>
                                            <p:strVal val="ppt_x"/>
                                          </p:val>
                                        </p:tav>
                                        <p:tav tm="100000">
                                          <p:val>
                                            <p:strVal val="ppt_x"/>
                                          </p:val>
                                        </p:tav>
                                      </p:tavLst>
                                    </p:anim>
                                    <p:anim calcmode="lin" valueType="num">
                                      <p:cBhvr>
                                        <p:cTn id="93" dur="1000"/>
                                        <p:tgtEl>
                                          <p:spTgt spid="101"/>
                                        </p:tgtEl>
                                        <p:attrNameLst>
                                          <p:attrName>ppt_y</p:attrName>
                                        </p:attrNameLst>
                                      </p:cBhvr>
                                      <p:tavLst>
                                        <p:tav tm="0">
                                          <p:val>
                                            <p:strVal val="ppt_y"/>
                                          </p:val>
                                        </p:tav>
                                        <p:tav tm="100000">
                                          <p:val>
                                            <p:strVal val="ppt_y+.1"/>
                                          </p:val>
                                        </p:tav>
                                      </p:tavLst>
                                    </p:anim>
                                    <p:set>
                                      <p:cBhvr>
                                        <p:cTn id="94" dur="1" fill="hold">
                                          <p:stCondLst>
                                            <p:cond delay="999"/>
                                          </p:stCondLst>
                                        </p:cTn>
                                        <p:tgtEl>
                                          <p:spTgt spid="101"/>
                                        </p:tgtEl>
                                        <p:attrNameLst>
                                          <p:attrName>style.visibility</p:attrName>
                                        </p:attrNameLst>
                                      </p:cBhvr>
                                      <p:to>
                                        <p:strVal val="hidden"/>
                                      </p:to>
                                    </p:set>
                                  </p:childTnLst>
                                </p:cTn>
                              </p:par>
                              <p:par>
                                <p:cTn id="95" presetID="42" presetClass="exit" presetSubtype="0" fill="hold" grpId="1" nodeType="withEffect">
                                  <p:stCondLst>
                                    <p:cond delay="0"/>
                                  </p:stCondLst>
                                  <p:childTnLst>
                                    <p:animEffect transition="out" filter="fade">
                                      <p:cBhvr>
                                        <p:cTn id="96" dur="1000"/>
                                        <p:tgtEl>
                                          <p:spTgt spid="91"/>
                                        </p:tgtEl>
                                      </p:cBhvr>
                                    </p:animEffect>
                                    <p:anim calcmode="lin" valueType="num">
                                      <p:cBhvr>
                                        <p:cTn id="97" dur="1000"/>
                                        <p:tgtEl>
                                          <p:spTgt spid="91"/>
                                        </p:tgtEl>
                                        <p:attrNameLst>
                                          <p:attrName>ppt_x</p:attrName>
                                        </p:attrNameLst>
                                      </p:cBhvr>
                                      <p:tavLst>
                                        <p:tav tm="0">
                                          <p:val>
                                            <p:strVal val="ppt_x"/>
                                          </p:val>
                                        </p:tav>
                                        <p:tav tm="100000">
                                          <p:val>
                                            <p:strVal val="ppt_x"/>
                                          </p:val>
                                        </p:tav>
                                      </p:tavLst>
                                    </p:anim>
                                    <p:anim calcmode="lin" valueType="num">
                                      <p:cBhvr>
                                        <p:cTn id="98" dur="1000"/>
                                        <p:tgtEl>
                                          <p:spTgt spid="91"/>
                                        </p:tgtEl>
                                        <p:attrNameLst>
                                          <p:attrName>ppt_y</p:attrName>
                                        </p:attrNameLst>
                                      </p:cBhvr>
                                      <p:tavLst>
                                        <p:tav tm="0">
                                          <p:val>
                                            <p:strVal val="ppt_y"/>
                                          </p:val>
                                        </p:tav>
                                        <p:tav tm="100000">
                                          <p:val>
                                            <p:strVal val="ppt_y+.1"/>
                                          </p:val>
                                        </p:tav>
                                      </p:tavLst>
                                    </p:anim>
                                    <p:set>
                                      <p:cBhvr>
                                        <p:cTn id="99" dur="1" fill="hold">
                                          <p:stCondLst>
                                            <p:cond delay="999"/>
                                          </p:stCondLst>
                                        </p:cTn>
                                        <p:tgtEl>
                                          <p:spTgt spid="91"/>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7" presetClass="emph" presetSubtype="2" fill="hold" nodeType="clickEffect">
                                  <p:stCondLst>
                                    <p:cond delay="0"/>
                                  </p:stCondLst>
                                  <p:childTnLst>
                                    <p:animClr clrSpc="rgb" dir="cw">
                                      <p:cBhvr>
                                        <p:cTn id="103" dur="500" fill="hold"/>
                                        <p:tgtEl>
                                          <p:spTgt spid="98"/>
                                        </p:tgtEl>
                                        <p:attrNameLst>
                                          <p:attrName>stroke.color</p:attrName>
                                        </p:attrNameLst>
                                      </p:cBhvr>
                                      <p:to>
                                        <a:schemeClr val="accent2"/>
                                      </p:to>
                                    </p:animClr>
                                    <p:set>
                                      <p:cBhvr>
                                        <p:cTn id="104" dur="500" fill="hold"/>
                                        <p:tgtEl>
                                          <p:spTgt spid="98"/>
                                        </p:tgtEl>
                                        <p:attrNameLst>
                                          <p:attrName>stroke.on</p:attrName>
                                        </p:attrNameLst>
                                      </p:cBhvr>
                                      <p:to>
                                        <p:strVal val="true"/>
                                      </p:to>
                                    </p:set>
                                  </p:childTnLst>
                                </p:cTn>
                              </p:par>
                            </p:childTnLst>
                          </p:cTn>
                        </p:par>
                      </p:childTnLst>
                    </p:cTn>
                  </p:par>
                  <p:par>
                    <p:cTn id="105" fill="hold">
                      <p:stCondLst>
                        <p:cond delay="indefinite"/>
                      </p:stCondLst>
                      <p:childTnLst>
                        <p:par>
                          <p:cTn id="106" fill="hold">
                            <p:stCondLst>
                              <p:cond delay="0"/>
                            </p:stCondLst>
                            <p:childTnLst>
                              <p:par>
                                <p:cTn id="107" presetID="42" presetClass="exit" presetSubtype="0" fill="hold" nodeType="clickEffect">
                                  <p:stCondLst>
                                    <p:cond delay="0"/>
                                  </p:stCondLst>
                                  <p:childTnLst>
                                    <p:animEffect transition="out" filter="fade">
                                      <p:cBhvr>
                                        <p:cTn id="108" dur="1000"/>
                                        <p:tgtEl>
                                          <p:spTgt spid="87"/>
                                        </p:tgtEl>
                                      </p:cBhvr>
                                    </p:animEffect>
                                    <p:anim calcmode="lin" valueType="num">
                                      <p:cBhvr>
                                        <p:cTn id="109" dur="1000"/>
                                        <p:tgtEl>
                                          <p:spTgt spid="87"/>
                                        </p:tgtEl>
                                        <p:attrNameLst>
                                          <p:attrName>ppt_x</p:attrName>
                                        </p:attrNameLst>
                                      </p:cBhvr>
                                      <p:tavLst>
                                        <p:tav tm="0">
                                          <p:val>
                                            <p:strVal val="ppt_x"/>
                                          </p:val>
                                        </p:tav>
                                        <p:tav tm="100000">
                                          <p:val>
                                            <p:strVal val="ppt_x"/>
                                          </p:val>
                                        </p:tav>
                                      </p:tavLst>
                                    </p:anim>
                                    <p:anim calcmode="lin" valueType="num">
                                      <p:cBhvr>
                                        <p:cTn id="110" dur="1000"/>
                                        <p:tgtEl>
                                          <p:spTgt spid="87"/>
                                        </p:tgtEl>
                                        <p:attrNameLst>
                                          <p:attrName>ppt_y</p:attrName>
                                        </p:attrNameLst>
                                      </p:cBhvr>
                                      <p:tavLst>
                                        <p:tav tm="0">
                                          <p:val>
                                            <p:strVal val="ppt_y"/>
                                          </p:val>
                                        </p:tav>
                                        <p:tav tm="100000">
                                          <p:val>
                                            <p:strVal val="ppt_y+.1"/>
                                          </p:val>
                                        </p:tav>
                                      </p:tavLst>
                                    </p:anim>
                                    <p:set>
                                      <p:cBhvr>
                                        <p:cTn id="111" dur="1" fill="hold">
                                          <p:stCondLst>
                                            <p:cond delay="999"/>
                                          </p:stCondLst>
                                        </p:cTn>
                                        <p:tgtEl>
                                          <p:spTgt spid="87"/>
                                        </p:tgtEl>
                                        <p:attrNameLst>
                                          <p:attrName>style.visibility</p:attrName>
                                        </p:attrNameLst>
                                      </p:cBhvr>
                                      <p:to>
                                        <p:strVal val="hidden"/>
                                      </p:to>
                                    </p:set>
                                  </p:childTnLst>
                                </p:cTn>
                              </p:par>
                              <p:par>
                                <p:cTn id="112" presetID="42" presetClass="exit" presetSubtype="0" fill="hold" nodeType="withEffect">
                                  <p:stCondLst>
                                    <p:cond delay="0"/>
                                  </p:stCondLst>
                                  <p:childTnLst>
                                    <p:animEffect transition="out" filter="fade">
                                      <p:cBhvr>
                                        <p:cTn id="113" dur="1000"/>
                                        <p:tgtEl>
                                          <p:spTgt spid="88"/>
                                        </p:tgtEl>
                                      </p:cBhvr>
                                    </p:animEffect>
                                    <p:anim calcmode="lin" valueType="num">
                                      <p:cBhvr>
                                        <p:cTn id="114" dur="1000"/>
                                        <p:tgtEl>
                                          <p:spTgt spid="88"/>
                                        </p:tgtEl>
                                        <p:attrNameLst>
                                          <p:attrName>ppt_x</p:attrName>
                                        </p:attrNameLst>
                                      </p:cBhvr>
                                      <p:tavLst>
                                        <p:tav tm="0">
                                          <p:val>
                                            <p:strVal val="ppt_x"/>
                                          </p:val>
                                        </p:tav>
                                        <p:tav tm="100000">
                                          <p:val>
                                            <p:strVal val="ppt_x"/>
                                          </p:val>
                                        </p:tav>
                                      </p:tavLst>
                                    </p:anim>
                                    <p:anim calcmode="lin" valueType="num">
                                      <p:cBhvr>
                                        <p:cTn id="115" dur="1000"/>
                                        <p:tgtEl>
                                          <p:spTgt spid="88"/>
                                        </p:tgtEl>
                                        <p:attrNameLst>
                                          <p:attrName>ppt_y</p:attrName>
                                        </p:attrNameLst>
                                      </p:cBhvr>
                                      <p:tavLst>
                                        <p:tav tm="0">
                                          <p:val>
                                            <p:strVal val="ppt_y"/>
                                          </p:val>
                                        </p:tav>
                                        <p:tav tm="100000">
                                          <p:val>
                                            <p:strVal val="ppt_y+.1"/>
                                          </p:val>
                                        </p:tav>
                                      </p:tavLst>
                                    </p:anim>
                                    <p:set>
                                      <p:cBhvr>
                                        <p:cTn id="116" dur="1" fill="hold">
                                          <p:stCondLst>
                                            <p:cond delay="999"/>
                                          </p:stCondLst>
                                        </p:cTn>
                                        <p:tgtEl>
                                          <p:spTgt spid="88"/>
                                        </p:tgtEl>
                                        <p:attrNameLst>
                                          <p:attrName>style.visibility</p:attrName>
                                        </p:attrNameLst>
                                      </p:cBhvr>
                                      <p:to>
                                        <p:strVal val="hidden"/>
                                      </p:to>
                                    </p:set>
                                  </p:childTnLst>
                                </p:cTn>
                              </p:par>
                              <p:par>
                                <p:cTn id="117" presetID="42" presetClass="exit" presetSubtype="0" fill="hold" grpId="1" nodeType="withEffect">
                                  <p:stCondLst>
                                    <p:cond delay="0"/>
                                  </p:stCondLst>
                                  <p:childTnLst>
                                    <p:animEffect transition="out" filter="fade">
                                      <p:cBhvr>
                                        <p:cTn id="118" dur="1000"/>
                                        <p:tgtEl>
                                          <p:spTgt spid="94"/>
                                        </p:tgtEl>
                                      </p:cBhvr>
                                    </p:animEffect>
                                    <p:anim calcmode="lin" valueType="num">
                                      <p:cBhvr>
                                        <p:cTn id="119" dur="1000"/>
                                        <p:tgtEl>
                                          <p:spTgt spid="94"/>
                                        </p:tgtEl>
                                        <p:attrNameLst>
                                          <p:attrName>ppt_x</p:attrName>
                                        </p:attrNameLst>
                                      </p:cBhvr>
                                      <p:tavLst>
                                        <p:tav tm="0">
                                          <p:val>
                                            <p:strVal val="ppt_x"/>
                                          </p:val>
                                        </p:tav>
                                        <p:tav tm="100000">
                                          <p:val>
                                            <p:strVal val="ppt_x"/>
                                          </p:val>
                                        </p:tav>
                                      </p:tavLst>
                                    </p:anim>
                                    <p:anim calcmode="lin" valueType="num">
                                      <p:cBhvr>
                                        <p:cTn id="120" dur="1000"/>
                                        <p:tgtEl>
                                          <p:spTgt spid="94"/>
                                        </p:tgtEl>
                                        <p:attrNameLst>
                                          <p:attrName>ppt_y</p:attrName>
                                        </p:attrNameLst>
                                      </p:cBhvr>
                                      <p:tavLst>
                                        <p:tav tm="0">
                                          <p:val>
                                            <p:strVal val="ppt_y"/>
                                          </p:val>
                                        </p:tav>
                                        <p:tav tm="100000">
                                          <p:val>
                                            <p:strVal val="ppt_y+.1"/>
                                          </p:val>
                                        </p:tav>
                                      </p:tavLst>
                                    </p:anim>
                                    <p:set>
                                      <p:cBhvr>
                                        <p:cTn id="121" dur="1" fill="hold">
                                          <p:stCondLst>
                                            <p:cond delay="999"/>
                                          </p:stCondLst>
                                        </p:cTn>
                                        <p:tgtEl>
                                          <p:spTgt spid="94"/>
                                        </p:tgtEl>
                                        <p:attrNameLst>
                                          <p:attrName>style.visibility</p:attrName>
                                        </p:attrNameLst>
                                      </p:cBhvr>
                                      <p:to>
                                        <p:strVal val="hidden"/>
                                      </p:to>
                                    </p:set>
                                  </p:childTnLst>
                                </p:cTn>
                              </p:par>
                              <p:par>
                                <p:cTn id="122" presetID="42" presetClass="exit" presetSubtype="0" fill="hold" grpId="1" nodeType="withEffect">
                                  <p:stCondLst>
                                    <p:cond delay="0"/>
                                  </p:stCondLst>
                                  <p:childTnLst>
                                    <p:animEffect transition="out" filter="fade">
                                      <p:cBhvr>
                                        <p:cTn id="123" dur="1000"/>
                                        <p:tgtEl>
                                          <p:spTgt spid="95"/>
                                        </p:tgtEl>
                                      </p:cBhvr>
                                    </p:animEffect>
                                    <p:anim calcmode="lin" valueType="num">
                                      <p:cBhvr>
                                        <p:cTn id="124" dur="1000"/>
                                        <p:tgtEl>
                                          <p:spTgt spid="95"/>
                                        </p:tgtEl>
                                        <p:attrNameLst>
                                          <p:attrName>ppt_x</p:attrName>
                                        </p:attrNameLst>
                                      </p:cBhvr>
                                      <p:tavLst>
                                        <p:tav tm="0">
                                          <p:val>
                                            <p:strVal val="ppt_x"/>
                                          </p:val>
                                        </p:tav>
                                        <p:tav tm="100000">
                                          <p:val>
                                            <p:strVal val="ppt_x"/>
                                          </p:val>
                                        </p:tav>
                                      </p:tavLst>
                                    </p:anim>
                                    <p:anim calcmode="lin" valueType="num">
                                      <p:cBhvr>
                                        <p:cTn id="125" dur="1000"/>
                                        <p:tgtEl>
                                          <p:spTgt spid="95"/>
                                        </p:tgtEl>
                                        <p:attrNameLst>
                                          <p:attrName>ppt_y</p:attrName>
                                        </p:attrNameLst>
                                      </p:cBhvr>
                                      <p:tavLst>
                                        <p:tav tm="0">
                                          <p:val>
                                            <p:strVal val="ppt_y"/>
                                          </p:val>
                                        </p:tav>
                                        <p:tav tm="100000">
                                          <p:val>
                                            <p:strVal val="ppt_y+.1"/>
                                          </p:val>
                                        </p:tav>
                                      </p:tavLst>
                                    </p:anim>
                                    <p:set>
                                      <p:cBhvr>
                                        <p:cTn id="126" dur="1" fill="hold">
                                          <p:stCondLst>
                                            <p:cond delay="999"/>
                                          </p:stCondLst>
                                        </p:cTn>
                                        <p:tgtEl>
                                          <p:spTgt spid="95"/>
                                        </p:tgtEl>
                                        <p:attrNameLst>
                                          <p:attrName>style.visibility</p:attrName>
                                        </p:attrNameLst>
                                      </p:cBhvr>
                                      <p:to>
                                        <p:strVal val="hidden"/>
                                      </p:to>
                                    </p:set>
                                  </p:childTnLst>
                                </p:cTn>
                              </p:par>
                              <p:par>
                                <p:cTn id="127" presetID="42" presetClass="exit" presetSubtype="0" fill="hold" nodeType="withEffect">
                                  <p:stCondLst>
                                    <p:cond delay="0"/>
                                  </p:stCondLst>
                                  <p:childTnLst>
                                    <p:animEffect transition="out" filter="fade">
                                      <p:cBhvr>
                                        <p:cTn id="128" dur="1000"/>
                                        <p:tgtEl>
                                          <p:spTgt spid="96"/>
                                        </p:tgtEl>
                                      </p:cBhvr>
                                    </p:animEffect>
                                    <p:anim calcmode="lin" valueType="num">
                                      <p:cBhvr>
                                        <p:cTn id="129" dur="1000"/>
                                        <p:tgtEl>
                                          <p:spTgt spid="96"/>
                                        </p:tgtEl>
                                        <p:attrNameLst>
                                          <p:attrName>ppt_x</p:attrName>
                                        </p:attrNameLst>
                                      </p:cBhvr>
                                      <p:tavLst>
                                        <p:tav tm="0">
                                          <p:val>
                                            <p:strVal val="ppt_x"/>
                                          </p:val>
                                        </p:tav>
                                        <p:tav tm="100000">
                                          <p:val>
                                            <p:strVal val="ppt_x"/>
                                          </p:val>
                                        </p:tav>
                                      </p:tavLst>
                                    </p:anim>
                                    <p:anim calcmode="lin" valueType="num">
                                      <p:cBhvr>
                                        <p:cTn id="130" dur="1000"/>
                                        <p:tgtEl>
                                          <p:spTgt spid="96"/>
                                        </p:tgtEl>
                                        <p:attrNameLst>
                                          <p:attrName>ppt_y</p:attrName>
                                        </p:attrNameLst>
                                      </p:cBhvr>
                                      <p:tavLst>
                                        <p:tav tm="0">
                                          <p:val>
                                            <p:strVal val="ppt_y"/>
                                          </p:val>
                                        </p:tav>
                                        <p:tav tm="100000">
                                          <p:val>
                                            <p:strVal val="ppt_y+.1"/>
                                          </p:val>
                                        </p:tav>
                                      </p:tavLst>
                                    </p:anim>
                                    <p:set>
                                      <p:cBhvr>
                                        <p:cTn id="131" dur="1" fill="hold">
                                          <p:stCondLst>
                                            <p:cond delay="999"/>
                                          </p:stCondLst>
                                        </p:cTn>
                                        <p:tgtEl>
                                          <p:spTgt spid="96"/>
                                        </p:tgtEl>
                                        <p:attrNameLst>
                                          <p:attrName>style.visibility</p:attrName>
                                        </p:attrNameLst>
                                      </p:cBhvr>
                                      <p:to>
                                        <p:strVal val="hidden"/>
                                      </p:to>
                                    </p:set>
                                  </p:childTnLst>
                                </p:cTn>
                              </p:par>
                              <p:par>
                                <p:cTn id="132" presetID="42" presetClass="exit" presetSubtype="0" fill="hold" grpId="1" nodeType="withEffect">
                                  <p:stCondLst>
                                    <p:cond delay="0"/>
                                  </p:stCondLst>
                                  <p:childTnLst>
                                    <p:animEffect transition="out" filter="fade">
                                      <p:cBhvr>
                                        <p:cTn id="133" dur="1000"/>
                                        <p:tgtEl>
                                          <p:spTgt spid="100"/>
                                        </p:tgtEl>
                                      </p:cBhvr>
                                    </p:animEffect>
                                    <p:anim calcmode="lin" valueType="num">
                                      <p:cBhvr>
                                        <p:cTn id="134" dur="1000"/>
                                        <p:tgtEl>
                                          <p:spTgt spid="100"/>
                                        </p:tgtEl>
                                        <p:attrNameLst>
                                          <p:attrName>ppt_x</p:attrName>
                                        </p:attrNameLst>
                                      </p:cBhvr>
                                      <p:tavLst>
                                        <p:tav tm="0">
                                          <p:val>
                                            <p:strVal val="ppt_x"/>
                                          </p:val>
                                        </p:tav>
                                        <p:tav tm="100000">
                                          <p:val>
                                            <p:strVal val="ppt_x"/>
                                          </p:val>
                                        </p:tav>
                                      </p:tavLst>
                                    </p:anim>
                                    <p:anim calcmode="lin" valueType="num">
                                      <p:cBhvr>
                                        <p:cTn id="135" dur="1000"/>
                                        <p:tgtEl>
                                          <p:spTgt spid="100"/>
                                        </p:tgtEl>
                                        <p:attrNameLst>
                                          <p:attrName>ppt_y</p:attrName>
                                        </p:attrNameLst>
                                      </p:cBhvr>
                                      <p:tavLst>
                                        <p:tav tm="0">
                                          <p:val>
                                            <p:strVal val="ppt_y"/>
                                          </p:val>
                                        </p:tav>
                                        <p:tav tm="100000">
                                          <p:val>
                                            <p:strVal val="ppt_y+.1"/>
                                          </p:val>
                                        </p:tav>
                                      </p:tavLst>
                                    </p:anim>
                                    <p:set>
                                      <p:cBhvr>
                                        <p:cTn id="136" dur="1" fill="hold">
                                          <p:stCondLst>
                                            <p:cond delay="999"/>
                                          </p:stCondLst>
                                        </p:cTn>
                                        <p:tgtEl>
                                          <p:spTgt spid="100"/>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130"/>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77"/>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28"/>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29"/>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31"/>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32"/>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134"/>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135"/>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36"/>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37"/>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38"/>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39"/>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140"/>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141"/>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42"/>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43"/>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44"/>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45"/>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46"/>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47"/>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148"/>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49"/>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50"/>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51"/>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52"/>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53"/>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7" presetClass="emph" presetSubtype="2" fill="hold" nodeType="clickEffect">
                                  <p:stCondLst>
                                    <p:cond delay="0"/>
                                  </p:stCondLst>
                                  <p:childTnLst>
                                    <p:animClr clrSpc="rgb" dir="cw">
                                      <p:cBhvr>
                                        <p:cTn id="196" dur="2000" fill="hold"/>
                                        <p:tgtEl>
                                          <p:spTgt spid="140"/>
                                        </p:tgtEl>
                                        <p:attrNameLst>
                                          <p:attrName>stroke.color</p:attrName>
                                        </p:attrNameLst>
                                      </p:cBhvr>
                                      <p:to>
                                        <a:schemeClr val="accent2"/>
                                      </p:to>
                                    </p:animClr>
                                    <p:set>
                                      <p:cBhvr>
                                        <p:cTn id="197" dur="2000" fill="hold"/>
                                        <p:tgtEl>
                                          <p:spTgt spid="140"/>
                                        </p:tgtEl>
                                        <p:attrNameLst>
                                          <p:attrName>stroke.on</p:attrName>
                                        </p:attrNameLst>
                                      </p:cBhvr>
                                      <p:to>
                                        <p:strVal val="true"/>
                                      </p:to>
                                    </p:set>
                                  </p:childTnLst>
                                </p:cTn>
                              </p:par>
                            </p:childTnLst>
                          </p:cTn>
                        </p:par>
                      </p:childTnLst>
                    </p:cTn>
                  </p:par>
                  <p:par>
                    <p:cTn id="198" fill="hold">
                      <p:stCondLst>
                        <p:cond delay="indefinite"/>
                      </p:stCondLst>
                      <p:childTnLst>
                        <p:par>
                          <p:cTn id="199" fill="hold">
                            <p:stCondLst>
                              <p:cond delay="0"/>
                            </p:stCondLst>
                            <p:childTnLst>
                              <p:par>
                                <p:cTn id="200" presetID="42" presetClass="exit" presetSubtype="0" fill="hold" nodeType="clickEffect">
                                  <p:stCondLst>
                                    <p:cond delay="0"/>
                                  </p:stCondLst>
                                  <p:childTnLst>
                                    <p:animEffect transition="out" filter="fade">
                                      <p:cBhvr>
                                        <p:cTn id="201" dur="1000"/>
                                        <p:tgtEl>
                                          <p:spTgt spid="138"/>
                                        </p:tgtEl>
                                      </p:cBhvr>
                                    </p:animEffect>
                                    <p:anim calcmode="lin" valueType="num">
                                      <p:cBhvr>
                                        <p:cTn id="202" dur="1000"/>
                                        <p:tgtEl>
                                          <p:spTgt spid="138"/>
                                        </p:tgtEl>
                                        <p:attrNameLst>
                                          <p:attrName>ppt_x</p:attrName>
                                        </p:attrNameLst>
                                      </p:cBhvr>
                                      <p:tavLst>
                                        <p:tav tm="0">
                                          <p:val>
                                            <p:strVal val="ppt_x"/>
                                          </p:val>
                                        </p:tav>
                                        <p:tav tm="100000">
                                          <p:val>
                                            <p:strVal val="ppt_x"/>
                                          </p:val>
                                        </p:tav>
                                      </p:tavLst>
                                    </p:anim>
                                    <p:anim calcmode="lin" valueType="num">
                                      <p:cBhvr>
                                        <p:cTn id="203" dur="1000"/>
                                        <p:tgtEl>
                                          <p:spTgt spid="138"/>
                                        </p:tgtEl>
                                        <p:attrNameLst>
                                          <p:attrName>ppt_y</p:attrName>
                                        </p:attrNameLst>
                                      </p:cBhvr>
                                      <p:tavLst>
                                        <p:tav tm="0">
                                          <p:val>
                                            <p:strVal val="ppt_y"/>
                                          </p:val>
                                        </p:tav>
                                        <p:tav tm="100000">
                                          <p:val>
                                            <p:strVal val="ppt_y+.1"/>
                                          </p:val>
                                        </p:tav>
                                      </p:tavLst>
                                    </p:anim>
                                    <p:set>
                                      <p:cBhvr>
                                        <p:cTn id="204" dur="1" fill="hold">
                                          <p:stCondLst>
                                            <p:cond delay="999"/>
                                          </p:stCondLst>
                                        </p:cTn>
                                        <p:tgtEl>
                                          <p:spTgt spid="138"/>
                                        </p:tgtEl>
                                        <p:attrNameLst>
                                          <p:attrName>style.visibility</p:attrName>
                                        </p:attrNameLst>
                                      </p:cBhvr>
                                      <p:to>
                                        <p:strVal val="hidden"/>
                                      </p:to>
                                    </p:set>
                                  </p:childTnLst>
                                </p:cTn>
                              </p:par>
                              <p:par>
                                <p:cTn id="205" presetID="42" presetClass="exit" presetSubtype="0" fill="hold" nodeType="withEffect">
                                  <p:stCondLst>
                                    <p:cond delay="0"/>
                                  </p:stCondLst>
                                  <p:childTnLst>
                                    <p:animEffect transition="out" filter="fade">
                                      <p:cBhvr>
                                        <p:cTn id="206" dur="1000"/>
                                        <p:tgtEl>
                                          <p:spTgt spid="139"/>
                                        </p:tgtEl>
                                      </p:cBhvr>
                                    </p:animEffect>
                                    <p:anim calcmode="lin" valueType="num">
                                      <p:cBhvr>
                                        <p:cTn id="207" dur="1000"/>
                                        <p:tgtEl>
                                          <p:spTgt spid="139"/>
                                        </p:tgtEl>
                                        <p:attrNameLst>
                                          <p:attrName>ppt_x</p:attrName>
                                        </p:attrNameLst>
                                      </p:cBhvr>
                                      <p:tavLst>
                                        <p:tav tm="0">
                                          <p:val>
                                            <p:strVal val="ppt_x"/>
                                          </p:val>
                                        </p:tav>
                                        <p:tav tm="100000">
                                          <p:val>
                                            <p:strVal val="ppt_x"/>
                                          </p:val>
                                        </p:tav>
                                      </p:tavLst>
                                    </p:anim>
                                    <p:anim calcmode="lin" valueType="num">
                                      <p:cBhvr>
                                        <p:cTn id="208" dur="1000"/>
                                        <p:tgtEl>
                                          <p:spTgt spid="139"/>
                                        </p:tgtEl>
                                        <p:attrNameLst>
                                          <p:attrName>ppt_y</p:attrName>
                                        </p:attrNameLst>
                                      </p:cBhvr>
                                      <p:tavLst>
                                        <p:tav tm="0">
                                          <p:val>
                                            <p:strVal val="ppt_y"/>
                                          </p:val>
                                        </p:tav>
                                        <p:tav tm="100000">
                                          <p:val>
                                            <p:strVal val="ppt_y+.1"/>
                                          </p:val>
                                        </p:tav>
                                      </p:tavLst>
                                    </p:anim>
                                    <p:set>
                                      <p:cBhvr>
                                        <p:cTn id="209" dur="1" fill="hold">
                                          <p:stCondLst>
                                            <p:cond delay="999"/>
                                          </p:stCondLst>
                                        </p:cTn>
                                        <p:tgtEl>
                                          <p:spTgt spid="139"/>
                                        </p:tgtEl>
                                        <p:attrNameLst>
                                          <p:attrName>style.visibility</p:attrName>
                                        </p:attrNameLst>
                                      </p:cBhvr>
                                      <p:to>
                                        <p:strVal val="hidden"/>
                                      </p:to>
                                    </p:set>
                                  </p:childTnLst>
                                </p:cTn>
                              </p:par>
                              <p:par>
                                <p:cTn id="210" presetID="42" presetClass="exit" presetSubtype="0" fill="hold" nodeType="withEffect">
                                  <p:stCondLst>
                                    <p:cond delay="0"/>
                                  </p:stCondLst>
                                  <p:childTnLst>
                                    <p:animEffect transition="out" filter="fade">
                                      <p:cBhvr>
                                        <p:cTn id="211" dur="1000"/>
                                        <p:tgtEl>
                                          <p:spTgt spid="141"/>
                                        </p:tgtEl>
                                      </p:cBhvr>
                                    </p:animEffect>
                                    <p:anim calcmode="lin" valueType="num">
                                      <p:cBhvr>
                                        <p:cTn id="212" dur="1000"/>
                                        <p:tgtEl>
                                          <p:spTgt spid="141"/>
                                        </p:tgtEl>
                                        <p:attrNameLst>
                                          <p:attrName>ppt_x</p:attrName>
                                        </p:attrNameLst>
                                      </p:cBhvr>
                                      <p:tavLst>
                                        <p:tav tm="0">
                                          <p:val>
                                            <p:strVal val="ppt_x"/>
                                          </p:val>
                                        </p:tav>
                                        <p:tav tm="100000">
                                          <p:val>
                                            <p:strVal val="ppt_x"/>
                                          </p:val>
                                        </p:tav>
                                      </p:tavLst>
                                    </p:anim>
                                    <p:anim calcmode="lin" valueType="num">
                                      <p:cBhvr>
                                        <p:cTn id="213" dur="1000"/>
                                        <p:tgtEl>
                                          <p:spTgt spid="141"/>
                                        </p:tgtEl>
                                        <p:attrNameLst>
                                          <p:attrName>ppt_y</p:attrName>
                                        </p:attrNameLst>
                                      </p:cBhvr>
                                      <p:tavLst>
                                        <p:tav tm="0">
                                          <p:val>
                                            <p:strVal val="ppt_y"/>
                                          </p:val>
                                        </p:tav>
                                        <p:tav tm="100000">
                                          <p:val>
                                            <p:strVal val="ppt_y+.1"/>
                                          </p:val>
                                        </p:tav>
                                      </p:tavLst>
                                    </p:anim>
                                    <p:set>
                                      <p:cBhvr>
                                        <p:cTn id="214" dur="1" fill="hold">
                                          <p:stCondLst>
                                            <p:cond delay="999"/>
                                          </p:stCondLst>
                                        </p:cTn>
                                        <p:tgtEl>
                                          <p:spTgt spid="141"/>
                                        </p:tgtEl>
                                        <p:attrNameLst>
                                          <p:attrName>style.visibility</p:attrName>
                                        </p:attrNameLst>
                                      </p:cBhvr>
                                      <p:to>
                                        <p:strVal val="hidden"/>
                                      </p:to>
                                    </p:set>
                                  </p:childTnLst>
                                </p:cTn>
                              </p:par>
                              <p:par>
                                <p:cTn id="215" presetID="42" presetClass="exit" presetSubtype="0" fill="hold" grpId="1" nodeType="withEffect">
                                  <p:stCondLst>
                                    <p:cond delay="0"/>
                                  </p:stCondLst>
                                  <p:childTnLst>
                                    <p:animEffect transition="out" filter="fade">
                                      <p:cBhvr>
                                        <p:cTn id="216" dur="1000"/>
                                        <p:tgtEl>
                                          <p:spTgt spid="142"/>
                                        </p:tgtEl>
                                      </p:cBhvr>
                                    </p:animEffect>
                                    <p:anim calcmode="lin" valueType="num">
                                      <p:cBhvr>
                                        <p:cTn id="217" dur="1000"/>
                                        <p:tgtEl>
                                          <p:spTgt spid="142"/>
                                        </p:tgtEl>
                                        <p:attrNameLst>
                                          <p:attrName>ppt_x</p:attrName>
                                        </p:attrNameLst>
                                      </p:cBhvr>
                                      <p:tavLst>
                                        <p:tav tm="0">
                                          <p:val>
                                            <p:strVal val="ppt_x"/>
                                          </p:val>
                                        </p:tav>
                                        <p:tav tm="100000">
                                          <p:val>
                                            <p:strVal val="ppt_x"/>
                                          </p:val>
                                        </p:tav>
                                      </p:tavLst>
                                    </p:anim>
                                    <p:anim calcmode="lin" valueType="num">
                                      <p:cBhvr>
                                        <p:cTn id="218" dur="1000"/>
                                        <p:tgtEl>
                                          <p:spTgt spid="142"/>
                                        </p:tgtEl>
                                        <p:attrNameLst>
                                          <p:attrName>ppt_y</p:attrName>
                                        </p:attrNameLst>
                                      </p:cBhvr>
                                      <p:tavLst>
                                        <p:tav tm="0">
                                          <p:val>
                                            <p:strVal val="ppt_y"/>
                                          </p:val>
                                        </p:tav>
                                        <p:tav tm="100000">
                                          <p:val>
                                            <p:strVal val="ppt_y+.1"/>
                                          </p:val>
                                        </p:tav>
                                      </p:tavLst>
                                    </p:anim>
                                    <p:set>
                                      <p:cBhvr>
                                        <p:cTn id="219" dur="1" fill="hold">
                                          <p:stCondLst>
                                            <p:cond delay="999"/>
                                          </p:stCondLst>
                                        </p:cTn>
                                        <p:tgtEl>
                                          <p:spTgt spid="142"/>
                                        </p:tgtEl>
                                        <p:attrNameLst>
                                          <p:attrName>style.visibility</p:attrName>
                                        </p:attrNameLst>
                                      </p:cBhvr>
                                      <p:to>
                                        <p:strVal val="hidden"/>
                                      </p:to>
                                    </p:set>
                                  </p:childTnLst>
                                </p:cTn>
                              </p:par>
                              <p:par>
                                <p:cTn id="220" presetID="42" presetClass="exit" presetSubtype="0" fill="hold" grpId="1" nodeType="withEffect">
                                  <p:stCondLst>
                                    <p:cond delay="0"/>
                                  </p:stCondLst>
                                  <p:childTnLst>
                                    <p:animEffect transition="out" filter="fade">
                                      <p:cBhvr>
                                        <p:cTn id="221" dur="1000"/>
                                        <p:tgtEl>
                                          <p:spTgt spid="143"/>
                                        </p:tgtEl>
                                      </p:cBhvr>
                                    </p:animEffect>
                                    <p:anim calcmode="lin" valueType="num">
                                      <p:cBhvr>
                                        <p:cTn id="222" dur="1000"/>
                                        <p:tgtEl>
                                          <p:spTgt spid="143"/>
                                        </p:tgtEl>
                                        <p:attrNameLst>
                                          <p:attrName>ppt_x</p:attrName>
                                        </p:attrNameLst>
                                      </p:cBhvr>
                                      <p:tavLst>
                                        <p:tav tm="0">
                                          <p:val>
                                            <p:strVal val="ppt_x"/>
                                          </p:val>
                                        </p:tav>
                                        <p:tav tm="100000">
                                          <p:val>
                                            <p:strVal val="ppt_x"/>
                                          </p:val>
                                        </p:tav>
                                      </p:tavLst>
                                    </p:anim>
                                    <p:anim calcmode="lin" valueType="num">
                                      <p:cBhvr>
                                        <p:cTn id="223" dur="1000"/>
                                        <p:tgtEl>
                                          <p:spTgt spid="143"/>
                                        </p:tgtEl>
                                        <p:attrNameLst>
                                          <p:attrName>ppt_y</p:attrName>
                                        </p:attrNameLst>
                                      </p:cBhvr>
                                      <p:tavLst>
                                        <p:tav tm="0">
                                          <p:val>
                                            <p:strVal val="ppt_y"/>
                                          </p:val>
                                        </p:tav>
                                        <p:tav tm="100000">
                                          <p:val>
                                            <p:strVal val="ppt_y+.1"/>
                                          </p:val>
                                        </p:tav>
                                      </p:tavLst>
                                    </p:anim>
                                    <p:set>
                                      <p:cBhvr>
                                        <p:cTn id="224" dur="1" fill="hold">
                                          <p:stCondLst>
                                            <p:cond delay="999"/>
                                          </p:stCondLst>
                                        </p:cTn>
                                        <p:tgtEl>
                                          <p:spTgt spid="143"/>
                                        </p:tgtEl>
                                        <p:attrNameLst>
                                          <p:attrName>style.visibility</p:attrName>
                                        </p:attrNameLst>
                                      </p:cBhvr>
                                      <p:to>
                                        <p:strVal val="hidden"/>
                                      </p:to>
                                    </p:set>
                                  </p:childTnLst>
                                </p:cTn>
                              </p:par>
                              <p:par>
                                <p:cTn id="225" presetID="42" presetClass="exit" presetSubtype="0" fill="hold" grpId="1" nodeType="withEffect">
                                  <p:stCondLst>
                                    <p:cond delay="0"/>
                                  </p:stCondLst>
                                  <p:childTnLst>
                                    <p:animEffect transition="out" filter="fade">
                                      <p:cBhvr>
                                        <p:cTn id="226" dur="1000"/>
                                        <p:tgtEl>
                                          <p:spTgt spid="145"/>
                                        </p:tgtEl>
                                      </p:cBhvr>
                                    </p:animEffect>
                                    <p:anim calcmode="lin" valueType="num">
                                      <p:cBhvr>
                                        <p:cTn id="227" dur="1000"/>
                                        <p:tgtEl>
                                          <p:spTgt spid="145"/>
                                        </p:tgtEl>
                                        <p:attrNameLst>
                                          <p:attrName>ppt_x</p:attrName>
                                        </p:attrNameLst>
                                      </p:cBhvr>
                                      <p:tavLst>
                                        <p:tav tm="0">
                                          <p:val>
                                            <p:strVal val="ppt_x"/>
                                          </p:val>
                                        </p:tav>
                                        <p:tav tm="100000">
                                          <p:val>
                                            <p:strVal val="ppt_x"/>
                                          </p:val>
                                        </p:tav>
                                      </p:tavLst>
                                    </p:anim>
                                    <p:anim calcmode="lin" valueType="num">
                                      <p:cBhvr>
                                        <p:cTn id="228" dur="1000"/>
                                        <p:tgtEl>
                                          <p:spTgt spid="145"/>
                                        </p:tgtEl>
                                        <p:attrNameLst>
                                          <p:attrName>ppt_y</p:attrName>
                                        </p:attrNameLst>
                                      </p:cBhvr>
                                      <p:tavLst>
                                        <p:tav tm="0">
                                          <p:val>
                                            <p:strVal val="ppt_y"/>
                                          </p:val>
                                        </p:tav>
                                        <p:tav tm="100000">
                                          <p:val>
                                            <p:strVal val="ppt_y+.1"/>
                                          </p:val>
                                        </p:tav>
                                      </p:tavLst>
                                    </p:anim>
                                    <p:set>
                                      <p:cBhvr>
                                        <p:cTn id="229" dur="1" fill="hold">
                                          <p:stCondLst>
                                            <p:cond delay="999"/>
                                          </p:stCondLst>
                                        </p:cTn>
                                        <p:tgtEl>
                                          <p:spTgt spid="145"/>
                                        </p:tgtEl>
                                        <p:attrNameLst>
                                          <p:attrName>style.visibility</p:attrName>
                                        </p:attrNameLst>
                                      </p:cBhvr>
                                      <p:to>
                                        <p:strVal val="hidden"/>
                                      </p:to>
                                    </p:set>
                                  </p:childTnLst>
                                </p:cTn>
                              </p:par>
                              <p:par>
                                <p:cTn id="230" presetID="42" presetClass="exit" presetSubtype="0" fill="hold" grpId="1" nodeType="withEffect">
                                  <p:stCondLst>
                                    <p:cond delay="0"/>
                                  </p:stCondLst>
                                  <p:childTnLst>
                                    <p:animEffect transition="out" filter="fade">
                                      <p:cBhvr>
                                        <p:cTn id="231" dur="1000"/>
                                        <p:tgtEl>
                                          <p:spTgt spid="146"/>
                                        </p:tgtEl>
                                      </p:cBhvr>
                                    </p:animEffect>
                                    <p:anim calcmode="lin" valueType="num">
                                      <p:cBhvr>
                                        <p:cTn id="232" dur="1000"/>
                                        <p:tgtEl>
                                          <p:spTgt spid="146"/>
                                        </p:tgtEl>
                                        <p:attrNameLst>
                                          <p:attrName>ppt_x</p:attrName>
                                        </p:attrNameLst>
                                      </p:cBhvr>
                                      <p:tavLst>
                                        <p:tav tm="0">
                                          <p:val>
                                            <p:strVal val="ppt_x"/>
                                          </p:val>
                                        </p:tav>
                                        <p:tav tm="100000">
                                          <p:val>
                                            <p:strVal val="ppt_x"/>
                                          </p:val>
                                        </p:tav>
                                      </p:tavLst>
                                    </p:anim>
                                    <p:anim calcmode="lin" valueType="num">
                                      <p:cBhvr>
                                        <p:cTn id="233" dur="1000"/>
                                        <p:tgtEl>
                                          <p:spTgt spid="146"/>
                                        </p:tgtEl>
                                        <p:attrNameLst>
                                          <p:attrName>ppt_y</p:attrName>
                                        </p:attrNameLst>
                                      </p:cBhvr>
                                      <p:tavLst>
                                        <p:tav tm="0">
                                          <p:val>
                                            <p:strVal val="ppt_y"/>
                                          </p:val>
                                        </p:tav>
                                        <p:tav tm="100000">
                                          <p:val>
                                            <p:strVal val="ppt_y+.1"/>
                                          </p:val>
                                        </p:tav>
                                      </p:tavLst>
                                    </p:anim>
                                    <p:set>
                                      <p:cBhvr>
                                        <p:cTn id="234" dur="1" fill="hold">
                                          <p:stCondLst>
                                            <p:cond delay="999"/>
                                          </p:stCondLst>
                                        </p:cTn>
                                        <p:tgtEl>
                                          <p:spTgt spid="146"/>
                                        </p:tgtEl>
                                        <p:attrNameLst>
                                          <p:attrName>style.visibility</p:attrName>
                                        </p:attrNameLst>
                                      </p:cBhvr>
                                      <p:to>
                                        <p:strVal val="hidden"/>
                                      </p:to>
                                    </p:set>
                                  </p:childTnLst>
                                </p:cTn>
                              </p:par>
                              <p:par>
                                <p:cTn id="235" presetID="42" presetClass="exit" presetSubtype="0" fill="hold" nodeType="withEffect">
                                  <p:stCondLst>
                                    <p:cond delay="0"/>
                                  </p:stCondLst>
                                  <p:childTnLst>
                                    <p:animEffect transition="out" filter="fade">
                                      <p:cBhvr>
                                        <p:cTn id="236" dur="1000"/>
                                        <p:tgtEl>
                                          <p:spTgt spid="148"/>
                                        </p:tgtEl>
                                      </p:cBhvr>
                                    </p:animEffect>
                                    <p:anim calcmode="lin" valueType="num">
                                      <p:cBhvr>
                                        <p:cTn id="237" dur="1000"/>
                                        <p:tgtEl>
                                          <p:spTgt spid="148"/>
                                        </p:tgtEl>
                                        <p:attrNameLst>
                                          <p:attrName>ppt_x</p:attrName>
                                        </p:attrNameLst>
                                      </p:cBhvr>
                                      <p:tavLst>
                                        <p:tav tm="0">
                                          <p:val>
                                            <p:strVal val="ppt_x"/>
                                          </p:val>
                                        </p:tav>
                                        <p:tav tm="100000">
                                          <p:val>
                                            <p:strVal val="ppt_x"/>
                                          </p:val>
                                        </p:tav>
                                      </p:tavLst>
                                    </p:anim>
                                    <p:anim calcmode="lin" valueType="num">
                                      <p:cBhvr>
                                        <p:cTn id="238" dur="1000"/>
                                        <p:tgtEl>
                                          <p:spTgt spid="148"/>
                                        </p:tgtEl>
                                        <p:attrNameLst>
                                          <p:attrName>ppt_y</p:attrName>
                                        </p:attrNameLst>
                                      </p:cBhvr>
                                      <p:tavLst>
                                        <p:tav tm="0">
                                          <p:val>
                                            <p:strVal val="ppt_y"/>
                                          </p:val>
                                        </p:tav>
                                        <p:tav tm="100000">
                                          <p:val>
                                            <p:strVal val="ppt_y+.1"/>
                                          </p:val>
                                        </p:tav>
                                      </p:tavLst>
                                    </p:anim>
                                    <p:set>
                                      <p:cBhvr>
                                        <p:cTn id="239" dur="1" fill="hold">
                                          <p:stCondLst>
                                            <p:cond delay="999"/>
                                          </p:stCondLst>
                                        </p:cTn>
                                        <p:tgtEl>
                                          <p:spTgt spid="148"/>
                                        </p:tgtEl>
                                        <p:attrNameLst>
                                          <p:attrName>style.visibility</p:attrName>
                                        </p:attrNameLst>
                                      </p:cBhvr>
                                      <p:to>
                                        <p:strVal val="hidden"/>
                                      </p:to>
                                    </p:set>
                                  </p:childTnLst>
                                </p:cTn>
                              </p:par>
                              <p:par>
                                <p:cTn id="240" presetID="42" presetClass="exit" presetSubtype="0" fill="hold" nodeType="withEffect">
                                  <p:stCondLst>
                                    <p:cond delay="0"/>
                                  </p:stCondLst>
                                  <p:childTnLst>
                                    <p:animEffect transition="out" filter="fade">
                                      <p:cBhvr>
                                        <p:cTn id="241" dur="1000"/>
                                        <p:tgtEl>
                                          <p:spTgt spid="150"/>
                                        </p:tgtEl>
                                      </p:cBhvr>
                                    </p:animEffect>
                                    <p:anim calcmode="lin" valueType="num">
                                      <p:cBhvr>
                                        <p:cTn id="242" dur="1000"/>
                                        <p:tgtEl>
                                          <p:spTgt spid="150"/>
                                        </p:tgtEl>
                                        <p:attrNameLst>
                                          <p:attrName>ppt_x</p:attrName>
                                        </p:attrNameLst>
                                      </p:cBhvr>
                                      <p:tavLst>
                                        <p:tav tm="0">
                                          <p:val>
                                            <p:strVal val="ppt_x"/>
                                          </p:val>
                                        </p:tav>
                                        <p:tav tm="100000">
                                          <p:val>
                                            <p:strVal val="ppt_x"/>
                                          </p:val>
                                        </p:tav>
                                      </p:tavLst>
                                    </p:anim>
                                    <p:anim calcmode="lin" valueType="num">
                                      <p:cBhvr>
                                        <p:cTn id="243" dur="1000"/>
                                        <p:tgtEl>
                                          <p:spTgt spid="150"/>
                                        </p:tgtEl>
                                        <p:attrNameLst>
                                          <p:attrName>ppt_y</p:attrName>
                                        </p:attrNameLst>
                                      </p:cBhvr>
                                      <p:tavLst>
                                        <p:tav tm="0">
                                          <p:val>
                                            <p:strVal val="ppt_y"/>
                                          </p:val>
                                        </p:tav>
                                        <p:tav tm="100000">
                                          <p:val>
                                            <p:strVal val="ppt_y+.1"/>
                                          </p:val>
                                        </p:tav>
                                      </p:tavLst>
                                    </p:anim>
                                    <p:set>
                                      <p:cBhvr>
                                        <p:cTn id="244" dur="1" fill="hold">
                                          <p:stCondLst>
                                            <p:cond delay="999"/>
                                          </p:stCondLst>
                                        </p:cTn>
                                        <p:tgtEl>
                                          <p:spTgt spid="150"/>
                                        </p:tgtEl>
                                        <p:attrNameLst>
                                          <p:attrName>style.visibility</p:attrName>
                                        </p:attrNameLst>
                                      </p:cBhvr>
                                      <p:to>
                                        <p:strVal val="hidden"/>
                                      </p:to>
                                    </p:set>
                                  </p:childTnLst>
                                </p:cTn>
                              </p:par>
                              <p:par>
                                <p:cTn id="245" presetID="42" presetClass="exit" presetSubtype="0" fill="hold" grpId="1" nodeType="withEffect">
                                  <p:stCondLst>
                                    <p:cond delay="0"/>
                                  </p:stCondLst>
                                  <p:childTnLst>
                                    <p:animEffect transition="out" filter="fade">
                                      <p:cBhvr>
                                        <p:cTn id="246" dur="1000"/>
                                        <p:tgtEl>
                                          <p:spTgt spid="152"/>
                                        </p:tgtEl>
                                      </p:cBhvr>
                                    </p:animEffect>
                                    <p:anim calcmode="lin" valueType="num">
                                      <p:cBhvr>
                                        <p:cTn id="247" dur="1000"/>
                                        <p:tgtEl>
                                          <p:spTgt spid="152"/>
                                        </p:tgtEl>
                                        <p:attrNameLst>
                                          <p:attrName>ppt_x</p:attrName>
                                        </p:attrNameLst>
                                      </p:cBhvr>
                                      <p:tavLst>
                                        <p:tav tm="0">
                                          <p:val>
                                            <p:strVal val="ppt_x"/>
                                          </p:val>
                                        </p:tav>
                                        <p:tav tm="100000">
                                          <p:val>
                                            <p:strVal val="ppt_x"/>
                                          </p:val>
                                        </p:tav>
                                      </p:tavLst>
                                    </p:anim>
                                    <p:anim calcmode="lin" valueType="num">
                                      <p:cBhvr>
                                        <p:cTn id="248" dur="1000"/>
                                        <p:tgtEl>
                                          <p:spTgt spid="152"/>
                                        </p:tgtEl>
                                        <p:attrNameLst>
                                          <p:attrName>ppt_y</p:attrName>
                                        </p:attrNameLst>
                                      </p:cBhvr>
                                      <p:tavLst>
                                        <p:tav tm="0">
                                          <p:val>
                                            <p:strVal val="ppt_y"/>
                                          </p:val>
                                        </p:tav>
                                        <p:tav tm="100000">
                                          <p:val>
                                            <p:strVal val="ppt_y+.1"/>
                                          </p:val>
                                        </p:tav>
                                      </p:tavLst>
                                    </p:anim>
                                    <p:set>
                                      <p:cBhvr>
                                        <p:cTn id="249" dur="1" fill="hold">
                                          <p:stCondLst>
                                            <p:cond delay="999"/>
                                          </p:stCondLst>
                                        </p:cTn>
                                        <p:tgtEl>
                                          <p:spTgt spid="152"/>
                                        </p:tgtEl>
                                        <p:attrNameLst>
                                          <p:attrName>style.visibility</p:attrName>
                                        </p:attrNameLst>
                                      </p:cBhvr>
                                      <p:to>
                                        <p:strVal val="hidden"/>
                                      </p:to>
                                    </p:set>
                                  </p:childTnLst>
                                </p:cTn>
                              </p:par>
                            </p:childTnLst>
                          </p:cTn>
                        </p:par>
                      </p:childTnLst>
                    </p:cTn>
                  </p:par>
                  <p:par>
                    <p:cTn id="250" fill="hold">
                      <p:stCondLst>
                        <p:cond delay="indefinite"/>
                      </p:stCondLst>
                      <p:childTnLst>
                        <p:par>
                          <p:cTn id="251" fill="hold">
                            <p:stCondLst>
                              <p:cond delay="0"/>
                            </p:stCondLst>
                            <p:childTnLst>
                              <p:par>
                                <p:cTn id="252" presetID="7" presetClass="emph" presetSubtype="2" fill="hold" nodeType="clickEffect">
                                  <p:stCondLst>
                                    <p:cond delay="0"/>
                                  </p:stCondLst>
                                  <p:childTnLst>
                                    <p:animClr clrSpc="rgb" dir="cw">
                                      <p:cBhvr>
                                        <p:cTn id="253" dur="2000" fill="hold"/>
                                        <p:tgtEl>
                                          <p:spTgt spid="134"/>
                                        </p:tgtEl>
                                        <p:attrNameLst>
                                          <p:attrName>stroke.color</p:attrName>
                                        </p:attrNameLst>
                                      </p:cBhvr>
                                      <p:to>
                                        <a:schemeClr val="accent2"/>
                                      </p:to>
                                    </p:animClr>
                                    <p:set>
                                      <p:cBhvr>
                                        <p:cTn id="254" dur="2000" fill="hold"/>
                                        <p:tgtEl>
                                          <p:spTgt spid="134"/>
                                        </p:tgtEl>
                                        <p:attrNameLst>
                                          <p:attrName>stroke.on</p:attrName>
                                        </p:attrNameLst>
                                      </p:cBhvr>
                                      <p:to>
                                        <p:strVal val="true"/>
                                      </p:to>
                                    </p:set>
                                  </p:childTnLst>
                                </p:cTn>
                              </p:par>
                            </p:childTnLst>
                          </p:cTn>
                        </p:par>
                      </p:childTnLst>
                    </p:cTn>
                  </p:par>
                  <p:par>
                    <p:cTn id="255" fill="hold">
                      <p:stCondLst>
                        <p:cond delay="indefinite"/>
                      </p:stCondLst>
                      <p:childTnLst>
                        <p:par>
                          <p:cTn id="256" fill="hold">
                            <p:stCondLst>
                              <p:cond delay="0"/>
                            </p:stCondLst>
                            <p:childTnLst>
                              <p:par>
                                <p:cTn id="257" presetID="42" presetClass="exit" presetSubtype="0" fill="hold" nodeType="clickEffect">
                                  <p:stCondLst>
                                    <p:cond delay="0"/>
                                  </p:stCondLst>
                                  <p:childTnLst>
                                    <p:animEffect transition="out" filter="fade">
                                      <p:cBhvr>
                                        <p:cTn id="258" dur="1000"/>
                                        <p:tgtEl>
                                          <p:spTgt spid="132"/>
                                        </p:tgtEl>
                                      </p:cBhvr>
                                    </p:animEffect>
                                    <p:anim calcmode="lin" valueType="num">
                                      <p:cBhvr>
                                        <p:cTn id="259" dur="1000"/>
                                        <p:tgtEl>
                                          <p:spTgt spid="132"/>
                                        </p:tgtEl>
                                        <p:attrNameLst>
                                          <p:attrName>ppt_x</p:attrName>
                                        </p:attrNameLst>
                                      </p:cBhvr>
                                      <p:tavLst>
                                        <p:tav tm="0">
                                          <p:val>
                                            <p:strVal val="ppt_x"/>
                                          </p:val>
                                        </p:tav>
                                        <p:tav tm="100000">
                                          <p:val>
                                            <p:strVal val="ppt_x"/>
                                          </p:val>
                                        </p:tav>
                                      </p:tavLst>
                                    </p:anim>
                                    <p:anim calcmode="lin" valueType="num">
                                      <p:cBhvr>
                                        <p:cTn id="260" dur="1000"/>
                                        <p:tgtEl>
                                          <p:spTgt spid="132"/>
                                        </p:tgtEl>
                                        <p:attrNameLst>
                                          <p:attrName>ppt_y</p:attrName>
                                        </p:attrNameLst>
                                      </p:cBhvr>
                                      <p:tavLst>
                                        <p:tav tm="0">
                                          <p:val>
                                            <p:strVal val="ppt_y"/>
                                          </p:val>
                                        </p:tav>
                                        <p:tav tm="100000">
                                          <p:val>
                                            <p:strVal val="ppt_y+.1"/>
                                          </p:val>
                                        </p:tav>
                                      </p:tavLst>
                                    </p:anim>
                                    <p:set>
                                      <p:cBhvr>
                                        <p:cTn id="261" dur="1" fill="hold">
                                          <p:stCondLst>
                                            <p:cond delay="999"/>
                                          </p:stCondLst>
                                        </p:cTn>
                                        <p:tgtEl>
                                          <p:spTgt spid="132"/>
                                        </p:tgtEl>
                                        <p:attrNameLst>
                                          <p:attrName>style.visibility</p:attrName>
                                        </p:attrNameLst>
                                      </p:cBhvr>
                                      <p:to>
                                        <p:strVal val="hidden"/>
                                      </p:to>
                                    </p:set>
                                  </p:childTnLst>
                                </p:cTn>
                              </p:par>
                              <p:par>
                                <p:cTn id="262" presetID="42" presetClass="exit" presetSubtype="0" fill="hold" nodeType="withEffect">
                                  <p:stCondLst>
                                    <p:cond delay="0"/>
                                  </p:stCondLst>
                                  <p:childTnLst>
                                    <p:animEffect transition="out" filter="fade">
                                      <p:cBhvr>
                                        <p:cTn id="263" dur="1000"/>
                                        <p:tgtEl>
                                          <p:spTgt spid="135"/>
                                        </p:tgtEl>
                                      </p:cBhvr>
                                    </p:animEffect>
                                    <p:anim calcmode="lin" valueType="num">
                                      <p:cBhvr>
                                        <p:cTn id="264" dur="1000"/>
                                        <p:tgtEl>
                                          <p:spTgt spid="135"/>
                                        </p:tgtEl>
                                        <p:attrNameLst>
                                          <p:attrName>ppt_x</p:attrName>
                                        </p:attrNameLst>
                                      </p:cBhvr>
                                      <p:tavLst>
                                        <p:tav tm="0">
                                          <p:val>
                                            <p:strVal val="ppt_x"/>
                                          </p:val>
                                        </p:tav>
                                        <p:tav tm="100000">
                                          <p:val>
                                            <p:strVal val="ppt_x"/>
                                          </p:val>
                                        </p:tav>
                                      </p:tavLst>
                                    </p:anim>
                                    <p:anim calcmode="lin" valueType="num">
                                      <p:cBhvr>
                                        <p:cTn id="265" dur="1000"/>
                                        <p:tgtEl>
                                          <p:spTgt spid="135"/>
                                        </p:tgtEl>
                                        <p:attrNameLst>
                                          <p:attrName>ppt_y</p:attrName>
                                        </p:attrNameLst>
                                      </p:cBhvr>
                                      <p:tavLst>
                                        <p:tav tm="0">
                                          <p:val>
                                            <p:strVal val="ppt_y"/>
                                          </p:val>
                                        </p:tav>
                                        <p:tav tm="100000">
                                          <p:val>
                                            <p:strVal val="ppt_y+.1"/>
                                          </p:val>
                                        </p:tav>
                                      </p:tavLst>
                                    </p:anim>
                                    <p:set>
                                      <p:cBhvr>
                                        <p:cTn id="266" dur="1" fill="hold">
                                          <p:stCondLst>
                                            <p:cond delay="999"/>
                                          </p:stCondLst>
                                        </p:cTn>
                                        <p:tgtEl>
                                          <p:spTgt spid="135"/>
                                        </p:tgtEl>
                                        <p:attrNameLst>
                                          <p:attrName>style.visibility</p:attrName>
                                        </p:attrNameLst>
                                      </p:cBhvr>
                                      <p:to>
                                        <p:strVal val="hidden"/>
                                      </p:to>
                                    </p:set>
                                  </p:childTnLst>
                                </p:cTn>
                              </p:par>
                              <p:par>
                                <p:cTn id="267" presetID="42" presetClass="exit" presetSubtype="0" fill="hold" grpId="1" nodeType="withEffect">
                                  <p:stCondLst>
                                    <p:cond delay="0"/>
                                  </p:stCondLst>
                                  <p:childTnLst>
                                    <p:animEffect transition="out" filter="fade">
                                      <p:cBhvr>
                                        <p:cTn id="268" dur="1000"/>
                                        <p:tgtEl>
                                          <p:spTgt spid="144"/>
                                        </p:tgtEl>
                                      </p:cBhvr>
                                    </p:animEffect>
                                    <p:anim calcmode="lin" valueType="num">
                                      <p:cBhvr>
                                        <p:cTn id="269" dur="1000"/>
                                        <p:tgtEl>
                                          <p:spTgt spid="144"/>
                                        </p:tgtEl>
                                        <p:attrNameLst>
                                          <p:attrName>ppt_x</p:attrName>
                                        </p:attrNameLst>
                                      </p:cBhvr>
                                      <p:tavLst>
                                        <p:tav tm="0">
                                          <p:val>
                                            <p:strVal val="ppt_x"/>
                                          </p:val>
                                        </p:tav>
                                        <p:tav tm="100000">
                                          <p:val>
                                            <p:strVal val="ppt_x"/>
                                          </p:val>
                                        </p:tav>
                                      </p:tavLst>
                                    </p:anim>
                                    <p:anim calcmode="lin" valueType="num">
                                      <p:cBhvr>
                                        <p:cTn id="270" dur="1000"/>
                                        <p:tgtEl>
                                          <p:spTgt spid="144"/>
                                        </p:tgtEl>
                                        <p:attrNameLst>
                                          <p:attrName>ppt_y</p:attrName>
                                        </p:attrNameLst>
                                      </p:cBhvr>
                                      <p:tavLst>
                                        <p:tav tm="0">
                                          <p:val>
                                            <p:strVal val="ppt_y"/>
                                          </p:val>
                                        </p:tav>
                                        <p:tav tm="100000">
                                          <p:val>
                                            <p:strVal val="ppt_y+.1"/>
                                          </p:val>
                                        </p:tav>
                                      </p:tavLst>
                                    </p:anim>
                                    <p:set>
                                      <p:cBhvr>
                                        <p:cTn id="271" dur="1" fill="hold">
                                          <p:stCondLst>
                                            <p:cond delay="999"/>
                                          </p:stCondLst>
                                        </p:cTn>
                                        <p:tgtEl>
                                          <p:spTgt spid="144"/>
                                        </p:tgtEl>
                                        <p:attrNameLst>
                                          <p:attrName>style.visibility</p:attrName>
                                        </p:attrNameLst>
                                      </p:cBhvr>
                                      <p:to>
                                        <p:strVal val="hidden"/>
                                      </p:to>
                                    </p:set>
                                  </p:childTnLst>
                                </p:cTn>
                              </p:par>
                              <p:par>
                                <p:cTn id="272" presetID="42" presetClass="exit" presetSubtype="0" fill="hold" grpId="1" nodeType="withEffect">
                                  <p:stCondLst>
                                    <p:cond delay="0"/>
                                  </p:stCondLst>
                                  <p:childTnLst>
                                    <p:animEffect transition="out" filter="fade">
                                      <p:cBhvr>
                                        <p:cTn id="273" dur="1000"/>
                                        <p:tgtEl>
                                          <p:spTgt spid="151"/>
                                        </p:tgtEl>
                                      </p:cBhvr>
                                    </p:animEffect>
                                    <p:anim calcmode="lin" valueType="num">
                                      <p:cBhvr>
                                        <p:cTn id="274" dur="1000"/>
                                        <p:tgtEl>
                                          <p:spTgt spid="151"/>
                                        </p:tgtEl>
                                        <p:attrNameLst>
                                          <p:attrName>ppt_x</p:attrName>
                                        </p:attrNameLst>
                                      </p:cBhvr>
                                      <p:tavLst>
                                        <p:tav tm="0">
                                          <p:val>
                                            <p:strVal val="ppt_x"/>
                                          </p:val>
                                        </p:tav>
                                        <p:tav tm="100000">
                                          <p:val>
                                            <p:strVal val="ppt_x"/>
                                          </p:val>
                                        </p:tav>
                                      </p:tavLst>
                                    </p:anim>
                                    <p:anim calcmode="lin" valueType="num">
                                      <p:cBhvr>
                                        <p:cTn id="275" dur="1000"/>
                                        <p:tgtEl>
                                          <p:spTgt spid="151"/>
                                        </p:tgtEl>
                                        <p:attrNameLst>
                                          <p:attrName>ppt_y</p:attrName>
                                        </p:attrNameLst>
                                      </p:cBhvr>
                                      <p:tavLst>
                                        <p:tav tm="0">
                                          <p:val>
                                            <p:strVal val="ppt_y"/>
                                          </p:val>
                                        </p:tav>
                                        <p:tav tm="100000">
                                          <p:val>
                                            <p:strVal val="ppt_y+.1"/>
                                          </p:val>
                                        </p:tav>
                                      </p:tavLst>
                                    </p:anim>
                                    <p:set>
                                      <p:cBhvr>
                                        <p:cTn id="276" dur="1" fill="hold">
                                          <p:stCondLst>
                                            <p:cond delay="999"/>
                                          </p:stCondLst>
                                        </p:cTn>
                                        <p:tgtEl>
                                          <p:spTgt spid="151"/>
                                        </p:tgtEl>
                                        <p:attrNameLst>
                                          <p:attrName>style.visibility</p:attrName>
                                        </p:attrNameLst>
                                      </p:cBhvr>
                                      <p:to>
                                        <p:strVal val="hidden"/>
                                      </p:to>
                                    </p:set>
                                  </p:childTnLst>
                                </p:cTn>
                              </p:par>
                            </p:childTnLst>
                          </p:cTn>
                        </p:par>
                      </p:childTnLst>
                    </p:cTn>
                  </p:par>
                  <p:par>
                    <p:cTn id="277" fill="hold">
                      <p:stCondLst>
                        <p:cond delay="indefinite"/>
                      </p:stCondLst>
                      <p:childTnLst>
                        <p:par>
                          <p:cTn id="278" fill="hold">
                            <p:stCondLst>
                              <p:cond delay="0"/>
                            </p:stCondLst>
                            <p:childTnLst>
                              <p:par>
                                <p:cTn id="279" presetID="1" presetClass="entr" presetSubtype="0" fill="hold" grpId="0" nodeType="clickEffect">
                                  <p:stCondLst>
                                    <p:cond delay="0"/>
                                  </p:stCondLst>
                                  <p:childTnLst>
                                    <p:set>
                                      <p:cBhvr>
                                        <p:cTn id="280" dur="1" fill="hold">
                                          <p:stCondLst>
                                            <p:cond delay="0"/>
                                          </p:stCondLst>
                                        </p:cTn>
                                        <p:tgtEl>
                                          <p:spTgt spid="155"/>
                                        </p:tgtEl>
                                        <p:attrNameLst>
                                          <p:attrName>style.visibility</p:attrName>
                                        </p:attrNameLst>
                                      </p:cBhvr>
                                      <p:to>
                                        <p:strVal val="visible"/>
                                      </p:to>
                                    </p:set>
                                  </p:childTnLst>
                                </p:cTn>
                              </p:par>
                              <p:par>
                                <p:cTn id="281" presetID="1" presetClass="entr" presetSubtype="0" fill="hold" nodeType="withEffect">
                                  <p:stCondLst>
                                    <p:cond delay="0"/>
                                  </p:stCondLst>
                                  <p:childTnLst>
                                    <p:set>
                                      <p:cBhvr>
                                        <p:cTn id="282"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84" grpId="0" animBg="1"/>
      <p:bldP spid="85" grpId="0" animBg="1"/>
      <p:bldP spid="90" grpId="0"/>
      <p:bldP spid="91" grpId="0"/>
      <p:bldP spid="91" grpId="1"/>
      <p:bldP spid="92" grpId="0"/>
      <p:bldP spid="93" grpId="0"/>
      <p:bldP spid="93" grpId="1"/>
      <p:bldP spid="94" grpId="0"/>
      <p:bldP spid="94" grpId="1"/>
      <p:bldP spid="95" grpId="0"/>
      <p:bldP spid="95" grpId="1"/>
      <p:bldP spid="97" grpId="0" animBg="1"/>
      <p:bldP spid="99" grpId="0"/>
      <p:bldP spid="99" grpId="1"/>
      <p:bldP spid="100" grpId="0"/>
      <p:bldP spid="100" grpId="1"/>
      <p:bldP spid="101" grpId="0"/>
      <p:bldP spid="101" grpId="1"/>
      <p:bldP spid="130" grpId="0"/>
      <p:bldP spid="128" grpId="0" animBg="1"/>
      <p:bldP spid="129" grpId="0" animBg="1"/>
      <p:bldP spid="131" grpId="0" animBg="1"/>
      <p:bldP spid="136" grpId="0" animBg="1"/>
      <p:bldP spid="137" grpId="0" animBg="1"/>
      <p:bldP spid="142" grpId="0"/>
      <p:bldP spid="142" grpId="1"/>
      <p:bldP spid="143" grpId="0"/>
      <p:bldP spid="143" grpId="1"/>
      <p:bldP spid="144" grpId="0"/>
      <p:bldP spid="144" grpId="1"/>
      <p:bldP spid="145" grpId="0"/>
      <p:bldP spid="145" grpId="1"/>
      <p:bldP spid="146" grpId="0"/>
      <p:bldP spid="146" grpId="1"/>
      <p:bldP spid="147" grpId="0"/>
      <p:bldP spid="149" grpId="0" animBg="1"/>
      <p:bldP spid="151" grpId="0"/>
      <p:bldP spid="151" grpId="1"/>
      <p:bldP spid="152" grpId="0"/>
      <p:bldP spid="152" grpId="1"/>
      <p:bldP spid="153" grpId="0"/>
      <p:bldP spid="15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4</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matching number of the following graphs.</a:t>
            </a:r>
          </a:p>
          <a:p>
            <a:endParaRPr lang="en-US" sz="2800" dirty="0">
              <a:solidFill>
                <a:schemeClr val="bg1"/>
              </a:solidFill>
            </a:endParaRPr>
          </a:p>
        </p:txBody>
      </p:sp>
      <p:sp>
        <p:nvSpPr>
          <p:cNvPr id="53" name="Oval 52">
            <a:extLst>
              <a:ext uri="{FF2B5EF4-FFF2-40B4-BE49-F238E27FC236}">
                <a16:creationId xmlns:a16="http://schemas.microsoft.com/office/drawing/2014/main" id="{BDD11F87-DA81-9510-C1CB-0AF4093562CB}"/>
              </a:ext>
            </a:extLst>
          </p:cNvPr>
          <p:cNvSpPr/>
          <p:nvPr/>
        </p:nvSpPr>
        <p:spPr>
          <a:xfrm rot="5400000">
            <a:off x="5840223" y="218964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4" name="Oval 53">
            <a:extLst>
              <a:ext uri="{FF2B5EF4-FFF2-40B4-BE49-F238E27FC236}">
                <a16:creationId xmlns:a16="http://schemas.microsoft.com/office/drawing/2014/main" id="{BDD11F87-DA81-9510-C1CB-0AF4093562CB}"/>
              </a:ext>
            </a:extLst>
          </p:cNvPr>
          <p:cNvSpPr/>
          <p:nvPr/>
        </p:nvSpPr>
        <p:spPr>
          <a:xfrm rot="5400000">
            <a:off x="5127850" y="290972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6560303" y="290972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6" name="Straight Connector 55">
            <a:extLst>
              <a:ext uri="{FF2B5EF4-FFF2-40B4-BE49-F238E27FC236}">
                <a16:creationId xmlns:a16="http://schemas.microsoft.com/office/drawing/2014/main" id="{6205DD86-315C-53B6-CEEF-A9919650168E}"/>
              </a:ext>
            </a:extLst>
          </p:cNvPr>
          <p:cNvCxnSpPr>
            <a:cxnSpLocks/>
            <a:stCxn id="53" idx="5"/>
            <a:endCxn id="54" idx="1"/>
          </p:cNvCxnSpPr>
          <p:nvPr/>
        </p:nvCxnSpPr>
        <p:spPr>
          <a:xfrm flipH="1">
            <a:off x="5250762" y="2312555"/>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205DD86-315C-53B6-CEEF-A9919650168E}"/>
              </a:ext>
            </a:extLst>
          </p:cNvPr>
          <p:cNvCxnSpPr>
            <a:cxnSpLocks/>
            <a:stCxn id="53" idx="7"/>
            <a:endCxn id="55" idx="3"/>
          </p:cNvCxnSpPr>
          <p:nvPr/>
        </p:nvCxnSpPr>
        <p:spPr>
          <a:xfrm>
            <a:off x="5963135" y="2312555"/>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205DD86-315C-53B6-CEEF-A9919650168E}"/>
              </a:ext>
            </a:extLst>
          </p:cNvPr>
          <p:cNvCxnSpPr>
            <a:cxnSpLocks/>
            <a:stCxn id="55" idx="4"/>
            <a:endCxn id="54" idx="0"/>
          </p:cNvCxnSpPr>
          <p:nvPr/>
        </p:nvCxnSpPr>
        <p:spPr>
          <a:xfrm flipH="1">
            <a:off x="5271850" y="2981723"/>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9" name="Oval 58">
            <a:extLst>
              <a:ext uri="{FF2B5EF4-FFF2-40B4-BE49-F238E27FC236}">
                <a16:creationId xmlns:a16="http://schemas.microsoft.com/office/drawing/2014/main" id="{BDD11F87-DA81-9510-C1CB-0AF4093562CB}"/>
              </a:ext>
            </a:extLst>
          </p:cNvPr>
          <p:cNvSpPr/>
          <p:nvPr/>
        </p:nvSpPr>
        <p:spPr>
          <a:xfrm rot="5400000">
            <a:off x="5120143" y="43498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0" name="Oval 59">
            <a:extLst>
              <a:ext uri="{FF2B5EF4-FFF2-40B4-BE49-F238E27FC236}">
                <a16:creationId xmlns:a16="http://schemas.microsoft.com/office/drawing/2014/main" id="{BDD11F87-DA81-9510-C1CB-0AF4093562CB}"/>
              </a:ext>
            </a:extLst>
          </p:cNvPr>
          <p:cNvSpPr/>
          <p:nvPr/>
        </p:nvSpPr>
        <p:spPr>
          <a:xfrm rot="5400000">
            <a:off x="6560303" y="43498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6205DD86-315C-53B6-CEEF-A9919650168E}"/>
              </a:ext>
            </a:extLst>
          </p:cNvPr>
          <p:cNvCxnSpPr>
            <a:cxnSpLocks/>
            <a:stCxn id="54" idx="6"/>
            <a:endCxn id="59" idx="2"/>
          </p:cNvCxnSpPr>
          <p:nvPr/>
        </p:nvCxnSpPr>
        <p:spPr>
          <a:xfrm flipH="1">
            <a:off x="5192143" y="3053723"/>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55" idx="6"/>
            <a:endCxn id="60" idx="2"/>
          </p:cNvCxnSpPr>
          <p:nvPr/>
        </p:nvCxnSpPr>
        <p:spPr>
          <a:xfrm>
            <a:off x="6632303" y="3053723"/>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6205DD86-315C-53B6-CEEF-A9919650168E}"/>
              </a:ext>
            </a:extLst>
          </p:cNvPr>
          <p:cNvCxnSpPr>
            <a:cxnSpLocks/>
            <a:stCxn id="60" idx="4"/>
            <a:endCxn id="59" idx="0"/>
          </p:cNvCxnSpPr>
          <p:nvPr/>
        </p:nvCxnSpPr>
        <p:spPr>
          <a:xfrm flipH="1">
            <a:off x="5264143" y="4421883"/>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60" idx="3"/>
            <a:endCxn id="54" idx="7"/>
          </p:cNvCxnSpPr>
          <p:nvPr/>
        </p:nvCxnSpPr>
        <p:spPr>
          <a:xfrm flipH="1" flipV="1">
            <a:off x="5250762" y="3032635"/>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5" name="TextBox 64"/>
          <p:cNvSpPr txBox="1"/>
          <p:nvPr/>
        </p:nvSpPr>
        <p:spPr>
          <a:xfrm>
            <a:off x="6204115" y="471012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66" name="TextBox 65"/>
          <p:cNvSpPr txBox="1"/>
          <p:nvPr/>
        </p:nvSpPr>
        <p:spPr>
          <a:xfrm>
            <a:off x="4809811" y="339897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67" name="TextBox 66"/>
          <p:cNvSpPr txBox="1"/>
          <p:nvPr/>
        </p:nvSpPr>
        <p:spPr>
          <a:xfrm>
            <a:off x="5192383" y="2213738"/>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68" name="TextBox 67"/>
          <p:cNvSpPr txBox="1"/>
          <p:nvPr/>
        </p:nvSpPr>
        <p:spPr>
          <a:xfrm>
            <a:off x="5833859" y="3235644"/>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69" name="TextBox 68"/>
          <p:cNvSpPr txBox="1"/>
          <p:nvPr/>
        </p:nvSpPr>
        <p:spPr>
          <a:xfrm>
            <a:off x="6648800" y="3398974"/>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70" name="TextBox 69"/>
          <p:cNvSpPr txBox="1"/>
          <p:nvPr/>
        </p:nvSpPr>
        <p:spPr>
          <a:xfrm>
            <a:off x="5686660" y="3912725"/>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71" name="Straight Connector 70">
            <a:extLst>
              <a:ext uri="{FF2B5EF4-FFF2-40B4-BE49-F238E27FC236}">
                <a16:creationId xmlns:a16="http://schemas.microsoft.com/office/drawing/2014/main" id="{6205DD86-315C-53B6-CEEF-A9919650168E}"/>
              </a:ext>
            </a:extLst>
          </p:cNvPr>
          <p:cNvCxnSpPr>
            <a:cxnSpLocks/>
            <a:stCxn id="72" idx="3"/>
            <a:endCxn id="59" idx="7"/>
          </p:cNvCxnSpPr>
          <p:nvPr/>
        </p:nvCxnSpPr>
        <p:spPr>
          <a:xfrm flipH="1" flipV="1">
            <a:off x="5243055" y="4472795"/>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2" name="Oval 71">
            <a:extLst>
              <a:ext uri="{FF2B5EF4-FFF2-40B4-BE49-F238E27FC236}">
                <a16:creationId xmlns:a16="http://schemas.microsoft.com/office/drawing/2014/main" id="{BDD11F87-DA81-9510-C1CB-0AF4093562CB}"/>
              </a:ext>
            </a:extLst>
          </p:cNvPr>
          <p:cNvSpPr/>
          <p:nvPr/>
        </p:nvSpPr>
        <p:spPr>
          <a:xfrm rot="5400000">
            <a:off x="5836204" y="507893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3" name="Straight Connector 72">
            <a:extLst>
              <a:ext uri="{FF2B5EF4-FFF2-40B4-BE49-F238E27FC236}">
                <a16:creationId xmlns:a16="http://schemas.microsoft.com/office/drawing/2014/main" id="{6205DD86-315C-53B6-CEEF-A9919650168E}"/>
              </a:ext>
            </a:extLst>
          </p:cNvPr>
          <p:cNvCxnSpPr>
            <a:cxnSpLocks/>
            <a:stCxn id="72" idx="1"/>
            <a:endCxn id="60" idx="5"/>
          </p:cNvCxnSpPr>
          <p:nvPr/>
        </p:nvCxnSpPr>
        <p:spPr>
          <a:xfrm flipV="1">
            <a:off x="5959116" y="4472795"/>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4" name="TextBox 73"/>
          <p:cNvSpPr txBox="1"/>
          <p:nvPr/>
        </p:nvSpPr>
        <p:spPr>
          <a:xfrm>
            <a:off x="5720225" y="2475348"/>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75" name="TextBox 74"/>
          <p:cNvSpPr txBox="1"/>
          <p:nvPr/>
        </p:nvSpPr>
        <p:spPr>
          <a:xfrm>
            <a:off x="5139942" y="4638256"/>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76" name="TextBox 75"/>
          <p:cNvSpPr txBox="1"/>
          <p:nvPr/>
        </p:nvSpPr>
        <p:spPr>
          <a:xfrm>
            <a:off x="6222473" y="2189372"/>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mc:AlternateContent xmlns:mc="http://schemas.openxmlformats.org/markup-compatibility/2006" xmlns:a14="http://schemas.microsoft.com/office/drawing/2010/main">
        <mc:Choice Requires="a14">
          <p:sp>
            <p:nvSpPr>
              <p:cNvPr id="126" name="TextBox 125"/>
              <p:cNvSpPr txBox="1"/>
              <p:nvPr/>
            </p:nvSpPr>
            <p:spPr>
              <a:xfrm>
                <a:off x="5614277" y="5444547"/>
                <a:ext cx="4860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i="0" dirty="0" smtClean="0">
                          <a:solidFill>
                            <a:srgbClr val="002060"/>
                          </a:solidFill>
                          <a:latin typeface="Cambria Math" panose="02040503050406030204" pitchFamily="18" charset="0"/>
                        </a:rPr>
                        <m:t>G</m:t>
                      </m:r>
                    </m:oMath>
                  </m:oMathPara>
                </a14:m>
                <a:endParaRPr lang="en-US" sz="2800" dirty="0">
                  <a:solidFill>
                    <a:srgbClr val="002060"/>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5614277" y="5444547"/>
                <a:ext cx="486030" cy="523220"/>
              </a:xfrm>
              <a:prstGeom prst="rect">
                <a:avLst/>
              </a:prstGeo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428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4(Cont.)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matching number of the following graphs.</a:t>
            </a:r>
          </a:p>
        </p:txBody>
      </p:sp>
      <p:sp>
        <p:nvSpPr>
          <p:cNvPr id="53" name="Oval 52">
            <a:extLst>
              <a:ext uri="{FF2B5EF4-FFF2-40B4-BE49-F238E27FC236}">
                <a16:creationId xmlns:a16="http://schemas.microsoft.com/office/drawing/2014/main" id="{BDD11F87-DA81-9510-C1CB-0AF4093562CB}"/>
              </a:ext>
            </a:extLst>
          </p:cNvPr>
          <p:cNvSpPr/>
          <p:nvPr/>
        </p:nvSpPr>
        <p:spPr>
          <a:xfrm rot="5400000">
            <a:off x="11084943" y="22248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4" name="Oval 53">
            <a:extLst>
              <a:ext uri="{FF2B5EF4-FFF2-40B4-BE49-F238E27FC236}">
                <a16:creationId xmlns:a16="http://schemas.microsoft.com/office/drawing/2014/main" id="{BDD11F87-DA81-9510-C1CB-0AF4093562CB}"/>
              </a:ext>
            </a:extLst>
          </p:cNvPr>
          <p:cNvSpPr/>
          <p:nvPr/>
        </p:nvSpPr>
        <p:spPr>
          <a:xfrm rot="5400000">
            <a:off x="10372570" y="29448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11805023" y="29448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6" name="Straight Connector 55">
            <a:extLst>
              <a:ext uri="{FF2B5EF4-FFF2-40B4-BE49-F238E27FC236}">
                <a16:creationId xmlns:a16="http://schemas.microsoft.com/office/drawing/2014/main" id="{6205DD86-315C-53B6-CEEF-A9919650168E}"/>
              </a:ext>
            </a:extLst>
          </p:cNvPr>
          <p:cNvCxnSpPr>
            <a:cxnSpLocks/>
            <a:stCxn id="53" idx="5"/>
            <a:endCxn id="54" idx="1"/>
          </p:cNvCxnSpPr>
          <p:nvPr/>
        </p:nvCxnSpPr>
        <p:spPr>
          <a:xfrm flipH="1">
            <a:off x="10495482" y="2347716"/>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205DD86-315C-53B6-CEEF-A9919650168E}"/>
              </a:ext>
            </a:extLst>
          </p:cNvPr>
          <p:cNvCxnSpPr>
            <a:cxnSpLocks/>
            <a:stCxn id="53" idx="7"/>
            <a:endCxn id="55" idx="3"/>
          </p:cNvCxnSpPr>
          <p:nvPr/>
        </p:nvCxnSpPr>
        <p:spPr>
          <a:xfrm>
            <a:off x="11207855" y="2347716"/>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205DD86-315C-53B6-CEEF-A9919650168E}"/>
              </a:ext>
            </a:extLst>
          </p:cNvPr>
          <p:cNvCxnSpPr>
            <a:cxnSpLocks/>
            <a:stCxn id="55" idx="4"/>
            <a:endCxn id="54" idx="0"/>
          </p:cNvCxnSpPr>
          <p:nvPr/>
        </p:nvCxnSpPr>
        <p:spPr>
          <a:xfrm flipH="1">
            <a:off x="10516570" y="3016884"/>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9" name="Oval 58">
            <a:extLst>
              <a:ext uri="{FF2B5EF4-FFF2-40B4-BE49-F238E27FC236}">
                <a16:creationId xmlns:a16="http://schemas.microsoft.com/office/drawing/2014/main" id="{BDD11F87-DA81-9510-C1CB-0AF4093562CB}"/>
              </a:ext>
            </a:extLst>
          </p:cNvPr>
          <p:cNvSpPr/>
          <p:nvPr/>
        </p:nvSpPr>
        <p:spPr>
          <a:xfrm rot="5400000">
            <a:off x="10364863" y="43850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0" name="Oval 59">
            <a:extLst>
              <a:ext uri="{FF2B5EF4-FFF2-40B4-BE49-F238E27FC236}">
                <a16:creationId xmlns:a16="http://schemas.microsoft.com/office/drawing/2014/main" id="{BDD11F87-DA81-9510-C1CB-0AF4093562CB}"/>
              </a:ext>
            </a:extLst>
          </p:cNvPr>
          <p:cNvSpPr/>
          <p:nvPr/>
        </p:nvSpPr>
        <p:spPr>
          <a:xfrm rot="5400000">
            <a:off x="11805023" y="43850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6205DD86-315C-53B6-CEEF-A9919650168E}"/>
              </a:ext>
            </a:extLst>
          </p:cNvPr>
          <p:cNvCxnSpPr>
            <a:cxnSpLocks/>
            <a:stCxn id="54" idx="6"/>
            <a:endCxn id="59" idx="2"/>
          </p:cNvCxnSpPr>
          <p:nvPr/>
        </p:nvCxnSpPr>
        <p:spPr>
          <a:xfrm flipH="1">
            <a:off x="10436863" y="3088884"/>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55" idx="6"/>
            <a:endCxn id="60" idx="2"/>
          </p:cNvCxnSpPr>
          <p:nvPr/>
        </p:nvCxnSpPr>
        <p:spPr>
          <a:xfrm>
            <a:off x="11877023" y="3088884"/>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6205DD86-315C-53B6-CEEF-A9919650168E}"/>
              </a:ext>
            </a:extLst>
          </p:cNvPr>
          <p:cNvCxnSpPr>
            <a:cxnSpLocks/>
            <a:stCxn id="60" idx="4"/>
            <a:endCxn id="59" idx="0"/>
          </p:cNvCxnSpPr>
          <p:nvPr/>
        </p:nvCxnSpPr>
        <p:spPr>
          <a:xfrm flipH="1">
            <a:off x="10508863" y="4457044"/>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60" idx="3"/>
            <a:endCxn id="54" idx="7"/>
          </p:cNvCxnSpPr>
          <p:nvPr/>
        </p:nvCxnSpPr>
        <p:spPr>
          <a:xfrm flipH="1" flipV="1">
            <a:off x="10495482" y="3067796"/>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5" name="TextBox 64"/>
          <p:cNvSpPr txBox="1"/>
          <p:nvPr/>
        </p:nvSpPr>
        <p:spPr>
          <a:xfrm>
            <a:off x="11448835" y="4745281"/>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66" name="TextBox 65"/>
          <p:cNvSpPr txBox="1"/>
          <p:nvPr/>
        </p:nvSpPr>
        <p:spPr>
          <a:xfrm>
            <a:off x="10054531" y="343413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67" name="TextBox 66"/>
          <p:cNvSpPr txBox="1"/>
          <p:nvPr/>
        </p:nvSpPr>
        <p:spPr>
          <a:xfrm>
            <a:off x="10437103" y="2248899"/>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68" name="TextBox 67"/>
          <p:cNvSpPr txBox="1"/>
          <p:nvPr/>
        </p:nvSpPr>
        <p:spPr>
          <a:xfrm>
            <a:off x="11078579" y="3270805"/>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69" name="TextBox 68"/>
          <p:cNvSpPr txBox="1"/>
          <p:nvPr/>
        </p:nvSpPr>
        <p:spPr>
          <a:xfrm>
            <a:off x="11893520" y="3434135"/>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70" name="TextBox 69"/>
          <p:cNvSpPr txBox="1"/>
          <p:nvPr/>
        </p:nvSpPr>
        <p:spPr>
          <a:xfrm>
            <a:off x="10931380" y="3947886"/>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71" name="Straight Connector 70">
            <a:extLst>
              <a:ext uri="{FF2B5EF4-FFF2-40B4-BE49-F238E27FC236}">
                <a16:creationId xmlns:a16="http://schemas.microsoft.com/office/drawing/2014/main" id="{6205DD86-315C-53B6-CEEF-A9919650168E}"/>
              </a:ext>
            </a:extLst>
          </p:cNvPr>
          <p:cNvCxnSpPr>
            <a:cxnSpLocks/>
            <a:stCxn id="72" idx="3"/>
            <a:endCxn id="59" idx="7"/>
          </p:cNvCxnSpPr>
          <p:nvPr/>
        </p:nvCxnSpPr>
        <p:spPr>
          <a:xfrm flipH="1" flipV="1">
            <a:off x="10487775" y="4507956"/>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2" name="Oval 71">
            <a:extLst>
              <a:ext uri="{FF2B5EF4-FFF2-40B4-BE49-F238E27FC236}">
                <a16:creationId xmlns:a16="http://schemas.microsoft.com/office/drawing/2014/main" id="{BDD11F87-DA81-9510-C1CB-0AF4093562CB}"/>
              </a:ext>
            </a:extLst>
          </p:cNvPr>
          <p:cNvSpPr/>
          <p:nvPr/>
        </p:nvSpPr>
        <p:spPr>
          <a:xfrm rot="5400000">
            <a:off x="11080924" y="51140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3" name="Straight Connector 72">
            <a:extLst>
              <a:ext uri="{FF2B5EF4-FFF2-40B4-BE49-F238E27FC236}">
                <a16:creationId xmlns:a16="http://schemas.microsoft.com/office/drawing/2014/main" id="{6205DD86-315C-53B6-CEEF-A9919650168E}"/>
              </a:ext>
            </a:extLst>
          </p:cNvPr>
          <p:cNvCxnSpPr>
            <a:cxnSpLocks/>
            <a:stCxn id="72" idx="1"/>
            <a:endCxn id="60" idx="5"/>
          </p:cNvCxnSpPr>
          <p:nvPr/>
        </p:nvCxnSpPr>
        <p:spPr>
          <a:xfrm flipV="1">
            <a:off x="11203836" y="4507956"/>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4" name="TextBox 73"/>
          <p:cNvSpPr txBox="1"/>
          <p:nvPr/>
        </p:nvSpPr>
        <p:spPr>
          <a:xfrm>
            <a:off x="10964945" y="251050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75" name="TextBox 74"/>
          <p:cNvSpPr txBox="1"/>
          <p:nvPr/>
        </p:nvSpPr>
        <p:spPr>
          <a:xfrm>
            <a:off x="10384662" y="467341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76" name="TextBox 75"/>
          <p:cNvSpPr txBox="1"/>
          <p:nvPr/>
        </p:nvSpPr>
        <p:spPr>
          <a:xfrm>
            <a:off x="11467193" y="2224533"/>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78" name="Oval 77">
            <a:extLst>
              <a:ext uri="{FF2B5EF4-FFF2-40B4-BE49-F238E27FC236}">
                <a16:creationId xmlns:a16="http://schemas.microsoft.com/office/drawing/2014/main" id="{BDD11F87-DA81-9510-C1CB-0AF4093562CB}"/>
              </a:ext>
            </a:extLst>
          </p:cNvPr>
          <p:cNvSpPr/>
          <p:nvPr/>
        </p:nvSpPr>
        <p:spPr>
          <a:xfrm rot="5400000">
            <a:off x="6216678" y="21579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9" name="Oval 78">
            <a:extLst>
              <a:ext uri="{FF2B5EF4-FFF2-40B4-BE49-F238E27FC236}">
                <a16:creationId xmlns:a16="http://schemas.microsoft.com/office/drawing/2014/main" id="{BDD11F87-DA81-9510-C1CB-0AF4093562CB}"/>
              </a:ext>
            </a:extLst>
          </p:cNvPr>
          <p:cNvSpPr/>
          <p:nvPr/>
        </p:nvSpPr>
        <p:spPr>
          <a:xfrm rot="5400000">
            <a:off x="5504305" y="287798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0" name="Oval 79">
            <a:extLst>
              <a:ext uri="{FF2B5EF4-FFF2-40B4-BE49-F238E27FC236}">
                <a16:creationId xmlns:a16="http://schemas.microsoft.com/office/drawing/2014/main" id="{BDD11F87-DA81-9510-C1CB-0AF4093562CB}"/>
              </a:ext>
            </a:extLst>
          </p:cNvPr>
          <p:cNvSpPr/>
          <p:nvPr/>
        </p:nvSpPr>
        <p:spPr>
          <a:xfrm rot="5400000">
            <a:off x="6936758" y="287798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2" name="Straight Connector 81">
            <a:extLst>
              <a:ext uri="{FF2B5EF4-FFF2-40B4-BE49-F238E27FC236}">
                <a16:creationId xmlns:a16="http://schemas.microsoft.com/office/drawing/2014/main" id="{6205DD86-315C-53B6-CEEF-A9919650168E}"/>
              </a:ext>
            </a:extLst>
          </p:cNvPr>
          <p:cNvCxnSpPr>
            <a:cxnSpLocks/>
            <a:stCxn id="78" idx="7"/>
            <a:endCxn id="80" idx="3"/>
          </p:cNvCxnSpPr>
          <p:nvPr/>
        </p:nvCxnSpPr>
        <p:spPr>
          <a:xfrm>
            <a:off x="6339590" y="2280817"/>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4" name="Oval 83">
            <a:extLst>
              <a:ext uri="{FF2B5EF4-FFF2-40B4-BE49-F238E27FC236}">
                <a16:creationId xmlns:a16="http://schemas.microsoft.com/office/drawing/2014/main" id="{BDD11F87-DA81-9510-C1CB-0AF4093562CB}"/>
              </a:ext>
            </a:extLst>
          </p:cNvPr>
          <p:cNvSpPr/>
          <p:nvPr/>
        </p:nvSpPr>
        <p:spPr>
          <a:xfrm rot="5400000">
            <a:off x="5496598" y="43181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5" name="Oval 84">
            <a:extLst>
              <a:ext uri="{FF2B5EF4-FFF2-40B4-BE49-F238E27FC236}">
                <a16:creationId xmlns:a16="http://schemas.microsoft.com/office/drawing/2014/main" id="{BDD11F87-DA81-9510-C1CB-0AF4093562CB}"/>
              </a:ext>
            </a:extLst>
          </p:cNvPr>
          <p:cNvSpPr/>
          <p:nvPr/>
        </p:nvSpPr>
        <p:spPr>
          <a:xfrm rot="5400000">
            <a:off x="6936758" y="43181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9" name="Straight Connector 88">
            <a:extLst>
              <a:ext uri="{FF2B5EF4-FFF2-40B4-BE49-F238E27FC236}">
                <a16:creationId xmlns:a16="http://schemas.microsoft.com/office/drawing/2014/main" id="{6205DD86-315C-53B6-CEEF-A9919650168E}"/>
              </a:ext>
            </a:extLst>
          </p:cNvPr>
          <p:cNvCxnSpPr>
            <a:cxnSpLocks/>
            <a:stCxn id="85" idx="3"/>
            <a:endCxn id="79" idx="7"/>
          </p:cNvCxnSpPr>
          <p:nvPr/>
        </p:nvCxnSpPr>
        <p:spPr>
          <a:xfrm flipH="1" flipV="1">
            <a:off x="5627217" y="3000897"/>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3" name="TextBox 92"/>
          <p:cNvSpPr txBox="1"/>
          <p:nvPr/>
        </p:nvSpPr>
        <p:spPr>
          <a:xfrm>
            <a:off x="6210314" y="320390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96" name="Straight Connector 95">
            <a:extLst>
              <a:ext uri="{FF2B5EF4-FFF2-40B4-BE49-F238E27FC236}">
                <a16:creationId xmlns:a16="http://schemas.microsoft.com/office/drawing/2014/main" id="{6205DD86-315C-53B6-CEEF-A9919650168E}"/>
              </a:ext>
            </a:extLst>
          </p:cNvPr>
          <p:cNvCxnSpPr>
            <a:cxnSpLocks/>
            <a:stCxn id="97" idx="3"/>
            <a:endCxn id="84" idx="7"/>
          </p:cNvCxnSpPr>
          <p:nvPr/>
        </p:nvCxnSpPr>
        <p:spPr>
          <a:xfrm flipH="1" flipV="1">
            <a:off x="5619510" y="4441057"/>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7" name="Oval 96">
            <a:extLst>
              <a:ext uri="{FF2B5EF4-FFF2-40B4-BE49-F238E27FC236}">
                <a16:creationId xmlns:a16="http://schemas.microsoft.com/office/drawing/2014/main" id="{BDD11F87-DA81-9510-C1CB-0AF4093562CB}"/>
              </a:ext>
            </a:extLst>
          </p:cNvPr>
          <p:cNvSpPr/>
          <p:nvPr/>
        </p:nvSpPr>
        <p:spPr>
          <a:xfrm rot="5400000">
            <a:off x="6212659" y="504719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0" name="TextBox 99"/>
          <p:cNvSpPr txBox="1"/>
          <p:nvPr/>
        </p:nvSpPr>
        <p:spPr>
          <a:xfrm>
            <a:off x="5516397" y="4606518"/>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01" name="TextBox 100"/>
          <p:cNvSpPr txBox="1"/>
          <p:nvPr/>
        </p:nvSpPr>
        <p:spPr>
          <a:xfrm>
            <a:off x="6598928" y="215763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102" name="Oval 101">
            <a:extLst>
              <a:ext uri="{FF2B5EF4-FFF2-40B4-BE49-F238E27FC236}">
                <a16:creationId xmlns:a16="http://schemas.microsoft.com/office/drawing/2014/main" id="{BDD11F87-DA81-9510-C1CB-0AF4093562CB}"/>
              </a:ext>
            </a:extLst>
          </p:cNvPr>
          <p:cNvSpPr/>
          <p:nvPr/>
        </p:nvSpPr>
        <p:spPr>
          <a:xfrm rot="5400000">
            <a:off x="8961759" y="218017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3" name="Oval 102">
            <a:extLst>
              <a:ext uri="{FF2B5EF4-FFF2-40B4-BE49-F238E27FC236}">
                <a16:creationId xmlns:a16="http://schemas.microsoft.com/office/drawing/2014/main" id="{BDD11F87-DA81-9510-C1CB-0AF4093562CB}"/>
              </a:ext>
            </a:extLst>
          </p:cNvPr>
          <p:cNvSpPr/>
          <p:nvPr/>
        </p:nvSpPr>
        <p:spPr>
          <a:xfrm rot="5400000">
            <a:off x="8249386" y="29002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4" name="Oval 103">
            <a:extLst>
              <a:ext uri="{FF2B5EF4-FFF2-40B4-BE49-F238E27FC236}">
                <a16:creationId xmlns:a16="http://schemas.microsoft.com/office/drawing/2014/main" id="{BDD11F87-DA81-9510-C1CB-0AF4093562CB}"/>
              </a:ext>
            </a:extLst>
          </p:cNvPr>
          <p:cNvSpPr/>
          <p:nvPr/>
        </p:nvSpPr>
        <p:spPr>
          <a:xfrm rot="5400000">
            <a:off x="9681839" y="29002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8" name="Oval 107">
            <a:extLst>
              <a:ext uri="{FF2B5EF4-FFF2-40B4-BE49-F238E27FC236}">
                <a16:creationId xmlns:a16="http://schemas.microsoft.com/office/drawing/2014/main" id="{BDD11F87-DA81-9510-C1CB-0AF4093562CB}"/>
              </a:ext>
            </a:extLst>
          </p:cNvPr>
          <p:cNvSpPr/>
          <p:nvPr/>
        </p:nvSpPr>
        <p:spPr>
          <a:xfrm rot="5400000">
            <a:off x="8241679" y="43404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9" name="Oval 108">
            <a:extLst>
              <a:ext uri="{FF2B5EF4-FFF2-40B4-BE49-F238E27FC236}">
                <a16:creationId xmlns:a16="http://schemas.microsoft.com/office/drawing/2014/main" id="{BDD11F87-DA81-9510-C1CB-0AF4093562CB}"/>
              </a:ext>
            </a:extLst>
          </p:cNvPr>
          <p:cNvSpPr/>
          <p:nvPr/>
        </p:nvSpPr>
        <p:spPr>
          <a:xfrm rot="5400000">
            <a:off x="9681839" y="43404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0" name="Straight Connector 109">
            <a:extLst>
              <a:ext uri="{FF2B5EF4-FFF2-40B4-BE49-F238E27FC236}">
                <a16:creationId xmlns:a16="http://schemas.microsoft.com/office/drawing/2014/main" id="{6205DD86-315C-53B6-CEEF-A9919650168E}"/>
              </a:ext>
            </a:extLst>
          </p:cNvPr>
          <p:cNvCxnSpPr>
            <a:cxnSpLocks/>
            <a:stCxn id="103" idx="6"/>
            <a:endCxn id="108" idx="2"/>
          </p:cNvCxnSpPr>
          <p:nvPr/>
        </p:nvCxnSpPr>
        <p:spPr>
          <a:xfrm flipH="1">
            <a:off x="8313679" y="3044253"/>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a:extLst>
              <a:ext uri="{FF2B5EF4-FFF2-40B4-BE49-F238E27FC236}">
                <a16:creationId xmlns:a16="http://schemas.microsoft.com/office/drawing/2014/main" id="{6205DD86-315C-53B6-CEEF-A9919650168E}"/>
              </a:ext>
            </a:extLst>
          </p:cNvPr>
          <p:cNvCxnSpPr>
            <a:cxnSpLocks/>
            <a:stCxn id="104" idx="6"/>
            <a:endCxn id="109" idx="2"/>
          </p:cNvCxnSpPr>
          <p:nvPr/>
        </p:nvCxnSpPr>
        <p:spPr>
          <a:xfrm>
            <a:off x="9753839" y="3044253"/>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5" name="TextBox 114"/>
          <p:cNvSpPr txBox="1"/>
          <p:nvPr/>
        </p:nvSpPr>
        <p:spPr>
          <a:xfrm>
            <a:off x="7931347" y="338950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118" name="TextBox 117"/>
          <p:cNvSpPr txBox="1"/>
          <p:nvPr/>
        </p:nvSpPr>
        <p:spPr>
          <a:xfrm>
            <a:off x="9427121" y="3434135"/>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21" name="Oval 120">
            <a:extLst>
              <a:ext uri="{FF2B5EF4-FFF2-40B4-BE49-F238E27FC236}">
                <a16:creationId xmlns:a16="http://schemas.microsoft.com/office/drawing/2014/main" id="{BDD11F87-DA81-9510-C1CB-0AF4093562CB}"/>
              </a:ext>
            </a:extLst>
          </p:cNvPr>
          <p:cNvSpPr/>
          <p:nvPr/>
        </p:nvSpPr>
        <p:spPr>
          <a:xfrm rot="5400000">
            <a:off x="8957740" y="50694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7" name="Straight Connector 76"/>
          <p:cNvCxnSpPr/>
          <p:nvPr/>
        </p:nvCxnSpPr>
        <p:spPr>
          <a:xfrm flipH="1">
            <a:off x="7790478" y="2280817"/>
            <a:ext cx="9214" cy="287118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10105093" y="2412508"/>
            <a:ext cx="9214" cy="287118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9" name="TextBox 128"/>
              <p:cNvSpPr txBox="1"/>
              <p:nvPr/>
            </p:nvSpPr>
            <p:spPr>
              <a:xfrm>
                <a:off x="5971336" y="5346530"/>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129" name="TextBox 128"/>
              <p:cNvSpPr txBox="1">
                <a:spLocks noRot="1" noChangeAspect="1" noMove="1" noResize="1" noEditPoints="1" noAdjustHandles="1" noChangeArrowheads="1" noChangeShapeType="1" noTextEdit="1"/>
              </p:cNvSpPr>
              <p:nvPr/>
            </p:nvSpPr>
            <p:spPr>
              <a:xfrm>
                <a:off x="5971336" y="5346530"/>
                <a:ext cx="718658" cy="523220"/>
              </a:xfrm>
              <a:prstGeom prst="rect">
                <a:avLst/>
              </a:prstGeom>
              <a:blipFill rotWithShape="0">
                <a:blip r:embed="rId2"/>
                <a:stretch>
                  <a:fillRect/>
                </a:stretch>
              </a:blipFill>
            </p:spPr>
            <p:txBody>
              <a:bodyPr/>
              <a:lstStyle/>
              <a:p>
                <a:r>
                  <a:rPr lang="en-US">
                    <a:noFill/>
                  </a:rPr>
                  <a:t> </a:t>
                </a:r>
              </a:p>
            </p:txBody>
          </p:sp>
        </mc:Fallback>
      </mc:AlternateContent>
      <p:sp>
        <p:nvSpPr>
          <p:cNvPr id="130" name="Rectangle 129"/>
          <p:cNvSpPr/>
          <p:nvPr/>
        </p:nvSpPr>
        <p:spPr>
          <a:xfrm>
            <a:off x="4961398" y="5717909"/>
            <a:ext cx="2646521" cy="954107"/>
          </a:xfrm>
          <a:prstGeom prst="rect">
            <a:avLst/>
          </a:prstGeom>
        </p:spPr>
        <p:txBody>
          <a:bodyPr wrap="square">
            <a:spAutoFit/>
          </a:bodyPr>
          <a:lstStyle/>
          <a:p>
            <a:pPr algn="ctr"/>
            <a:r>
              <a:rPr lang="en-US" sz="2800" dirty="0">
                <a:solidFill>
                  <a:srgbClr val="002060"/>
                </a:solidFill>
              </a:rPr>
              <a:t>Maximum matching</a:t>
            </a:r>
          </a:p>
        </p:txBody>
      </p:sp>
      <mc:AlternateContent xmlns:mc="http://schemas.openxmlformats.org/markup-compatibility/2006" xmlns:a14="http://schemas.microsoft.com/office/drawing/2010/main">
        <mc:Choice Requires="a14">
          <p:sp>
            <p:nvSpPr>
              <p:cNvPr id="131" name="TextBox 130"/>
              <p:cNvSpPr txBox="1"/>
              <p:nvPr/>
            </p:nvSpPr>
            <p:spPr>
              <a:xfrm>
                <a:off x="8666275" y="5346530"/>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31" name="TextBox 130"/>
              <p:cNvSpPr txBox="1">
                <a:spLocks noRot="1" noChangeAspect="1" noMove="1" noResize="1" noEditPoints="1" noAdjustHandles="1" noChangeArrowheads="1" noChangeShapeType="1" noTextEdit="1"/>
              </p:cNvSpPr>
              <p:nvPr/>
            </p:nvSpPr>
            <p:spPr>
              <a:xfrm>
                <a:off x="8666275" y="5346530"/>
                <a:ext cx="726930" cy="523220"/>
              </a:xfrm>
              <a:prstGeom prst="rect">
                <a:avLst/>
              </a:prstGeom>
              <a:blipFill rotWithShape="0">
                <a:blip r:embed="rId3"/>
                <a:stretch>
                  <a:fillRect/>
                </a:stretch>
              </a:blipFill>
            </p:spPr>
            <p:txBody>
              <a:bodyPr/>
              <a:lstStyle/>
              <a:p>
                <a:r>
                  <a:rPr lang="en-US">
                    <a:noFill/>
                  </a:rPr>
                  <a:t> </a:t>
                </a:r>
              </a:p>
            </p:txBody>
          </p:sp>
        </mc:Fallback>
      </mc:AlternateContent>
      <p:sp>
        <p:nvSpPr>
          <p:cNvPr id="132" name="Rectangle 131"/>
          <p:cNvSpPr/>
          <p:nvPr/>
        </p:nvSpPr>
        <p:spPr>
          <a:xfrm>
            <a:off x="7634479" y="5720870"/>
            <a:ext cx="2646521" cy="954107"/>
          </a:xfrm>
          <a:prstGeom prst="rect">
            <a:avLst/>
          </a:prstGeom>
        </p:spPr>
        <p:txBody>
          <a:bodyPr wrap="square">
            <a:spAutoFit/>
          </a:bodyPr>
          <a:lstStyle/>
          <a:p>
            <a:pPr algn="ctr"/>
            <a:r>
              <a:rPr lang="en-US" sz="2800" dirty="0">
                <a:solidFill>
                  <a:srgbClr val="002060"/>
                </a:solidFill>
              </a:rPr>
              <a:t>Not Maximum matching</a:t>
            </a:r>
          </a:p>
        </p:txBody>
      </p:sp>
      <mc:AlternateContent xmlns:mc="http://schemas.openxmlformats.org/markup-compatibility/2006" xmlns:a14="http://schemas.microsoft.com/office/drawing/2010/main">
        <mc:Choice Requires="a14">
          <p:sp>
            <p:nvSpPr>
              <p:cNvPr id="133" name="TextBox 132"/>
              <p:cNvSpPr txBox="1"/>
              <p:nvPr/>
            </p:nvSpPr>
            <p:spPr>
              <a:xfrm>
                <a:off x="10872232" y="5377860"/>
                <a:ext cx="4860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i="0" dirty="0" smtClean="0">
                          <a:solidFill>
                            <a:srgbClr val="002060"/>
                          </a:solidFill>
                          <a:latin typeface="Cambria Math" panose="02040503050406030204" pitchFamily="18" charset="0"/>
                        </a:rPr>
                        <m:t>G</m:t>
                      </m:r>
                    </m:oMath>
                  </m:oMathPara>
                </a14:m>
                <a:endParaRPr lang="en-US" sz="2800" dirty="0">
                  <a:solidFill>
                    <a:srgbClr val="002060"/>
                  </a:solidFill>
                </a:endParaRPr>
              </a:p>
            </p:txBody>
          </p:sp>
        </mc:Choice>
        <mc:Fallback xmlns="">
          <p:sp>
            <p:nvSpPr>
              <p:cNvPr id="133" name="TextBox 132"/>
              <p:cNvSpPr txBox="1">
                <a:spLocks noRot="1" noChangeAspect="1" noMove="1" noResize="1" noEditPoints="1" noAdjustHandles="1" noChangeArrowheads="1" noChangeShapeType="1" noTextEdit="1"/>
              </p:cNvSpPr>
              <p:nvPr/>
            </p:nvSpPr>
            <p:spPr>
              <a:xfrm>
                <a:off x="10872232" y="5377860"/>
                <a:ext cx="486030"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2085154"/>
                <a:ext cx="4760098" cy="4368855"/>
              </a:xfrm>
            </p:spPr>
            <p:txBody>
              <a:bodyPr/>
              <a:lstStyle/>
              <a:p>
                <a:r>
                  <a:rPr lang="en-US" dirty="0"/>
                  <a:t>Consider graph with two maximal matching </a:t>
                </a:r>
                <a14:m>
                  <m:oMath xmlns:m="http://schemas.openxmlformats.org/officeDocument/2006/math">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M</m:t>
                        </m:r>
                      </m:e>
                      <m:sub>
                        <m:r>
                          <a:rPr lang="en-US" i="0" dirty="0" smtClean="0">
                            <a:latin typeface="Cambria Math" panose="02040503050406030204" pitchFamily="18" charset="0"/>
                          </a:rPr>
                          <m:t>1</m:t>
                        </m:r>
                      </m:sub>
                    </m:sSub>
                  </m:oMath>
                </a14:m>
                <a:r>
                  <a:rPr lang="en-US" dirty="0"/>
                  <a:t> and</a:t>
                </a:r>
                <a14:m>
                  <m:oMath xmlns:m="http://schemas.openxmlformats.org/officeDocument/2006/math">
                    <m: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M</m:t>
                        </m:r>
                      </m:e>
                      <m:sub>
                        <m:r>
                          <a:rPr lang="en-US" i="0" dirty="0" smtClean="0">
                            <a:latin typeface="Cambria Math" panose="02040503050406030204" pitchFamily="18" charset="0"/>
                          </a:rPr>
                          <m:t>2</m:t>
                        </m:r>
                      </m:sub>
                    </m:sSub>
                  </m:oMath>
                </a14:m>
                <a:r>
                  <a:rPr lang="en-US" dirty="0"/>
                  <a:t> of it. </a:t>
                </a:r>
              </a:p>
              <a:p>
                <a:r>
                  <a:rPr lang="en-US" dirty="0"/>
                  <a:t>Here</a:t>
                </a:r>
                <a14:m>
                  <m:oMath xmlns:m="http://schemas.openxmlformats.org/officeDocument/2006/math">
                    <m: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M</m:t>
                        </m:r>
                      </m:e>
                      <m:sub>
                        <m:r>
                          <a:rPr lang="en-US" b="0" i="1" dirty="0" smtClean="0">
                            <a:latin typeface="Cambria Math" panose="02040503050406030204" pitchFamily="18" charset="0"/>
                          </a:rPr>
                          <m:t>1</m:t>
                        </m:r>
                      </m:sub>
                    </m:sSub>
                  </m:oMath>
                </a14:m>
                <a:r>
                  <a:rPr lang="en-US" dirty="0"/>
                  <a:t> and </a:t>
                </a:r>
                <a14:m>
                  <m:oMath xmlns:m="http://schemas.openxmlformats.org/officeDocument/2006/math">
                    <m:sSub>
                      <m:sSubPr>
                        <m:ctrlPr>
                          <a:rPr lang="en-US" i="1" dirty="0">
                            <a:latin typeface="Cambria Math" panose="02040503050406030204" pitchFamily="18" charset="0"/>
                          </a:rPr>
                        </m:ctrlPr>
                      </m:sSubPr>
                      <m:e>
                        <m:r>
                          <m:rPr>
                            <m:sty m:val="p"/>
                          </m:rPr>
                          <a:rPr lang="en-US" dirty="0">
                            <a:latin typeface="Cambria Math" panose="02040503050406030204" pitchFamily="18" charset="0"/>
                          </a:rPr>
                          <m:t>M</m:t>
                        </m:r>
                      </m:e>
                      <m:sub>
                        <m:r>
                          <a:rPr lang="en-US" b="0" i="1" dirty="0" smtClean="0">
                            <a:latin typeface="Cambria Math" panose="02040503050406030204" pitchFamily="18" charset="0"/>
                          </a:rPr>
                          <m:t>2</m:t>
                        </m:r>
                      </m:sub>
                    </m:sSub>
                  </m:oMath>
                </a14:m>
                <a:r>
                  <a:rPr lang="en-US" dirty="0"/>
                  <a:t> both are maximal but </a:t>
                </a:r>
                <a14:m>
                  <m:oMath xmlns:m="http://schemas.openxmlformats.org/officeDocument/2006/math">
                    <m:sSub>
                      <m:sSubPr>
                        <m:ctrlPr>
                          <a:rPr lang="en-US" i="1" dirty="0">
                            <a:latin typeface="Cambria Math" panose="02040503050406030204" pitchFamily="18" charset="0"/>
                          </a:rPr>
                        </m:ctrlPr>
                      </m:sSubPr>
                      <m:e>
                        <m:r>
                          <m:rPr>
                            <m:sty m:val="p"/>
                          </m:rPr>
                          <a:rPr lang="en-US" dirty="0">
                            <a:latin typeface="Cambria Math" panose="02040503050406030204" pitchFamily="18" charset="0"/>
                          </a:rPr>
                          <m:t>M</m:t>
                        </m:r>
                      </m:e>
                      <m:sub>
                        <m:r>
                          <a:rPr lang="en-US" i="1" dirty="0">
                            <a:latin typeface="Cambria Math" panose="02040503050406030204" pitchFamily="18" charset="0"/>
                          </a:rPr>
                          <m:t>1</m:t>
                        </m:r>
                      </m:sub>
                    </m:sSub>
                  </m:oMath>
                </a14:m>
                <a:r>
                  <a:rPr lang="en-US" dirty="0"/>
                  <a:t> is largest in size so,</a:t>
                </a:r>
                <a14:m>
                  <m:oMath xmlns:m="http://schemas.openxmlformats.org/officeDocument/2006/math">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b="0" i="0" dirty="0" smtClean="0">
                            <a:latin typeface="Cambria Math" panose="02040503050406030204" pitchFamily="18" charset="0"/>
                          </a:rPr>
                          <m:t> </m:t>
                        </m:r>
                        <m:r>
                          <m:rPr>
                            <m:sty m:val="p"/>
                          </m:rPr>
                          <a:rPr lang="en-US" i="0" dirty="0" smtClean="0">
                            <a:latin typeface="Cambria Math" panose="02040503050406030204" pitchFamily="18" charset="0"/>
                          </a:rPr>
                          <m:t>M</m:t>
                        </m:r>
                      </m:e>
                      <m:sub>
                        <m:r>
                          <a:rPr lang="en-US" i="0" dirty="0" smtClean="0">
                            <a:latin typeface="Cambria Math" panose="02040503050406030204" pitchFamily="18" charset="0"/>
                          </a:rPr>
                          <m:t>1</m:t>
                        </m:r>
                      </m:sub>
                    </m:sSub>
                  </m:oMath>
                </a14:m>
                <a:r>
                  <a:rPr lang="en-US" dirty="0"/>
                  <a:t>is maximum matching.</a:t>
                </a:r>
              </a:p>
              <a:p>
                <a:r>
                  <a:rPr lang="en-US" dirty="0"/>
                  <a:t>Size of </a:t>
                </a:r>
                <a14:m>
                  <m:oMath xmlns:m="http://schemas.openxmlformats.org/officeDocument/2006/math">
                    <m:sSub>
                      <m:sSubPr>
                        <m:ctrlPr>
                          <a:rPr lang="en-US" i="1" dirty="0">
                            <a:latin typeface="Cambria Math" panose="02040503050406030204" pitchFamily="18" charset="0"/>
                          </a:rPr>
                        </m:ctrlPr>
                      </m:sSubPr>
                      <m:e>
                        <m:r>
                          <m:rPr>
                            <m:sty m:val="p"/>
                          </m:rPr>
                          <a:rPr lang="en-US" dirty="0">
                            <a:latin typeface="Cambria Math" panose="02040503050406030204" pitchFamily="18" charset="0"/>
                          </a:rPr>
                          <m:t>M</m:t>
                        </m:r>
                      </m:e>
                      <m:sub>
                        <m:r>
                          <a:rPr lang="en-US" i="1" dirty="0">
                            <a:latin typeface="Cambria Math" panose="02040503050406030204" pitchFamily="18" charset="0"/>
                          </a:rPr>
                          <m:t>1</m:t>
                        </m:r>
                      </m:sub>
                    </m:sSub>
                  </m:oMath>
                </a14:m>
                <a:r>
                  <a:rPr lang="en-US" dirty="0"/>
                  <a:t> is 3.</a:t>
                </a:r>
              </a:p>
              <a:p>
                <a:r>
                  <a:rPr lang="en-US" dirty="0"/>
                  <a:t>Hence, Matching number of graph is 3.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2085154"/>
                <a:ext cx="4760098" cy="4368855"/>
              </a:xfrm>
              <a:blipFill rotWithShape="0">
                <a:blip r:embed="rId5"/>
                <a:stretch>
                  <a:fillRect l="-2436" t="-2371" r="-2692" b="-2650"/>
                </a:stretch>
              </a:blipFill>
            </p:spPr>
            <p:txBody>
              <a:bodyPr/>
              <a:lstStyle/>
              <a:p>
                <a:r>
                  <a:rPr lang="en-US">
                    <a:noFill/>
                  </a:rPr>
                  <a:t> </a:t>
                </a:r>
              </a:p>
            </p:txBody>
          </p:sp>
        </mc:Fallback>
      </mc:AlternateContent>
    </p:spTree>
    <p:extLst>
      <p:ext uri="{BB962C8B-B14F-4D97-AF65-F5344CB8AC3E}">
        <p14:creationId xmlns:p14="http://schemas.microsoft.com/office/powerpoint/2010/main" val="69897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3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84" grpId="0" animBg="1"/>
      <p:bldP spid="85" grpId="0" animBg="1"/>
      <p:bldP spid="93" grpId="0"/>
      <p:bldP spid="97" grpId="0" animBg="1"/>
      <p:bldP spid="100" grpId="0"/>
      <p:bldP spid="101" grpId="0"/>
      <p:bldP spid="102" grpId="0" animBg="1"/>
      <p:bldP spid="103" grpId="0" animBg="1"/>
      <p:bldP spid="104" grpId="0" animBg="1"/>
      <p:bldP spid="108" grpId="0" animBg="1"/>
      <p:bldP spid="109" grpId="0" animBg="1"/>
      <p:bldP spid="115" grpId="0"/>
      <p:bldP spid="118" grpId="0"/>
      <p:bldP spid="121" grpId="0" animBg="1"/>
      <p:bldP spid="129" grpId="0"/>
      <p:bldP spid="130" grpId="0"/>
      <p:bldP spid="131" grpId="0"/>
      <p:bldP spid="13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5</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matching number of the following graphs.</a:t>
            </a:r>
          </a:p>
          <a:p>
            <a:endParaRPr lang="en-US" sz="2800" dirty="0">
              <a:solidFill>
                <a:schemeClr val="bg1"/>
              </a:solidFill>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4629511" y="417676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6314333" y="419210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4629511" y="56764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BDD11F87-DA81-9510-C1CB-0AF4093562CB}"/>
              </a:ext>
            </a:extLst>
          </p:cNvPr>
          <p:cNvSpPr/>
          <p:nvPr/>
        </p:nvSpPr>
        <p:spPr>
          <a:xfrm rot="5400000">
            <a:off x="6314333" y="56764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Oval 33">
            <a:extLst>
              <a:ext uri="{FF2B5EF4-FFF2-40B4-BE49-F238E27FC236}">
                <a16:creationId xmlns:a16="http://schemas.microsoft.com/office/drawing/2014/main" id="{BDD11F87-DA81-9510-C1CB-0AF4093562CB}"/>
              </a:ext>
            </a:extLst>
          </p:cNvPr>
          <p:cNvSpPr/>
          <p:nvPr/>
        </p:nvSpPr>
        <p:spPr>
          <a:xfrm rot="5400000">
            <a:off x="5372571" y="49373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6" name="Straight Connector 35">
            <a:extLst>
              <a:ext uri="{FF2B5EF4-FFF2-40B4-BE49-F238E27FC236}">
                <a16:creationId xmlns:a16="http://schemas.microsoft.com/office/drawing/2014/main" id="{6205DD86-315C-53B6-CEEF-A9919650168E}"/>
              </a:ext>
            </a:extLst>
          </p:cNvPr>
          <p:cNvCxnSpPr>
            <a:cxnSpLocks/>
            <a:stCxn id="34" idx="3"/>
            <a:endCxn id="29" idx="7"/>
          </p:cNvCxnSpPr>
          <p:nvPr/>
        </p:nvCxnSpPr>
        <p:spPr>
          <a:xfrm flipH="1" flipV="1">
            <a:off x="4752423" y="4299679"/>
            <a:ext cx="641236" cy="6587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a:stCxn id="31" idx="0"/>
            <a:endCxn id="33" idx="4"/>
          </p:cNvCxnSpPr>
          <p:nvPr/>
        </p:nvCxnSpPr>
        <p:spPr>
          <a:xfrm>
            <a:off x="4773511" y="5748412"/>
            <a:ext cx="1540822"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2" name="Oval 41">
            <a:extLst>
              <a:ext uri="{FF2B5EF4-FFF2-40B4-BE49-F238E27FC236}">
                <a16:creationId xmlns:a16="http://schemas.microsoft.com/office/drawing/2014/main" id="{BDD11F87-DA81-9510-C1CB-0AF4093562CB}"/>
              </a:ext>
            </a:extLst>
          </p:cNvPr>
          <p:cNvSpPr/>
          <p:nvPr/>
        </p:nvSpPr>
        <p:spPr>
          <a:xfrm rot="5400000">
            <a:off x="7184096" y="49373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3" name="Straight Connector 42">
            <a:extLst>
              <a:ext uri="{FF2B5EF4-FFF2-40B4-BE49-F238E27FC236}">
                <a16:creationId xmlns:a16="http://schemas.microsoft.com/office/drawing/2014/main" id="{6205DD86-315C-53B6-CEEF-A9919650168E}"/>
              </a:ext>
            </a:extLst>
          </p:cNvPr>
          <p:cNvCxnSpPr>
            <a:cxnSpLocks/>
            <a:stCxn id="42" idx="3"/>
            <a:endCxn id="30" idx="7"/>
          </p:cNvCxnSpPr>
          <p:nvPr/>
        </p:nvCxnSpPr>
        <p:spPr>
          <a:xfrm flipH="1" flipV="1">
            <a:off x="6437245" y="4315018"/>
            <a:ext cx="767939" cy="6434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7" name="TextBox 46"/>
          <p:cNvSpPr txBox="1"/>
          <p:nvPr/>
        </p:nvSpPr>
        <p:spPr>
          <a:xfrm>
            <a:off x="5016798" y="4228800"/>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0" name="TextBox 49"/>
          <p:cNvSpPr txBox="1"/>
          <p:nvPr/>
        </p:nvSpPr>
        <p:spPr>
          <a:xfrm>
            <a:off x="5800427" y="570956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2" name="TextBox 51"/>
          <p:cNvSpPr txBox="1"/>
          <p:nvPr/>
        </p:nvSpPr>
        <p:spPr>
          <a:xfrm>
            <a:off x="6843223" y="4352665"/>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77" y="2019661"/>
                <a:ext cx="11929644" cy="613010"/>
              </a:xfrm>
            </p:spPr>
            <p:txBody>
              <a:bodyPr/>
              <a:lstStyle/>
              <a:p>
                <a:r>
                  <a:rPr lang="en-US" dirty="0"/>
                  <a:t>Consider graph with two maximal matchings</a:t>
                </a:r>
                <a14:m>
                  <m:oMath xmlns:m="http://schemas.openxmlformats.org/officeDocument/2006/math">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M</m:t>
                        </m:r>
                      </m:e>
                      <m:sub>
                        <m:r>
                          <a:rPr lang="en-US" i="0" dirty="0" smtClean="0">
                            <a:latin typeface="Cambria Math" panose="02040503050406030204" pitchFamily="18" charset="0"/>
                          </a:rPr>
                          <m:t>1</m:t>
                        </m:r>
                      </m:sub>
                    </m:sSub>
                    <m:r>
                      <a:rPr lang="en-US" b="0" i="1" dirty="0" smtClean="0">
                        <a:latin typeface="Cambria Math" panose="02040503050406030204" pitchFamily="18" charset="0"/>
                      </a:rPr>
                      <m:t> </m:t>
                    </m:r>
                  </m:oMath>
                </a14:m>
                <a:r>
                  <a:rPr lang="en-US" b="0" i="0" dirty="0">
                    <a:latin typeface="+mj-lt"/>
                  </a:rPr>
                  <a:t>and </a:t>
                </a:r>
                <a14:m>
                  <m:oMath xmlns:m="http://schemas.openxmlformats.org/officeDocument/2006/math">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M</m:t>
                        </m:r>
                      </m:e>
                      <m:sub>
                        <m:r>
                          <a:rPr lang="en-US" b="0" i="0" dirty="0" smtClean="0">
                            <a:latin typeface="Cambria Math" panose="02040503050406030204" pitchFamily="18" charset="0"/>
                          </a:rPr>
                          <m:t>2</m:t>
                        </m:r>
                      </m:sub>
                    </m:sSub>
                  </m:oMath>
                </a14:m>
                <a:r>
                  <a:rPr lang="en-US" dirty="0"/>
                  <a:t>.</a:t>
                </a:r>
              </a:p>
              <a:p>
                <a:r>
                  <a:rPr lang="en-US" dirty="0"/>
                  <a:t>Here, </a:t>
                </a:r>
                <a14:m>
                  <m:oMath xmlns:m="http://schemas.openxmlformats.org/officeDocument/2006/math">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M</m:t>
                        </m:r>
                      </m:e>
                      <m:sub>
                        <m:r>
                          <a:rPr lang="en-US" i="0" dirty="0" smtClean="0">
                            <a:latin typeface="Cambria Math" panose="02040503050406030204" pitchFamily="18" charset="0"/>
                          </a:rPr>
                          <m:t>1</m:t>
                        </m:r>
                      </m:sub>
                    </m:sSub>
                  </m:oMath>
                </a14:m>
                <a:r>
                  <a:rPr lang="en-US" dirty="0"/>
                  <a:t> is maximum but </a:t>
                </a:r>
                <a14:m>
                  <m:oMath xmlns:m="http://schemas.openxmlformats.org/officeDocument/2006/math">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M</m:t>
                        </m:r>
                      </m:e>
                      <m:sub>
                        <m:r>
                          <a:rPr lang="en-US" i="0" dirty="0" smtClean="0">
                            <a:latin typeface="Cambria Math" panose="02040503050406030204" pitchFamily="18" charset="0"/>
                          </a:rPr>
                          <m:t>2</m:t>
                        </m:r>
                      </m:sub>
                    </m:sSub>
                  </m:oMath>
                </a14:m>
                <a:r>
                  <a:rPr lang="en-US" dirty="0"/>
                  <a:t> is not maximum.</a:t>
                </a:r>
              </a:p>
              <a:p>
                <a:r>
                  <a:rPr lang="en-US" dirty="0"/>
                  <a:t>Hence matching number is 3.</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77" y="2019661"/>
                <a:ext cx="11929644" cy="613010"/>
              </a:xfrm>
              <a:blipFill rotWithShape="0">
                <a:blip r:embed="rId2"/>
                <a:stretch>
                  <a:fillRect l="-971" t="-16832" b="-1712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5287258" y="5932124"/>
                <a:ext cx="72051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M</m:t>
                          </m:r>
                        </m:e>
                        <m:sub>
                          <m:r>
                            <a:rPr lang="en-US" sz="2800" dirty="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5287258" y="5932124"/>
                <a:ext cx="720518" cy="523220"/>
              </a:xfrm>
              <a:prstGeom prst="rect">
                <a:avLst/>
              </a:prstGeom>
              <a:blipFill rotWithShape="0">
                <a:blip r:embed="rId3"/>
                <a:stretch>
                  <a:fillRect/>
                </a:stretch>
              </a:blipFill>
            </p:spPr>
            <p:txBody>
              <a:bodyPr/>
              <a:lstStyle/>
              <a:p>
                <a:r>
                  <a:rPr lang="en-US">
                    <a:noFill/>
                  </a:rPr>
                  <a:t> </a:t>
                </a:r>
              </a:p>
            </p:txBody>
          </p:sp>
        </mc:Fallback>
      </mc:AlternateContent>
      <p:sp>
        <p:nvSpPr>
          <p:cNvPr id="53" name="Oval 52">
            <a:extLst>
              <a:ext uri="{FF2B5EF4-FFF2-40B4-BE49-F238E27FC236}">
                <a16:creationId xmlns:a16="http://schemas.microsoft.com/office/drawing/2014/main" id="{BDD11F87-DA81-9510-C1CB-0AF4093562CB}"/>
              </a:ext>
            </a:extLst>
          </p:cNvPr>
          <p:cNvSpPr/>
          <p:nvPr/>
        </p:nvSpPr>
        <p:spPr>
          <a:xfrm rot="5400000">
            <a:off x="7667586" y="421200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4" name="Oval 53">
            <a:extLst>
              <a:ext uri="{FF2B5EF4-FFF2-40B4-BE49-F238E27FC236}">
                <a16:creationId xmlns:a16="http://schemas.microsoft.com/office/drawing/2014/main" id="{BDD11F87-DA81-9510-C1CB-0AF4093562CB}"/>
              </a:ext>
            </a:extLst>
          </p:cNvPr>
          <p:cNvSpPr/>
          <p:nvPr/>
        </p:nvSpPr>
        <p:spPr>
          <a:xfrm rot="5400000">
            <a:off x="9352408" y="42273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7667586" y="57116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6" name="Oval 55">
            <a:extLst>
              <a:ext uri="{FF2B5EF4-FFF2-40B4-BE49-F238E27FC236}">
                <a16:creationId xmlns:a16="http://schemas.microsoft.com/office/drawing/2014/main" id="{BDD11F87-DA81-9510-C1CB-0AF4093562CB}"/>
              </a:ext>
            </a:extLst>
          </p:cNvPr>
          <p:cNvSpPr/>
          <p:nvPr/>
        </p:nvSpPr>
        <p:spPr>
          <a:xfrm rot="5400000">
            <a:off x="9352408" y="57116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7" name="Oval 56">
            <a:extLst>
              <a:ext uri="{FF2B5EF4-FFF2-40B4-BE49-F238E27FC236}">
                <a16:creationId xmlns:a16="http://schemas.microsoft.com/office/drawing/2014/main" id="{BDD11F87-DA81-9510-C1CB-0AF4093562CB}"/>
              </a:ext>
            </a:extLst>
          </p:cNvPr>
          <p:cNvSpPr/>
          <p:nvPr/>
        </p:nvSpPr>
        <p:spPr>
          <a:xfrm rot="5400000">
            <a:off x="8410646" y="497258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8" name="Straight Connector 57">
            <a:extLst>
              <a:ext uri="{FF2B5EF4-FFF2-40B4-BE49-F238E27FC236}">
                <a16:creationId xmlns:a16="http://schemas.microsoft.com/office/drawing/2014/main" id="{6205DD86-315C-53B6-CEEF-A9919650168E}"/>
              </a:ext>
            </a:extLst>
          </p:cNvPr>
          <p:cNvCxnSpPr>
            <a:cxnSpLocks/>
            <a:stCxn id="57" idx="3"/>
            <a:endCxn id="53" idx="7"/>
          </p:cNvCxnSpPr>
          <p:nvPr/>
        </p:nvCxnSpPr>
        <p:spPr>
          <a:xfrm flipH="1" flipV="1">
            <a:off x="7790498" y="4334919"/>
            <a:ext cx="641236" cy="6587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205DD86-315C-53B6-CEEF-A9919650168E}"/>
              </a:ext>
            </a:extLst>
          </p:cNvPr>
          <p:cNvCxnSpPr>
            <a:cxnSpLocks/>
            <a:stCxn id="57" idx="5"/>
            <a:endCxn id="55" idx="1"/>
          </p:cNvCxnSpPr>
          <p:nvPr/>
        </p:nvCxnSpPr>
        <p:spPr>
          <a:xfrm flipH="1">
            <a:off x="7790498" y="5095493"/>
            <a:ext cx="641236" cy="6372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6205DD86-315C-53B6-CEEF-A9919650168E}"/>
              </a:ext>
            </a:extLst>
          </p:cNvPr>
          <p:cNvCxnSpPr>
            <a:cxnSpLocks/>
            <a:stCxn id="55" idx="2"/>
            <a:endCxn id="53" idx="6"/>
          </p:cNvCxnSpPr>
          <p:nvPr/>
        </p:nvCxnSpPr>
        <p:spPr>
          <a:xfrm flipV="1">
            <a:off x="7739586" y="4356007"/>
            <a:ext cx="0" cy="13556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205DD86-315C-53B6-CEEF-A9919650168E}"/>
              </a:ext>
            </a:extLst>
          </p:cNvPr>
          <p:cNvCxnSpPr>
            <a:cxnSpLocks/>
            <a:stCxn id="56" idx="2"/>
            <a:endCxn id="54" idx="6"/>
          </p:cNvCxnSpPr>
          <p:nvPr/>
        </p:nvCxnSpPr>
        <p:spPr>
          <a:xfrm flipV="1">
            <a:off x="9424408" y="4371346"/>
            <a:ext cx="0" cy="13403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53" idx="0"/>
            <a:endCxn id="54" idx="4"/>
          </p:cNvCxnSpPr>
          <p:nvPr/>
        </p:nvCxnSpPr>
        <p:spPr>
          <a:xfrm>
            <a:off x="7811586" y="4284007"/>
            <a:ext cx="1540822" cy="153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6205DD86-315C-53B6-CEEF-A9919650168E}"/>
              </a:ext>
            </a:extLst>
          </p:cNvPr>
          <p:cNvCxnSpPr>
            <a:cxnSpLocks/>
            <a:stCxn id="55" idx="0"/>
            <a:endCxn id="56" idx="4"/>
          </p:cNvCxnSpPr>
          <p:nvPr/>
        </p:nvCxnSpPr>
        <p:spPr>
          <a:xfrm>
            <a:off x="7811586" y="5783652"/>
            <a:ext cx="1540822"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4" name="Oval 63">
            <a:extLst>
              <a:ext uri="{FF2B5EF4-FFF2-40B4-BE49-F238E27FC236}">
                <a16:creationId xmlns:a16="http://schemas.microsoft.com/office/drawing/2014/main" id="{BDD11F87-DA81-9510-C1CB-0AF4093562CB}"/>
              </a:ext>
            </a:extLst>
          </p:cNvPr>
          <p:cNvSpPr/>
          <p:nvPr/>
        </p:nvSpPr>
        <p:spPr>
          <a:xfrm rot="5400000">
            <a:off x="10222171" y="497258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5" name="Straight Connector 64">
            <a:extLst>
              <a:ext uri="{FF2B5EF4-FFF2-40B4-BE49-F238E27FC236}">
                <a16:creationId xmlns:a16="http://schemas.microsoft.com/office/drawing/2014/main" id="{6205DD86-315C-53B6-CEEF-A9919650168E}"/>
              </a:ext>
            </a:extLst>
          </p:cNvPr>
          <p:cNvCxnSpPr>
            <a:cxnSpLocks/>
            <a:stCxn id="64" idx="3"/>
            <a:endCxn id="54" idx="7"/>
          </p:cNvCxnSpPr>
          <p:nvPr/>
        </p:nvCxnSpPr>
        <p:spPr>
          <a:xfrm flipH="1" flipV="1">
            <a:off x="9475320" y="4350258"/>
            <a:ext cx="767939" cy="6434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56" idx="1"/>
            <a:endCxn id="64" idx="5"/>
          </p:cNvCxnSpPr>
          <p:nvPr/>
        </p:nvCxnSpPr>
        <p:spPr>
          <a:xfrm flipV="1">
            <a:off x="9475320" y="5095493"/>
            <a:ext cx="767939" cy="6372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7" name="TextBox 66"/>
          <p:cNvSpPr txBox="1"/>
          <p:nvPr/>
        </p:nvSpPr>
        <p:spPr>
          <a:xfrm>
            <a:off x="9816011" y="522396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68" name="TextBox 67"/>
          <p:cNvSpPr txBox="1"/>
          <p:nvPr/>
        </p:nvSpPr>
        <p:spPr>
          <a:xfrm>
            <a:off x="8079029" y="5209851"/>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69" name="TextBox 68"/>
          <p:cNvSpPr txBox="1"/>
          <p:nvPr/>
        </p:nvSpPr>
        <p:spPr>
          <a:xfrm>
            <a:off x="8110239" y="4275006"/>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70" name="TextBox 69"/>
          <p:cNvSpPr txBox="1"/>
          <p:nvPr/>
        </p:nvSpPr>
        <p:spPr>
          <a:xfrm>
            <a:off x="8655919" y="4281466"/>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71" name="TextBox 70"/>
          <p:cNvSpPr txBox="1"/>
          <p:nvPr/>
        </p:nvSpPr>
        <p:spPr>
          <a:xfrm>
            <a:off x="7709469" y="4839706"/>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72" name="TextBox 71"/>
          <p:cNvSpPr txBox="1"/>
          <p:nvPr/>
        </p:nvSpPr>
        <p:spPr>
          <a:xfrm>
            <a:off x="8810909" y="572976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73" name="TextBox 72"/>
          <p:cNvSpPr txBox="1"/>
          <p:nvPr/>
        </p:nvSpPr>
        <p:spPr>
          <a:xfrm>
            <a:off x="9408402" y="4779232"/>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74" name="TextBox 73"/>
          <p:cNvSpPr txBox="1"/>
          <p:nvPr/>
        </p:nvSpPr>
        <p:spPr>
          <a:xfrm>
            <a:off x="9828163" y="4367444"/>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mc:AlternateContent xmlns:mc="http://schemas.openxmlformats.org/markup-compatibility/2006" xmlns:a14="http://schemas.microsoft.com/office/drawing/2010/main">
        <mc:Choice Requires="a14">
          <p:sp>
            <p:nvSpPr>
              <p:cNvPr id="75" name="Rectangle 74"/>
              <p:cNvSpPr/>
              <p:nvPr/>
            </p:nvSpPr>
            <p:spPr>
              <a:xfrm>
                <a:off x="8297891" y="5949443"/>
                <a:ext cx="48603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dirty="0" smtClean="0">
                          <a:solidFill>
                            <a:srgbClr val="002060"/>
                          </a:solidFill>
                          <a:latin typeface="Cambria Math" panose="02040503050406030204" pitchFamily="18" charset="0"/>
                        </a:rPr>
                        <m:t>G</m:t>
                      </m:r>
                    </m:oMath>
                  </m:oMathPara>
                </a14:m>
                <a:endParaRPr lang="en-US" sz="2800" dirty="0">
                  <a:solidFill>
                    <a:srgbClr val="002060"/>
                  </a:solidFill>
                </a:endParaRPr>
              </a:p>
            </p:txBody>
          </p:sp>
        </mc:Choice>
        <mc:Fallback xmlns="">
          <p:sp>
            <p:nvSpPr>
              <p:cNvPr id="75" name="Rectangle 74"/>
              <p:cNvSpPr>
                <a:spLocks noRot="1" noChangeAspect="1" noMove="1" noResize="1" noEditPoints="1" noAdjustHandles="1" noChangeArrowheads="1" noChangeShapeType="1" noTextEdit="1"/>
              </p:cNvSpPr>
              <p:nvPr/>
            </p:nvSpPr>
            <p:spPr>
              <a:xfrm>
                <a:off x="8297891" y="5949443"/>
                <a:ext cx="486030" cy="523220"/>
              </a:xfrm>
              <a:prstGeom prst="rect">
                <a:avLst/>
              </a:prstGeom>
              <a:blipFill rotWithShape="0">
                <a:blip r:embed="rId4"/>
                <a:stretch>
                  <a:fillRect/>
                </a:stretch>
              </a:blipFill>
            </p:spPr>
            <p:txBody>
              <a:bodyPr/>
              <a:lstStyle/>
              <a:p>
                <a:r>
                  <a:rPr lang="en-US">
                    <a:noFill/>
                  </a:rPr>
                  <a:t> </a:t>
                </a:r>
              </a:p>
            </p:txBody>
          </p:sp>
        </mc:Fallback>
      </mc:AlternateContent>
      <p:cxnSp>
        <p:nvCxnSpPr>
          <p:cNvPr id="76" name="Straight Connector 75"/>
          <p:cNvCxnSpPr/>
          <p:nvPr/>
        </p:nvCxnSpPr>
        <p:spPr>
          <a:xfrm>
            <a:off x="7449750" y="3775935"/>
            <a:ext cx="0" cy="269672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BDD11F87-DA81-9510-C1CB-0AF4093562CB}"/>
              </a:ext>
            </a:extLst>
          </p:cNvPr>
          <p:cNvSpPr/>
          <p:nvPr/>
        </p:nvSpPr>
        <p:spPr>
          <a:xfrm rot="5400000">
            <a:off x="1394339" y="415735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8" name="Oval 77">
            <a:extLst>
              <a:ext uri="{FF2B5EF4-FFF2-40B4-BE49-F238E27FC236}">
                <a16:creationId xmlns:a16="http://schemas.microsoft.com/office/drawing/2014/main" id="{BDD11F87-DA81-9510-C1CB-0AF4093562CB}"/>
              </a:ext>
            </a:extLst>
          </p:cNvPr>
          <p:cNvSpPr/>
          <p:nvPr/>
        </p:nvSpPr>
        <p:spPr>
          <a:xfrm rot="5400000">
            <a:off x="3079161" y="41726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9" name="Oval 78">
            <a:extLst>
              <a:ext uri="{FF2B5EF4-FFF2-40B4-BE49-F238E27FC236}">
                <a16:creationId xmlns:a16="http://schemas.microsoft.com/office/drawing/2014/main" id="{BDD11F87-DA81-9510-C1CB-0AF4093562CB}"/>
              </a:ext>
            </a:extLst>
          </p:cNvPr>
          <p:cNvSpPr/>
          <p:nvPr/>
        </p:nvSpPr>
        <p:spPr>
          <a:xfrm rot="5400000">
            <a:off x="1394339" y="56570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0" name="Oval 79">
            <a:extLst>
              <a:ext uri="{FF2B5EF4-FFF2-40B4-BE49-F238E27FC236}">
                <a16:creationId xmlns:a16="http://schemas.microsoft.com/office/drawing/2014/main" id="{BDD11F87-DA81-9510-C1CB-0AF4093562CB}"/>
              </a:ext>
            </a:extLst>
          </p:cNvPr>
          <p:cNvSpPr/>
          <p:nvPr/>
        </p:nvSpPr>
        <p:spPr>
          <a:xfrm rot="5400000">
            <a:off x="3079161" y="56570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1" name="Oval 80">
            <a:extLst>
              <a:ext uri="{FF2B5EF4-FFF2-40B4-BE49-F238E27FC236}">
                <a16:creationId xmlns:a16="http://schemas.microsoft.com/office/drawing/2014/main" id="{BDD11F87-DA81-9510-C1CB-0AF4093562CB}"/>
              </a:ext>
            </a:extLst>
          </p:cNvPr>
          <p:cNvSpPr/>
          <p:nvPr/>
        </p:nvSpPr>
        <p:spPr>
          <a:xfrm rot="5400000">
            <a:off x="2137399" y="491793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6" name="Straight Connector 85">
            <a:extLst>
              <a:ext uri="{FF2B5EF4-FFF2-40B4-BE49-F238E27FC236}">
                <a16:creationId xmlns:a16="http://schemas.microsoft.com/office/drawing/2014/main" id="{6205DD86-315C-53B6-CEEF-A9919650168E}"/>
              </a:ext>
            </a:extLst>
          </p:cNvPr>
          <p:cNvCxnSpPr>
            <a:cxnSpLocks/>
            <a:stCxn id="77" idx="0"/>
            <a:endCxn id="78" idx="4"/>
          </p:cNvCxnSpPr>
          <p:nvPr/>
        </p:nvCxnSpPr>
        <p:spPr>
          <a:xfrm>
            <a:off x="1538339" y="4229356"/>
            <a:ext cx="1540822" cy="153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6205DD86-315C-53B6-CEEF-A9919650168E}"/>
              </a:ext>
            </a:extLst>
          </p:cNvPr>
          <p:cNvCxnSpPr>
            <a:cxnSpLocks/>
            <a:stCxn id="79" idx="0"/>
            <a:endCxn id="80" idx="4"/>
          </p:cNvCxnSpPr>
          <p:nvPr/>
        </p:nvCxnSpPr>
        <p:spPr>
          <a:xfrm>
            <a:off x="1538339" y="5729001"/>
            <a:ext cx="1540822"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8" name="Oval 87">
            <a:extLst>
              <a:ext uri="{FF2B5EF4-FFF2-40B4-BE49-F238E27FC236}">
                <a16:creationId xmlns:a16="http://schemas.microsoft.com/office/drawing/2014/main" id="{BDD11F87-DA81-9510-C1CB-0AF4093562CB}"/>
              </a:ext>
            </a:extLst>
          </p:cNvPr>
          <p:cNvSpPr/>
          <p:nvPr/>
        </p:nvSpPr>
        <p:spPr>
          <a:xfrm rot="5400000">
            <a:off x="3948924" y="491793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4" name="TextBox 93"/>
          <p:cNvSpPr txBox="1"/>
          <p:nvPr/>
        </p:nvSpPr>
        <p:spPr>
          <a:xfrm>
            <a:off x="2256725" y="4244485"/>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96" name="TextBox 95"/>
          <p:cNvSpPr txBox="1"/>
          <p:nvPr/>
        </p:nvSpPr>
        <p:spPr>
          <a:xfrm>
            <a:off x="2483692" y="574648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mc:AlternateContent xmlns:mc="http://schemas.openxmlformats.org/markup-compatibility/2006" xmlns:a14="http://schemas.microsoft.com/office/drawing/2010/main">
        <mc:Choice Requires="a14">
          <p:sp>
            <p:nvSpPr>
              <p:cNvPr id="99" name="Rectangle 98"/>
              <p:cNvSpPr/>
              <p:nvPr/>
            </p:nvSpPr>
            <p:spPr>
              <a:xfrm>
                <a:off x="2042500" y="5949443"/>
                <a:ext cx="72693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99" name="Rectangle 98"/>
              <p:cNvSpPr>
                <a:spLocks noRot="1" noChangeAspect="1" noMove="1" noResize="1" noEditPoints="1" noAdjustHandles="1" noChangeArrowheads="1" noChangeShapeType="1" noTextEdit="1"/>
              </p:cNvSpPr>
              <p:nvPr/>
            </p:nvSpPr>
            <p:spPr>
              <a:xfrm>
                <a:off x="2042500" y="5949443"/>
                <a:ext cx="726930" cy="523220"/>
              </a:xfrm>
              <a:prstGeom prst="rect">
                <a:avLst/>
              </a:prstGeom>
              <a:blipFill rotWithShape="0">
                <a:blip r:embed="rId5"/>
                <a:stretch>
                  <a:fillRect/>
                </a:stretch>
              </a:blipFill>
            </p:spPr>
            <p:txBody>
              <a:bodyPr/>
              <a:lstStyle/>
              <a:p>
                <a:r>
                  <a:rPr lang="en-US">
                    <a:noFill/>
                  </a:rPr>
                  <a:t> </a:t>
                </a:r>
              </a:p>
            </p:txBody>
          </p:sp>
        </mc:Fallback>
      </mc:AlternateContent>
      <p:cxnSp>
        <p:nvCxnSpPr>
          <p:cNvPr id="100" name="Straight Connector 99"/>
          <p:cNvCxnSpPr/>
          <p:nvPr/>
        </p:nvCxnSpPr>
        <p:spPr>
          <a:xfrm>
            <a:off x="4320490" y="3680221"/>
            <a:ext cx="0" cy="279244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0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3" grpId="0" animBg="1"/>
      <p:bldP spid="34" grpId="0" animBg="1"/>
      <p:bldP spid="42" grpId="0" animBg="1"/>
      <p:bldP spid="47" grpId="0"/>
      <p:bldP spid="50" grpId="0"/>
      <p:bldP spid="52" grpId="0"/>
      <p:bldP spid="5" grpId="0"/>
      <p:bldP spid="77" grpId="0" animBg="1"/>
      <p:bldP spid="78" grpId="0" animBg="1"/>
      <p:bldP spid="79" grpId="0" animBg="1"/>
      <p:bldP spid="80" grpId="0" animBg="1"/>
      <p:bldP spid="81" grpId="0" animBg="1"/>
      <p:bldP spid="88" grpId="0" animBg="1"/>
      <p:bldP spid="94" grpId="0"/>
      <p:bldP spid="96" grpId="0"/>
      <p:bldP spid="99"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Method-4</a:t>
            </a:r>
            <a:br>
              <a:rPr lang="en-US" dirty="0"/>
            </a:br>
            <a:r>
              <a:rPr lang="en-US" dirty="0"/>
              <a:t>Perfect Matching and Hall’s Theorem (without proof)</a:t>
            </a:r>
          </a:p>
        </p:txBody>
      </p:sp>
    </p:spTree>
    <p:extLst>
      <p:ext uri="{BB962C8B-B14F-4D97-AF65-F5344CB8AC3E}">
        <p14:creationId xmlns:p14="http://schemas.microsoft.com/office/powerpoint/2010/main" val="8488566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Perfect Matching</a:t>
            </a:r>
          </a:p>
        </p:txBody>
      </p:sp>
      <p:sp>
        <p:nvSpPr>
          <p:cNvPr id="5" name="Content Placeholder 4"/>
          <p:cNvSpPr>
            <a:spLocks noGrp="1"/>
          </p:cNvSpPr>
          <p:nvPr>
            <p:ph idx="1"/>
          </p:nvPr>
        </p:nvSpPr>
        <p:spPr>
          <a:xfrm>
            <a:off x="131180" y="863444"/>
            <a:ext cx="11730262" cy="1574956"/>
          </a:xfrm>
        </p:spPr>
        <p:txBody>
          <a:bodyPr/>
          <a:lstStyle/>
          <a:p>
            <a:pPr lvl="0"/>
            <a:r>
              <a:rPr lang="en-US" dirty="0"/>
              <a:t>A matching of a graph in which every vertex is matched is called </a:t>
            </a:r>
            <a:r>
              <a:rPr lang="en-US" b="1" dirty="0"/>
              <a:t>perfect</a:t>
            </a:r>
            <a:r>
              <a:rPr lang="en-US" dirty="0"/>
              <a:t> </a:t>
            </a:r>
            <a:r>
              <a:rPr lang="en-US" b="1" dirty="0"/>
              <a:t>matching</a:t>
            </a:r>
            <a:r>
              <a:rPr lang="en-US" dirty="0"/>
              <a:t>.</a:t>
            </a:r>
            <a:r>
              <a:rPr lang="en-US" b="1" dirty="0"/>
              <a:t> </a:t>
            </a:r>
          </a:p>
          <a:p>
            <a:pPr marL="0" lvl="0" indent="0">
              <a:buNone/>
            </a:pPr>
            <a:r>
              <a:rPr lang="en-US" b="1" dirty="0"/>
              <a:t>OR</a:t>
            </a:r>
          </a:p>
          <a:p>
            <a:pPr lvl="0"/>
            <a:r>
              <a:rPr lang="en-US" dirty="0"/>
              <a:t>A matching for which </a:t>
            </a:r>
            <a:r>
              <a:rPr lang="en-US" b="1" dirty="0"/>
              <a:t>degree</a:t>
            </a:r>
            <a:r>
              <a:rPr lang="en-US" dirty="0"/>
              <a:t> of each vertex is </a:t>
            </a:r>
            <a:r>
              <a:rPr lang="en-US" b="1" dirty="0"/>
              <a:t>1</a:t>
            </a:r>
            <a:r>
              <a:rPr lang="en-US" dirty="0"/>
              <a:t> is called perfect matching.</a:t>
            </a:r>
          </a:p>
          <a:p>
            <a:pPr lvl="0"/>
            <a:endParaRPr lang="en-US" dirty="0"/>
          </a:p>
        </p:txBody>
      </p:sp>
      <p:sp>
        <p:nvSpPr>
          <p:cNvPr id="4" name="Oval 3">
            <a:extLst>
              <a:ext uri="{FF2B5EF4-FFF2-40B4-BE49-F238E27FC236}">
                <a16:creationId xmlns:a16="http://schemas.microsoft.com/office/drawing/2014/main" id="{BDD11F87-DA81-9510-C1CB-0AF4093562CB}"/>
              </a:ext>
            </a:extLst>
          </p:cNvPr>
          <p:cNvSpPr/>
          <p:nvPr/>
        </p:nvSpPr>
        <p:spPr>
          <a:xfrm rot="5400000">
            <a:off x="1681041" y="343529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624464" y="48198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2737619" y="48198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4" idx="5"/>
            <a:endCxn id="6" idx="1"/>
          </p:cNvCxnSpPr>
          <p:nvPr/>
        </p:nvCxnSpPr>
        <p:spPr>
          <a:xfrm flipH="1">
            <a:off x="747376" y="3558208"/>
            <a:ext cx="954753"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6205DD86-315C-53B6-CEEF-A9919650168E}"/>
              </a:ext>
            </a:extLst>
          </p:cNvPr>
          <p:cNvCxnSpPr>
            <a:cxnSpLocks/>
            <a:stCxn id="4" idx="7"/>
            <a:endCxn id="7" idx="3"/>
          </p:cNvCxnSpPr>
          <p:nvPr/>
        </p:nvCxnSpPr>
        <p:spPr>
          <a:xfrm>
            <a:off x="1803953" y="3558208"/>
            <a:ext cx="954754"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6205DD86-315C-53B6-CEEF-A9919650168E}"/>
              </a:ext>
            </a:extLst>
          </p:cNvPr>
          <p:cNvCxnSpPr>
            <a:cxnSpLocks/>
            <a:stCxn id="7" idx="4"/>
            <a:endCxn id="6" idx="0"/>
          </p:cNvCxnSpPr>
          <p:nvPr/>
        </p:nvCxnSpPr>
        <p:spPr>
          <a:xfrm flipH="1">
            <a:off x="768464" y="4891827"/>
            <a:ext cx="196915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 name="TextBox 16"/>
          <p:cNvSpPr txBox="1"/>
          <p:nvPr/>
        </p:nvSpPr>
        <p:spPr>
          <a:xfrm>
            <a:off x="521576" y="4840915"/>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8" name="TextBox 17"/>
          <p:cNvSpPr txBox="1"/>
          <p:nvPr/>
        </p:nvSpPr>
        <p:spPr>
          <a:xfrm>
            <a:off x="2629121" y="489182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9" name="TextBox 18"/>
          <p:cNvSpPr txBox="1"/>
          <p:nvPr/>
        </p:nvSpPr>
        <p:spPr>
          <a:xfrm>
            <a:off x="1564616" y="2984076"/>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30" name="Oval 29">
            <a:extLst>
              <a:ext uri="{FF2B5EF4-FFF2-40B4-BE49-F238E27FC236}">
                <a16:creationId xmlns:a16="http://schemas.microsoft.com/office/drawing/2014/main" id="{BDD11F87-DA81-9510-C1CB-0AF4093562CB}"/>
              </a:ext>
            </a:extLst>
          </p:cNvPr>
          <p:cNvSpPr/>
          <p:nvPr/>
        </p:nvSpPr>
        <p:spPr>
          <a:xfrm rot="5400000">
            <a:off x="4561401" y="343529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3504824" y="48198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2" name="Oval 31">
            <a:extLst>
              <a:ext uri="{FF2B5EF4-FFF2-40B4-BE49-F238E27FC236}">
                <a16:creationId xmlns:a16="http://schemas.microsoft.com/office/drawing/2014/main" id="{BDD11F87-DA81-9510-C1CB-0AF4093562CB}"/>
              </a:ext>
            </a:extLst>
          </p:cNvPr>
          <p:cNvSpPr/>
          <p:nvPr/>
        </p:nvSpPr>
        <p:spPr>
          <a:xfrm rot="5400000">
            <a:off x="5617979" y="48198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3" name="Straight Connector 32">
            <a:extLst>
              <a:ext uri="{FF2B5EF4-FFF2-40B4-BE49-F238E27FC236}">
                <a16:creationId xmlns:a16="http://schemas.microsoft.com/office/drawing/2014/main" id="{6205DD86-315C-53B6-CEEF-A9919650168E}"/>
              </a:ext>
            </a:extLst>
          </p:cNvPr>
          <p:cNvCxnSpPr>
            <a:cxnSpLocks/>
            <a:stCxn id="30" idx="5"/>
            <a:endCxn id="31" idx="1"/>
          </p:cNvCxnSpPr>
          <p:nvPr/>
        </p:nvCxnSpPr>
        <p:spPr>
          <a:xfrm flipH="1">
            <a:off x="3627736" y="3558208"/>
            <a:ext cx="954753"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6" name="TextBox 35"/>
          <p:cNvSpPr txBox="1"/>
          <p:nvPr/>
        </p:nvSpPr>
        <p:spPr>
          <a:xfrm>
            <a:off x="3401936" y="4840915"/>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37" name="TextBox 36"/>
          <p:cNvSpPr txBox="1"/>
          <p:nvPr/>
        </p:nvSpPr>
        <p:spPr>
          <a:xfrm>
            <a:off x="5509481" y="489182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38" name="TextBox 37"/>
          <p:cNvSpPr txBox="1"/>
          <p:nvPr/>
        </p:nvSpPr>
        <p:spPr>
          <a:xfrm>
            <a:off x="4554334" y="2962989"/>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39" name="Oval 38">
            <a:extLst>
              <a:ext uri="{FF2B5EF4-FFF2-40B4-BE49-F238E27FC236}">
                <a16:creationId xmlns:a16="http://schemas.microsoft.com/office/drawing/2014/main" id="{BDD11F87-DA81-9510-C1CB-0AF4093562CB}"/>
              </a:ext>
            </a:extLst>
          </p:cNvPr>
          <p:cNvSpPr/>
          <p:nvPr/>
        </p:nvSpPr>
        <p:spPr>
          <a:xfrm rot="5400000">
            <a:off x="7441761" y="343529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6385184" y="48198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1" name="Oval 40">
            <a:extLst>
              <a:ext uri="{FF2B5EF4-FFF2-40B4-BE49-F238E27FC236}">
                <a16:creationId xmlns:a16="http://schemas.microsoft.com/office/drawing/2014/main" id="{BDD11F87-DA81-9510-C1CB-0AF4093562CB}"/>
              </a:ext>
            </a:extLst>
          </p:cNvPr>
          <p:cNvSpPr/>
          <p:nvPr/>
        </p:nvSpPr>
        <p:spPr>
          <a:xfrm rot="5400000">
            <a:off x="8498339" y="48198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3" name="Straight Connector 42">
            <a:extLst>
              <a:ext uri="{FF2B5EF4-FFF2-40B4-BE49-F238E27FC236}">
                <a16:creationId xmlns:a16="http://schemas.microsoft.com/office/drawing/2014/main" id="{6205DD86-315C-53B6-CEEF-A9919650168E}"/>
              </a:ext>
            </a:extLst>
          </p:cNvPr>
          <p:cNvCxnSpPr>
            <a:cxnSpLocks/>
            <a:stCxn id="39" idx="7"/>
            <a:endCxn id="41" idx="3"/>
          </p:cNvCxnSpPr>
          <p:nvPr/>
        </p:nvCxnSpPr>
        <p:spPr>
          <a:xfrm>
            <a:off x="7564673" y="3558208"/>
            <a:ext cx="954754" cy="12827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5" name="TextBox 44"/>
          <p:cNvSpPr txBox="1"/>
          <p:nvPr/>
        </p:nvSpPr>
        <p:spPr>
          <a:xfrm>
            <a:off x="6282296" y="4840915"/>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46" name="TextBox 45"/>
          <p:cNvSpPr txBox="1"/>
          <p:nvPr/>
        </p:nvSpPr>
        <p:spPr>
          <a:xfrm>
            <a:off x="8389841" y="489182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47" name="TextBox 46"/>
          <p:cNvSpPr txBox="1"/>
          <p:nvPr/>
        </p:nvSpPr>
        <p:spPr>
          <a:xfrm>
            <a:off x="7325336" y="2984076"/>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48" name="Oval 47">
            <a:extLst>
              <a:ext uri="{FF2B5EF4-FFF2-40B4-BE49-F238E27FC236}">
                <a16:creationId xmlns:a16="http://schemas.microsoft.com/office/drawing/2014/main" id="{BDD11F87-DA81-9510-C1CB-0AF4093562CB}"/>
              </a:ext>
            </a:extLst>
          </p:cNvPr>
          <p:cNvSpPr/>
          <p:nvPr/>
        </p:nvSpPr>
        <p:spPr>
          <a:xfrm rot="5400000">
            <a:off x="10322121" y="343529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9" name="Oval 48">
            <a:extLst>
              <a:ext uri="{FF2B5EF4-FFF2-40B4-BE49-F238E27FC236}">
                <a16:creationId xmlns:a16="http://schemas.microsoft.com/office/drawing/2014/main" id="{BDD11F87-DA81-9510-C1CB-0AF4093562CB}"/>
              </a:ext>
            </a:extLst>
          </p:cNvPr>
          <p:cNvSpPr/>
          <p:nvPr/>
        </p:nvSpPr>
        <p:spPr>
          <a:xfrm rot="5400000">
            <a:off x="9265544" y="48198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0" name="Oval 49">
            <a:extLst>
              <a:ext uri="{FF2B5EF4-FFF2-40B4-BE49-F238E27FC236}">
                <a16:creationId xmlns:a16="http://schemas.microsoft.com/office/drawing/2014/main" id="{BDD11F87-DA81-9510-C1CB-0AF4093562CB}"/>
              </a:ext>
            </a:extLst>
          </p:cNvPr>
          <p:cNvSpPr/>
          <p:nvPr/>
        </p:nvSpPr>
        <p:spPr>
          <a:xfrm rot="5400000">
            <a:off x="11378699" y="48198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3" name="Straight Connector 52">
            <a:extLst>
              <a:ext uri="{FF2B5EF4-FFF2-40B4-BE49-F238E27FC236}">
                <a16:creationId xmlns:a16="http://schemas.microsoft.com/office/drawing/2014/main" id="{6205DD86-315C-53B6-CEEF-A9919650168E}"/>
              </a:ext>
            </a:extLst>
          </p:cNvPr>
          <p:cNvCxnSpPr>
            <a:cxnSpLocks/>
            <a:stCxn id="50" idx="4"/>
            <a:endCxn id="49" idx="0"/>
          </p:cNvCxnSpPr>
          <p:nvPr/>
        </p:nvCxnSpPr>
        <p:spPr>
          <a:xfrm flipH="1">
            <a:off x="9409544" y="4891827"/>
            <a:ext cx="196915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4" name="TextBox 53"/>
          <p:cNvSpPr txBox="1"/>
          <p:nvPr/>
        </p:nvSpPr>
        <p:spPr>
          <a:xfrm>
            <a:off x="9162656" y="4840915"/>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55" name="TextBox 54"/>
          <p:cNvSpPr txBox="1"/>
          <p:nvPr/>
        </p:nvSpPr>
        <p:spPr>
          <a:xfrm>
            <a:off x="11270201" y="489182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6" name="TextBox 55"/>
          <p:cNvSpPr txBox="1"/>
          <p:nvPr/>
        </p:nvSpPr>
        <p:spPr>
          <a:xfrm>
            <a:off x="10205696" y="2984076"/>
            <a:ext cx="37685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67" name="TextBox 66"/>
          <p:cNvSpPr txBox="1"/>
          <p:nvPr/>
        </p:nvSpPr>
        <p:spPr>
          <a:xfrm>
            <a:off x="1564616" y="5251428"/>
            <a:ext cx="396262" cy="523220"/>
          </a:xfrm>
          <a:prstGeom prst="rect">
            <a:avLst/>
          </a:prstGeom>
          <a:noFill/>
        </p:spPr>
        <p:txBody>
          <a:bodyPr wrap="none" rtlCol="0">
            <a:spAutoFit/>
          </a:bodyPr>
          <a:lstStyle/>
          <a:p>
            <a:r>
              <a:rPr lang="en-US" sz="2800" dirty="0">
                <a:solidFill>
                  <a:srgbClr val="002060"/>
                </a:solidFill>
              </a:rPr>
              <a:t>G</a:t>
            </a:r>
          </a:p>
        </p:txBody>
      </p:sp>
      <mc:AlternateContent xmlns:mc="http://schemas.openxmlformats.org/markup-compatibility/2006" xmlns:a14="http://schemas.microsoft.com/office/drawing/2010/main">
        <mc:Choice Requires="a14">
          <p:sp>
            <p:nvSpPr>
              <p:cNvPr id="68" name="TextBox 67"/>
              <p:cNvSpPr txBox="1"/>
              <p:nvPr/>
            </p:nvSpPr>
            <p:spPr>
              <a:xfrm>
                <a:off x="4346072" y="5251428"/>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4346072" y="5251428"/>
                <a:ext cx="718658"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7147492" y="5251428"/>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69" name="TextBox 68"/>
              <p:cNvSpPr txBox="1">
                <a:spLocks noRot="1" noChangeAspect="1" noMove="1" noResize="1" noEditPoints="1" noAdjustHandles="1" noChangeArrowheads="1" noChangeShapeType="1" noTextEdit="1"/>
              </p:cNvSpPr>
              <p:nvPr/>
            </p:nvSpPr>
            <p:spPr>
              <a:xfrm>
                <a:off x="7147492" y="5251428"/>
                <a:ext cx="726929"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10030320" y="5251428"/>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10030320" y="5251428"/>
                <a:ext cx="726929" cy="523220"/>
              </a:xfrm>
              <a:prstGeom prst="rect">
                <a:avLst/>
              </a:prstGeom>
              <a:blipFill rotWithShape="0">
                <a:blip r:embed="rId4"/>
                <a:stretch>
                  <a:fillRect/>
                </a:stretch>
              </a:blipFill>
            </p:spPr>
            <p:txBody>
              <a:bodyPr/>
              <a:lstStyle/>
              <a:p>
                <a:r>
                  <a:rPr lang="en-US">
                    <a:noFill/>
                  </a:rPr>
                  <a:t> </a:t>
                </a:r>
              </a:p>
            </p:txBody>
          </p:sp>
        </mc:Fallback>
      </mc:AlternateContent>
      <p:cxnSp>
        <p:nvCxnSpPr>
          <p:cNvPr id="57" name="Straight Connector 56"/>
          <p:cNvCxnSpPr/>
          <p:nvPr/>
        </p:nvCxnSpPr>
        <p:spPr>
          <a:xfrm>
            <a:off x="3196351" y="2770310"/>
            <a:ext cx="6487" cy="28561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6166662" y="2768647"/>
            <a:ext cx="13810" cy="285948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8994208" y="2770310"/>
            <a:ext cx="0" cy="28561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1265370" y="6013306"/>
                <a:ext cx="8737200" cy="584775"/>
              </a:xfrm>
              <a:prstGeom prst="rect">
                <a:avLst/>
              </a:prstGeom>
            </p:spPr>
            <p:txBody>
              <a:bodyPr wrap="none">
                <a:spAutoFit/>
              </a:bodyPr>
              <a:lstStyle/>
              <a:p>
                <a:r>
                  <a:rPr lang="en-US" sz="3200" dirty="0">
                    <a:solidFill>
                      <a:srgbClr val="002060"/>
                    </a:solidFill>
                  </a:rPr>
                  <a:t>So, for</a:t>
                </a:r>
                <a14:m>
                  <m:oMath xmlns:m="http://schemas.openxmlformats.org/officeDocument/2006/math">
                    <m:r>
                      <a:rPr lang="en-US" sz="3200" i="1" dirty="0" smtClean="0">
                        <a:solidFill>
                          <a:srgbClr val="002060"/>
                        </a:solidFill>
                        <a:latin typeface="Cambria Math" panose="02040503050406030204" pitchFamily="18" charset="0"/>
                      </a:rPr>
                      <m:t> </m:t>
                    </m:r>
                    <m:sSub>
                      <m:sSubPr>
                        <m:ctrlPr>
                          <a:rPr lang="en-US" sz="3200" i="1" dirty="0" smtClean="0">
                            <a:solidFill>
                              <a:srgbClr val="002060"/>
                            </a:solidFill>
                            <a:latin typeface="Cambria Math" panose="02040503050406030204" pitchFamily="18" charset="0"/>
                          </a:rPr>
                        </m:ctrlPr>
                      </m:sSubPr>
                      <m:e>
                        <m:r>
                          <m:rPr>
                            <m:sty m:val="p"/>
                          </m:rPr>
                          <a:rPr lang="en-US" sz="3200" i="0" dirty="0" smtClean="0">
                            <a:solidFill>
                              <a:srgbClr val="002060"/>
                            </a:solidFill>
                            <a:latin typeface="Cambria Math" panose="02040503050406030204" pitchFamily="18" charset="0"/>
                          </a:rPr>
                          <m:t>K</m:t>
                        </m:r>
                      </m:e>
                      <m:sub>
                        <m:r>
                          <a:rPr lang="en-US" sz="3200" i="0" dirty="0" smtClean="0">
                            <a:solidFill>
                              <a:srgbClr val="002060"/>
                            </a:solidFill>
                            <a:latin typeface="Cambria Math" panose="02040503050406030204" pitchFamily="18" charset="0"/>
                          </a:rPr>
                          <m:t>3</m:t>
                        </m:r>
                      </m:sub>
                    </m:sSub>
                  </m:oMath>
                </a14:m>
                <a:r>
                  <a:rPr lang="en-US" sz="3200" dirty="0">
                    <a:solidFill>
                      <a:srgbClr val="002060"/>
                    </a:solidFill>
                  </a:rPr>
                  <a:t>, </a:t>
                </a:r>
                <a14:m>
                  <m:oMath xmlns:m="http://schemas.openxmlformats.org/officeDocument/2006/math">
                    <m:sSub>
                      <m:sSubPr>
                        <m:ctrlPr>
                          <a:rPr lang="en-US" sz="3200" i="1" dirty="0" smtClean="0">
                            <a:solidFill>
                              <a:srgbClr val="002060"/>
                            </a:solidFill>
                            <a:latin typeface="Cambria Math" panose="02040503050406030204" pitchFamily="18" charset="0"/>
                          </a:rPr>
                        </m:ctrlPr>
                      </m:sSubPr>
                      <m:e>
                        <m:r>
                          <m:rPr>
                            <m:sty m:val="p"/>
                          </m:rPr>
                          <a:rPr lang="en-US" sz="3200" i="0" dirty="0" smtClean="0">
                            <a:solidFill>
                              <a:srgbClr val="002060"/>
                            </a:solidFill>
                            <a:latin typeface="Cambria Math" panose="02040503050406030204" pitchFamily="18" charset="0"/>
                          </a:rPr>
                          <m:t>M</m:t>
                        </m:r>
                      </m:e>
                      <m:sub>
                        <m:r>
                          <a:rPr lang="en-US" sz="3200" i="0" dirty="0" smtClean="0">
                            <a:solidFill>
                              <a:srgbClr val="002060"/>
                            </a:solidFill>
                            <a:latin typeface="Cambria Math" panose="02040503050406030204" pitchFamily="18" charset="0"/>
                          </a:rPr>
                          <m:t>1</m:t>
                        </m:r>
                      </m:sub>
                    </m:sSub>
                    <m:r>
                      <a:rPr lang="en-US" sz="3200" i="0" dirty="0" smtClean="0">
                        <a:solidFill>
                          <a:srgbClr val="002060"/>
                        </a:solidFill>
                        <a:latin typeface="Cambria Math" panose="02040503050406030204" pitchFamily="18" charset="0"/>
                      </a:rPr>
                      <m:t>, </m:t>
                    </m:r>
                    <m:sSub>
                      <m:sSubPr>
                        <m:ctrlPr>
                          <a:rPr lang="en-US" sz="3200" i="1" dirty="0" smtClean="0">
                            <a:solidFill>
                              <a:srgbClr val="002060"/>
                            </a:solidFill>
                            <a:latin typeface="Cambria Math" panose="02040503050406030204" pitchFamily="18" charset="0"/>
                          </a:rPr>
                        </m:ctrlPr>
                      </m:sSubPr>
                      <m:e>
                        <m:r>
                          <m:rPr>
                            <m:sty m:val="p"/>
                          </m:rPr>
                          <a:rPr lang="en-US" sz="3200" i="0" dirty="0" smtClean="0">
                            <a:solidFill>
                              <a:srgbClr val="002060"/>
                            </a:solidFill>
                            <a:latin typeface="Cambria Math" panose="02040503050406030204" pitchFamily="18" charset="0"/>
                          </a:rPr>
                          <m:t>M</m:t>
                        </m:r>
                      </m:e>
                      <m:sub>
                        <m:r>
                          <a:rPr lang="en-US" sz="3200" i="0" dirty="0" smtClean="0">
                            <a:solidFill>
                              <a:srgbClr val="002060"/>
                            </a:solidFill>
                            <a:latin typeface="Cambria Math" panose="02040503050406030204" pitchFamily="18" charset="0"/>
                          </a:rPr>
                          <m:t>2</m:t>
                        </m:r>
                      </m:sub>
                    </m:sSub>
                    <m:r>
                      <a:rPr lang="en-US" sz="3200" i="0" dirty="0" smtClean="0">
                        <a:solidFill>
                          <a:srgbClr val="002060"/>
                        </a:solidFill>
                        <a:latin typeface="Cambria Math" panose="02040503050406030204" pitchFamily="18" charset="0"/>
                      </a:rPr>
                      <m:t>, </m:t>
                    </m:r>
                  </m:oMath>
                </a14:m>
                <a:r>
                  <a:rPr lang="en-US" sz="3200" i="0" dirty="0">
                    <a:solidFill>
                      <a:srgbClr val="002060"/>
                    </a:solidFill>
                    <a:latin typeface="+mj-lt"/>
                  </a:rPr>
                  <a:t>and </a:t>
                </a:r>
                <a14:m>
                  <m:oMath xmlns:m="http://schemas.openxmlformats.org/officeDocument/2006/math">
                    <m:sSub>
                      <m:sSubPr>
                        <m:ctrlPr>
                          <a:rPr lang="en-US" sz="3200" i="1" dirty="0" smtClean="0">
                            <a:solidFill>
                              <a:srgbClr val="002060"/>
                            </a:solidFill>
                            <a:latin typeface="Cambria Math" panose="02040503050406030204" pitchFamily="18" charset="0"/>
                          </a:rPr>
                        </m:ctrlPr>
                      </m:sSubPr>
                      <m:e>
                        <m:r>
                          <m:rPr>
                            <m:sty m:val="p"/>
                          </m:rPr>
                          <a:rPr lang="en-US" sz="3200" i="0" dirty="0" smtClean="0">
                            <a:solidFill>
                              <a:srgbClr val="002060"/>
                            </a:solidFill>
                            <a:latin typeface="Cambria Math" panose="02040503050406030204" pitchFamily="18" charset="0"/>
                          </a:rPr>
                          <m:t>M</m:t>
                        </m:r>
                      </m:e>
                      <m:sub>
                        <m:r>
                          <a:rPr lang="en-US" sz="3200" i="0" dirty="0" smtClean="0">
                            <a:solidFill>
                              <a:srgbClr val="002060"/>
                            </a:solidFill>
                            <a:latin typeface="Cambria Math" panose="02040503050406030204" pitchFamily="18" charset="0"/>
                          </a:rPr>
                          <m:t>3</m:t>
                        </m:r>
                      </m:sub>
                    </m:sSub>
                    <m:r>
                      <a:rPr lang="en-US" sz="3200" i="0" dirty="0" smtClean="0">
                        <a:solidFill>
                          <a:srgbClr val="002060"/>
                        </a:solidFill>
                        <a:latin typeface="Cambria Math" panose="02040503050406030204" pitchFamily="18" charset="0"/>
                      </a:rPr>
                      <m:t> </m:t>
                    </m:r>
                  </m:oMath>
                </a14:m>
                <a:r>
                  <a:rPr lang="en-US" sz="3200" dirty="0">
                    <a:solidFill>
                      <a:srgbClr val="002060"/>
                    </a:solidFill>
                  </a:rPr>
                  <a:t>are </a:t>
                </a:r>
                <a:r>
                  <a:rPr lang="en-US" sz="3200" b="1" dirty="0">
                    <a:solidFill>
                      <a:srgbClr val="002060"/>
                    </a:solidFill>
                  </a:rPr>
                  <a:t>not</a:t>
                </a:r>
                <a:r>
                  <a:rPr lang="en-US" sz="3200" dirty="0">
                    <a:solidFill>
                      <a:srgbClr val="002060"/>
                    </a:solidFill>
                  </a:rPr>
                  <a:t> perfect matching </a:t>
                </a:r>
              </a:p>
            </p:txBody>
          </p:sp>
        </mc:Choice>
        <mc:Fallback xmlns="">
          <p:sp>
            <p:nvSpPr>
              <p:cNvPr id="11" name="Rectangle 10"/>
              <p:cNvSpPr>
                <a:spLocks noRot="1" noChangeAspect="1" noMove="1" noResize="1" noEditPoints="1" noAdjustHandles="1" noChangeArrowheads="1" noChangeShapeType="1" noTextEdit="1"/>
              </p:cNvSpPr>
              <p:nvPr/>
            </p:nvSpPr>
            <p:spPr>
              <a:xfrm>
                <a:off x="1265370" y="6013306"/>
                <a:ext cx="8737200" cy="584775"/>
              </a:xfrm>
              <a:prstGeom prst="rect">
                <a:avLst/>
              </a:prstGeom>
              <a:blipFill rotWithShape="0">
                <a:blip r:embed="rId5"/>
                <a:stretch>
                  <a:fillRect l="-1814" t="-13542" r="-768" b="-33333"/>
                </a:stretch>
              </a:blipFill>
            </p:spPr>
            <p:txBody>
              <a:bodyPr/>
              <a:lstStyle/>
              <a:p>
                <a:r>
                  <a:rPr lang="en-US">
                    <a:noFill/>
                  </a:rPr>
                  <a:t> </a:t>
                </a:r>
              </a:p>
            </p:txBody>
          </p:sp>
        </mc:Fallback>
      </mc:AlternateContent>
    </p:spTree>
    <p:extLst>
      <p:ext uri="{BB962C8B-B14F-4D97-AF65-F5344CB8AC3E}">
        <p14:creationId xmlns:p14="http://schemas.microsoft.com/office/powerpoint/2010/main" val="3820024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7" grpId="0"/>
      <p:bldP spid="18" grpId="0"/>
      <p:bldP spid="19" grpId="0"/>
      <p:bldP spid="30" grpId="0" animBg="1"/>
      <p:bldP spid="31" grpId="0" animBg="1"/>
      <p:bldP spid="32" grpId="0" animBg="1"/>
      <p:bldP spid="36" grpId="0"/>
      <p:bldP spid="37" grpId="0"/>
      <p:bldP spid="38" grpId="0"/>
      <p:bldP spid="39" grpId="0" animBg="1"/>
      <p:bldP spid="40" grpId="0" animBg="1"/>
      <p:bldP spid="41" grpId="0" animBg="1"/>
      <p:bldP spid="45" grpId="0"/>
      <p:bldP spid="46" grpId="0"/>
      <p:bldP spid="47" grpId="0"/>
      <p:bldP spid="48" grpId="0" animBg="1"/>
      <p:bldP spid="49" grpId="0" animBg="1"/>
      <p:bldP spid="50" grpId="0" animBg="1"/>
      <p:bldP spid="54" grpId="0"/>
      <p:bldP spid="55" grpId="0"/>
      <p:bldP spid="56" grpId="0"/>
      <p:bldP spid="67" grpId="0"/>
      <p:bldP spid="68" grpId="0"/>
      <p:bldP spid="69" grpId="0"/>
      <p:bldP spid="70" grpId="0"/>
      <p:bldP spid="11"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Perfect Matching</a:t>
            </a:r>
          </a:p>
        </p:txBody>
      </p:sp>
      <p:sp>
        <p:nvSpPr>
          <p:cNvPr id="5" name="Content Placeholder 4"/>
          <p:cNvSpPr>
            <a:spLocks noGrp="1"/>
          </p:cNvSpPr>
          <p:nvPr>
            <p:ph idx="1"/>
          </p:nvPr>
        </p:nvSpPr>
        <p:spPr>
          <a:xfrm>
            <a:off x="131180" y="863444"/>
            <a:ext cx="11730262" cy="565306"/>
          </a:xfrm>
        </p:spPr>
        <p:txBody>
          <a:bodyPr/>
          <a:lstStyle/>
          <a:p>
            <a:pPr lvl="0"/>
            <a:r>
              <a:rPr lang="en-US" dirty="0"/>
              <a:t>A matching for which degree of each vertex is 1 is called perfect matching.</a:t>
            </a:r>
          </a:p>
          <a:p>
            <a:pPr lvl="0"/>
            <a:endParaRPr lang="en-US" dirty="0"/>
          </a:p>
        </p:txBody>
      </p:sp>
      <mc:AlternateContent xmlns:mc="http://schemas.openxmlformats.org/markup-compatibility/2006" xmlns:a14="http://schemas.microsoft.com/office/drawing/2010/main">
        <mc:Choice Requires="a14">
          <p:sp>
            <p:nvSpPr>
              <p:cNvPr id="11" name="Rectangle 10"/>
              <p:cNvSpPr/>
              <p:nvPr/>
            </p:nvSpPr>
            <p:spPr>
              <a:xfrm>
                <a:off x="2003612" y="5290010"/>
                <a:ext cx="7980538" cy="1077218"/>
              </a:xfrm>
              <a:prstGeom prst="rect">
                <a:avLst/>
              </a:prstGeom>
            </p:spPr>
            <p:txBody>
              <a:bodyPr wrap="square">
                <a:spAutoFit/>
              </a:bodyPr>
              <a:lstStyle/>
              <a:p>
                <a:pPr algn="ctr"/>
                <a:r>
                  <a:rPr lang="en-US" sz="3200" dirty="0">
                    <a:solidFill>
                      <a:srgbClr val="002060"/>
                    </a:solidFill>
                  </a:rPr>
                  <a:t>So, for</a:t>
                </a:r>
                <a14:m>
                  <m:oMath xmlns:m="http://schemas.openxmlformats.org/officeDocument/2006/math">
                    <m:r>
                      <a:rPr lang="en-US" sz="3200" i="1" dirty="0" smtClean="0">
                        <a:solidFill>
                          <a:srgbClr val="002060"/>
                        </a:solidFill>
                        <a:latin typeface="Cambria Math" panose="02040503050406030204" pitchFamily="18" charset="0"/>
                      </a:rPr>
                      <m:t> </m:t>
                    </m:r>
                    <m:r>
                      <m:rPr>
                        <m:sty m:val="p"/>
                      </m:rPr>
                      <a:rPr lang="en-US" sz="3200" b="0" i="0" dirty="0" smtClean="0">
                        <a:solidFill>
                          <a:srgbClr val="002060"/>
                        </a:solidFill>
                        <a:latin typeface="Cambria Math" panose="02040503050406030204" pitchFamily="18" charset="0"/>
                      </a:rPr>
                      <m:t>G</m:t>
                    </m:r>
                    <m:r>
                      <a:rPr lang="en-US" sz="3200" b="0" i="0" dirty="0" smtClean="0">
                        <a:solidFill>
                          <a:srgbClr val="002060"/>
                        </a:solidFill>
                        <a:latin typeface="Cambria Math" panose="02040503050406030204" pitchFamily="18" charset="0"/>
                      </a:rPr>
                      <m:t>, </m:t>
                    </m:r>
                    <m:sSub>
                      <m:sSubPr>
                        <m:ctrlPr>
                          <a:rPr lang="en-US" sz="3200" i="1" dirty="0" smtClean="0">
                            <a:solidFill>
                              <a:srgbClr val="002060"/>
                            </a:solidFill>
                            <a:latin typeface="Cambria Math" panose="02040503050406030204" pitchFamily="18" charset="0"/>
                          </a:rPr>
                        </m:ctrlPr>
                      </m:sSubPr>
                      <m:e>
                        <m:r>
                          <m:rPr>
                            <m:sty m:val="p"/>
                          </m:rPr>
                          <a:rPr lang="en-US" sz="3200" i="0" dirty="0" smtClean="0">
                            <a:solidFill>
                              <a:srgbClr val="002060"/>
                            </a:solidFill>
                            <a:latin typeface="Cambria Math" panose="02040503050406030204" pitchFamily="18" charset="0"/>
                          </a:rPr>
                          <m:t>M</m:t>
                        </m:r>
                      </m:e>
                      <m:sub>
                        <m:r>
                          <a:rPr lang="en-US" sz="3200" i="0" dirty="0" smtClean="0">
                            <a:solidFill>
                              <a:srgbClr val="002060"/>
                            </a:solidFill>
                            <a:latin typeface="Cambria Math" panose="02040503050406030204" pitchFamily="18" charset="0"/>
                          </a:rPr>
                          <m:t>2</m:t>
                        </m:r>
                      </m:sub>
                    </m:sSub>
                    <m:r>
                      <a:rPr lang="en-US" sz="3200" i="0" dirty="0" smtClean="0">
                        <a:solidFill>
                          <a:srgbClr val="002060"/>
                        </a:solidFill>
                        <a:latin typeface="Cambria Math" panose="02040503050406030204" pitchFamily="18" charset="0"/>
                      </a:rPr>
                      <m:t>, </m:t>
                    </m:r>
                    <m:r>
                      <m:rPr>
                        <m:sty m:val="p"/>
                      </m:rPr>
                      <a:rPr lang="en-US" sz="3200" i="0" dirty="0" smtClean="0">
                        <a:solidFill>
                          <a:srgbClr val="002060"/>
                        </a:solidFill>
                        <a:latin typeface="Cambria Math" panose="02040503050406030204" pitchFamily="18" charset="0"/>
                      </a:rPr>
                      <m:t>and</m:t>
                    </m:r>
                    <m:r>
                      <a:rPr lang="en-US" sz="3200" i="0" dirty="0" smtClean="0">
                        <a:solidFill>
                          <a:srgbClr val="002060"/>
                        </a:solidFill>
                        <a:latin typeface="Cambria Math" panose="02040503050406030204" pitchFamily="18" charset="0"/>
                      </a:rPr>
                      <m:t> </m:t>
                    </m:r>
                    <m:sSub>
                      <m:sSubPr>
                        <m:ctrlPr>
                          <a:rPr lang="en-US" sz="3200" i="1" dirty="0" smtClean="0">
                            <a:solidFill>
                              <a:srgbClr val="002060"/>
                            </a:solidFill>
                            <a:latin typeface="Cambria Math" panose="02040503050406030204" pitchFamily="18" charset="0"/>
                          </a:rPr>
                        </m:ctrlPr>
                      </m:sSubPr>
                      <m:e>
                        <m:r>
                          <m:rPr>
                            <m:sty m:val="p"/>
                          </m:rPr>
                          <a:rPr lang="en-US" sz="3200" i="0" dirty="0" smtClean="0">
                            <a:solidFill>
                              <a:srgbClr val="002060"/>
                            </a:solidFill>
                            <a:latin typeface="Cambria Math" panose="02040503050406030204" pitchFamily="18" charset="0"/>
                          </a:rPr>
                          <m:t>M</m:t>
                        </m:r>
                      </m:e>
                      <m:sub>
                        <m:r>
                          <a:rPr lang="en-US" sz="3200" i="0" dirty="0" smtClean="0">
                            <a:solidFill>
                              <a:srgbClr val="002060"/>
                            </a:solidFill>
                            <a:latin typeface="Cambria Math" panose="02040503050406030204" pitchFamily="18" charset="0"/>
                          </a:rPr>
                          <m:t>3</m:t>
                        </m:r>
                      </m:sub>
                    </m:sSub>
                    <m:r>
                      <a:rPr lang="en-US" sz="3200" i="1" dirty="0" smtClean="0">
                        <a:solidFill>
                          <a:srgbClr val="002060"/>
                        </a:solidFill>
                        <a:latin typeface="Cambria Math" panose="02040503050406030204" pitchFamily="18" charset="0"/>
                      </a:rPr>
                      <m:t> </m:t>
                    </m:r>
                  </m:oMath>
                </a14:m>
                <a:r>
                  <a:rPr lang="en-US" sz="3200" dirty="0">
                    <a:solidFill>
                      <a:srgbClr val="002060"/>
                    </a:solidFill>
                  </a:rPr>
                  <a:t>are perfect matching but,</a:t>
                </a:r>
              </a:p>
              <a:p>
                <a:pPr algn="ctr"/>
                <a:r>
                  <a:rPr lang="en-US" sz="3200" dirty="0">
                    <a:solidFill>
                      <a:srgbClr val="002060"/>
                    </a:solidFill>
                  </a:rPr>
                  <a:t> </a:t>
                </a:r>
                <a14:m>
                  <m:oMath xmlns:m="http://schemas.openxmlformats.org/officeDocument/2006/math">
                    <m:sSub>
                      <m:sSubPr>
                        <m:ctrlPr>
                          <a:rPr lang="en-US" sz="3200" i="1" dirty="0">
                            <a:solidFill>
                              <a:srgbClr val="002060"/>
                            </a:solidFill>
                            <a:latin typeface="Cambria Math" panose="02040503050406030204" pitchFamily="18" charset="0"/>
                          </a:rPr>
                        </m:ctrlPr>
                      </m:sSubPr>
                      <m:e>
                        <m:r>
                          <m:rPr>
                            <m:sty m:val="p"/>
                          </m:rPr>
                          <a:rPr lang="en-US" sz="3200" dirty="0">
                            <a:solidFill>
                              <a:srgbClr val="002060"/>
                            </a:solidFill>
                            <a:latin typeface="Cambria Math" panose="02040503050406030204" pitchFamily="18" charset="0"/>
                          </a:rPr>
                          <m:t>M</m:t>
                        </m:r>
                      </m:e>
                      <m:sub>
                        <m:r>
                          <a:rPr lang="en-US" sz="3200" dirty="0">
                            <a:solidFill>
                              <a:srgbClr val="002060"/>
                            </a:solidFill>
                            <a:latin typeface="Cambria Math" panose="02040503050406030204" pitchFamily="18" charset="0"/>
                          </a:rPr>
                          <m:t>1</m:t>
                        </m:r>
                      </m:sub>
                    </m:sSub>
                    <m:r>
                      <a:rPr lang="en-US" sz="3200" dirty="0">
                        <a:solidFill>
                          <a:srgbClr val="002060"/>
                        </a:solidFill>
                        <a:latin typeface="Cambria Math" panose="02040503050406030204" pitchFamily="18" charset="0"/>
                      </a:rPr>
                      <m:t>, </m:t>
                    </m:r>
                  </m:oMath>
                </a14:m>
                <a:r>
                  <a:rPr lang="en-US" sz="3200" dirty="0">
                    <a:solidFill>
                      <a:srgbClr val="002060"/>
                    </a:solidFill>
                  </a:rPr>
                  <a:t>and </a:t>
                </a:r>
                <a14:m>
                  <m:oMath xmlns:m="http://schemas.openxmlformats.org/officeDocument/2006/math">
                    <m:sSub>
                      <m:sSubPr>
                        <m:ctrlPr>
                          <a:rPr lang="en-US" sz="3200" i="1" dirty="0">
                            <a:solidFill>
                              <a:srgbClr val="002060"/>
                            </a:solidFill>
                            <a:latin typeface="Cambria Math" panose="02040503050406030204" pitchFamily="18" charset="0"/>
                          </a:rPr>
                        </m:ctrlPr>
                      </m:sSubPr>
                      <m:e>
                        <m:r>
                          <m:rPr>
                            <m:sty m:val="p"/>
                          </m:rPr>
                          <a:rPr lang="en-US" sz="3200" dirty="0">
                            <a:solidFill>
                              <a:srgbClr val="002060"/>
                            </a:solidFill>
                            <a:latin typeface="Cambria Math" panose="02040503050406030204" pitchFamily="18" charset="0"/>
                          </a:rPr>
                          <m:t>M</m:t>
                        </m:r>
                      </m:e>
                      <m:sub>
                        <m:r>
                          <a:rPr lang="en-US" sz="3200" dirty="0">
                            <a:solidFill>
                              <a:srgbClr val="002060"/>
                            </a:solidFill>
                            <a:latin typeface="Cambria Math" panose="02040503050406030204" pitchFamily="18" charset="0"/>
                          </a:rPr>
                          <m:t>4</m:t>
                        </m:r>
                      </m:sub>
                    </m:sSub>
                    <m:r>
                      <a:rPr lang="en-US" sz="3200" dirty="0">
                        <a:solidFill>
                          <a:srgbClr val="002060"/>
                        </a:solidFill>
                        <a:latin typeface="Cambria Math" panose="02040503050406030204" pitchFamily="18" charset="0"/>
                      </a:rPr>
                      <m:t> </m:t>
                    </m:r>
                  </m:oMath>
                </a14:m>
                <a:r>
                  <a:rPr lang="en-US" sz="3200" dirty="0">
                    <a:solidFill>
                      <a:srgbClr val="002060"/>
                    </a:solidFill>
                  </a:rPr>
                  <a:t>are not perfect matching.</a:t>
                </a:r>
              </a:p>
            </p:txBody>
          </p:sp>
        </mc:Choice>
        <mc:Fallback xmlns="">
          <p:sp>
            <p:nvSpPr>
              <p:cNvPr id="11" name="Rectangle 10"/>
              <p:cNvSpPr>
                <a:spLocks noRot="1" noChangeAspect="1" noMove="1" noResize="1" noEditPoints="1" noAdjustHandles="1" noChangeArrowheads="1" noChangeShapeType="1" noTextEdit="1"/>
              </p:cNvSpPr>
              <p:nvPr/>
            </p:nvSpPr>
            <p:spPr>
              <a:xfrm>
                <a:off x="2003612" y="5290010"/>
                <a:ext cx="7980538" cy="1077218"/>
              </a:xfrm>
              <a:prstGeom prst="rect">
                <a:avLst/>
              </a:prstGeom>
              <a:blipFill rotWithShape="0">
                <a:blip r:embed="rId2"/>
                <a:stretch>
                  <a:fillRect l="-688" t="-7386" r="-535" b="-18182"/>
                </a:stretch>
              </a:blipFill>
            </p:spPr>
            <p:txBody>
              <a:bodyPr/>
              <a:lstStyle/>
              <a:p>
                <a:r>
                  <a:rPr lang="en-US">
                    <a:noFill/>
                  </a:rPr>
                  <a:t> </a:t>
                </a:r>
              </a:p>
            </p:txBody>
          </p:sp>
        </mc:Fallback>
      </mc:AlternateContent>
      <p:sp>
        <p:nvSpPr>
          <p:cNvPr id="42" name="TextBox 41"/>
          <p:cNvSpPr txBox="1"/>
          <p:nvPr/>
        </p:nvSpPr>
        <p:spPr>
          <a:xfrm>
            <a:off x="1420527" y="4625920"/>
            <a:ext cx="396262" cy="523220"/>
          </a:xfrm>
          <a:prstGeom prst="rect">
            <a:avLst/>
          </a:prstGeom>
          <a:noFill/>
        </p:spPr>
        <p:txBody>
          <a:bodyPr wrap="none" rtlCol="0">
            <a:spAutoFit/>
          </a:bodyPr>
          <a:lstStyle/>
          <a:p>
            <a:r>
              <a:rPr lang="en-US" sz="2800" dirty="0">
                <a:solidFill>
                  <a:srgbClr val="002060"/>
                </a:solidFill>
              </a:rPr>
              <a:t>G</a:t>
            </a:r>
          </a:p>
        </p:txBody>
      </p:sp>
      <mc:AlternateContent xmlns:mc="http://schemas.openxmlformats.org/markup-compatibility/2006" xmlns:a14="http://schemas.microsoft.com/office/drawing/2010/main">
        <mc:Choice Requires="a14">
          <p:sp>
            <p:nvSpPr>
              <p:cNvPr id="44" name="TextBox 43"/>
              <p:cNvSpPr txBox="1"/>
              <p:nvPr/>
            </p:nvSpPr>
            <p:spPr>
              <a:xfrm>
                <a:off x="3524991" y="4625920"/>
                <a:ext cx="7186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3524991" y="4625920"/>
                <a:ext cx="71865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5676754" y="4625920"/>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51" name="TextBox 50"/>
              <p:cNvSpPr txBox="1">
                <a:spLocks noRot="1" noChangeAspect="1" noMove="1" noResize="1" noEditPoints="1" noAdjustHandles="1" noChangeArrowheads="1" noChangeShapeType="1" noTextEdit="1"/>
              </p:cNvSpPr>
              <p:nvPr/>
            </p:nvSpPr>
            <p:spPr>
              <a:xfrm>
                <a:off x="5676754" y="4625920"/>
                <a:ext cx="726929"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7922944" y="4625920"/>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i="0" dirty="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7922944" y="4625920"/>
                <a:ext cx="726929" cy="523220"/>
              </a:xfrm>
              <a:prstGeom prst="rect">
                <a:avLst/>
              </a:prstGeom>
              <a:blipFill rotWithShape="0">
                <a:blip r:embed="rId5"/>
                <a:stretch>
                  <a:fillRect/>
                </a:stretch>
              </a:blipFill>
            </p:spPr>
            <p:txBody>
              <a:bodyPr/>
              <a:lstStyle/>
              <a:p>
                <a:r>
                  <a:rPr lang="en-US">
                    <a:noFill/>
                  </a:rPr>
                  <a:t> </a:t>
                </a:r>
              </a:p>
            </p:txBody>
          </p:sp>
        </mc:Fallback>
      </mc:AlternateContent>
      <p:sp>
        <p:nvSpPr>
          <p:cNvPr id="60" name="Oval 59">
            <a:extLst>
              <a:ext uri="{FF2B5EF4-FFF2-40B4-BE49-F238E27FC236}">
                <a16:creationId xmlns:a16="http://schemas.microsoft.com/office/drawing/2014/main" id="{BDD11F87-DA81-9510-C1CB-0AF4093562CB}"/>
              </a:ext>
            </a:extLst>
          </p:cNvPr>
          <p:cNvSpPr/>
          <p:nvPr/>
        </p:nvSpPr>
        <p:spPr>
          <a:xfrm rot="5400000">
            <a:off x="735086" y="19985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1" name="Oval 60">
            <a:extLst>
              <a:ext uri="{FF2B5EF4-FFF2-40B4-BE49-F238E27FC236}">
                <a16:creationId xmlns:a16="http://schemas.microsoft.com/office/drawing/2014/main" id="{BDD11F87-DA81-9510-C1CB-0AF4093562CB}"/>
              </a:ext>
            </a:extLst>
          </p:cNvPr>
          <p:cNvSpPr/>
          <p:nvPr/>
        </p:nvSpPr>
        <p:spPr>
          <a:xfrm rot="5400000">
            <a:off x="2489511" y="19985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2" name="Straight Connector 61">
            <a:extLst>
              <a:ext uri="{FF2B5EF4-FFF2-40B4-BE49-F238E27FC236}">
                <a16:creationId xmlns:a16="http://schemas.microsoft.com/office/drawing/2014/main" id="{6205DD86-315C-53B6-CEEF-A9919650168E}"/>
              </a:ext>
            </a:extLst>
          </p:cNvPr>
          <p:cNvCxnSpPr>
            <a:cxnSpLocks/>
            <a:stCxn id="61" idx="4"/>
            <a:endCxn id="60" idx="0"/>
          </p:cNvCxnSpPr>
          <p:nvPr/>
        </p:nvCxnSpPr>
        <p:spPr>
          <a:xfrm flipH="1">
            <a:off x="879086" y="2070563"/>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3" name="Oval 62">
            <a:extLst>
              <a:ext uri="{FF2B5EF4-FFF2-40B4-BE49-F238E27FC236}">
                <a16:creationId xmlns:a16="http://schemas.microsoft.com/office/drawing/2014/main" id="{BDD11F87-DA81-9510-C1CB-0AF4093562CB}"/>
              </a:ext>
            </a:extLst>
          </p:cNvPr>
          <p:cNvSpPr/>
          <p:nvPr/>
        </p:nvSpPr>
        <p:spPr>
          <a:xfrm rot="5400000">
            <a:off x="738047" y="430160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4" name="Oval 63">
            <a:extLst>
              <a:ext uri="{FF2B5EF4-FFF2-40B4-BE49-F238E27FC236}">
                <a16:creationId xmlns:a16="http://schemas.microsoft.com/office/drawing/2014/main" id="{BDD11F87-DA81-9510-C1CB-0AF4093562CB}"/>
              </a:ext>
            </a:extLst>
          </p:cNvPr>
          <p:cNvSpPr/>
          <p:nvPr/>
        </p:nvSpPr>
        <p:spPr>
          <a:xfrm rot="5400000">
            <a:off x="2489511" y="43016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5" name="Straight Connector 64">
            <a:extLst>
              <a:ext uri="{FF2B5EF4-FFF2-40B4-BE49-F238E27FC236}">
                <a16:creationId xmlns:a16="http://schemas.microsoft.com/office/drawing/2014/main" id="{6205DD86-315C-53B6-CEEF-A9919650168E}"/>
              </a:ext>
            </a:extLst>
          </p:cNvPr>
          <p:cNvCxnSpPr>
            <a:cxnSpLocks/>
            <a:stCxn id="60" idx="6"/>
            <a:endCxn id="63" idx="2"/>
          </p:cNvCxnSpPr>
          <p:nvPr/>
        </p:nvCxnSpPr>
        <p:spPr>
          <a:xfrm>
            <a:off x="807086" y="2142563"/>
            <a:ext cx="2961" cy="21590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61" idx="6"/>
            <a:endCxn id="64" idx="2"/>
          </p:cNvCxnSpPr>
          <p:nvPr/>
        </p:nvCxnSpPr>
        <p:spPr>
          <a:xfrm>
            <a:off x="2561511" y="2142563"/>
            <a:ext cx="0" cy="21590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Straight Connector 70">
            <a:extLst>
              <a:ext uri="{FF2B5EF4-FFF2-40B4-BE49-F238E27FC236}">
                <a16:creationId xmlns:a16="http://schemas.microsoft.com/office/drawing/2014/main" id="{6205DD86-315C-53B6-CEEF-A9919650168E}"/>
              </a:ext>
            </a:extLst>
          </p:cNvPr>
          <p:cNvCxnSpPr>
            <a:cxnSpLocks/>
            <a:stCxn id="64" idx="4"/>
            <a:endCxn id="63" idx="0"/>
          </p:cNvCxnSpPr>
          <p:nvPr/>
        </p:nvCxnSpPr>
        <p:spPr>
          <a:xfrm flipH="1" flipV="1">
            <a:off x="882047" y="4373607"/>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a:extLst>
              <a:ext uri="{FF2B5EF4-FFF2-40B4-BE49-F238E27FC236}">
                <a16:creationId xmlns:a16="http://schemas.microsoft.com/office/drawing/2014/main" id="{6205DD86-315C-53B6-CEEF-A9919650168E}"/>
              </a:ext>
            </a:extLst>
          </p:cNvPr>
          <p:cNvCxnSpPr>
            <a:cxnSpLocks/>
            <a:stCxn id="64" idx="3"/>
            <a:endCxn id="60" idx="7"/>
          </p:cNvCxnSpPr>
          <p:nvPr/>
        </p:nvCxnSpPr>
        <p:spPr>
          <a:xfrm flipH="1" flipV="1">
            <a:off x="857998" y="2121475"/>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3" name="Oval 72">
            <a:extLst>
              <a:ext uri="{FF2B5EF4-FFF2-40B4-BE49-F238E27FC236}">
                <a16:creationId xmlns:a16="http://schemas.microsoft.com/office/drawing/2014/main" id="{BDD11F87-DA81-9510-C1CB-0AF4093562CB}"/>
              </a:ext>
            </a:extLst>
          </p:cNvPr>
          <p:cNvSpPr/>
          <p:nvPr/>
        </p:nvSpPr>
        <p:spPr>
          <a:xfrm rot="5400000">
            <a:off x="2944061" y="1998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4" name="Oval 73">
            <a:extLst>
              <a:ext uri="{FF2B5EF4-FFF2-40B4-BE49-F238E27FC236}">
                <a16:creationId xmlns:a16="http://schemas.microsoft.com/office/drawing/2014/main" id="{BDD11F87-DA81-9510-C1CB-0AF4093562CB}"/>
              </a:ext>
            </a:extLst>
          </p:cNvPr>
          <p:cNvSpPr/>
          <p:nvPr/>
        </p:nvSpPr>
        <p:spPr>
          <a:xfrm rot="5400000">
            <a:off x="4698486" y="1998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6" name="Oval 75">
            <a:extLst>
              <a:ext uri="{FF2B5EF4-FFF2-40B4-BE49-F238E27FC236}">
                <a16:creationId xmlns:a16="http://schemas.microsoft.com/office/drawing/2014/main" id="{BDD11F87-DA81-9510-C1CB-0AF4093562CB}"/>
              </a:ext>
            </a:extLst>
          </p:cNvPr>
          <p:cNvSpPr/>
          <p:nvPr/>
        </p:nvSpPr>
        <p:spPr>
          <a:xfrm rot="5400000">
            <a:off x="2947022" y="43016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7" name="Oval 76">
            <a:extLst>
              <a:ext uri="{FF2B5EF4-FFF2-40B4-BE49-F238E27FC236}">
                <a16:creationId xmlns:a16="http://schemas.microsoft.com/office/drawing/2014/main" id="{BDD11F87-DA81-9510-C1CB-0AF4093562CB}"/>
              </a:ext>
            </a:extLst>
          </p:cNvPr>
          <p:cNvSpPr/>
          <p:nvPr/>
        </p:nvSpPr>
        <p:spPr>
          <a:xfrm rot="5400000">
            <a:off x="4698486" y="43016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1" name="Straight Connector 80">
            <a:extLst>
              <a:ext uri="{FF2B5EF4-FFF2-40B4-BE49-F238E27FC236}">
                <a16:creationId xmlns:a16="http://schemas.microsoft.com/office/drawing/2014/main" id="{6205DD86-315C-53B6-CEEF-A9919650168E}"/>
              </a:ext>
            </a:extLst>
          </p:cNvPr>
          <p:cNvCxnSpPr>
            <a:cxnSpLocks/>
            <a:stCxn id="77" idx="3"/>
            <a:endCxn id="73" idx="7"/>
          </p:cNvCxnSpPr>
          <p:nvPr/>
        </p:nvCxnSpPr>
        <p:spPr>
          <a:xfrm flipH="1" flipV="1">
            <a:off x="3066973" y="2121472"/>
            <a:ext cx="1652601" cy="220122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2" name="Oval 81">
            <a:extLst>
              <a:ext uri="{FF2B5EF4-FFF2-40B4-BE49-F238E27FC236}">
                <a16:creationId xmlns:a16="http://schemas.microsoft.com/office/drawing/2014/main" id="{BDD11F87-DA81-9510-C1CB-0AF4093562CB}"/>
              </a:ext>
            </a:extLst>
          </p:cNvPr>
          <p:cNvSpPr/>
          <p:nvPr/>
        </p:nvSpPr>
        <p:spPr>
          <a:xfrm rot="5400000">
            <a:off x="5169204" y="1998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3" name="Oval 82">
            <a:extLst>
              <a:ext uri="{FF2B5EF4-FFF2-40B4-BE49-F238E27FC236}">
                <a16:creationId xmlns:a16="http://schemas.microsoft.com/office/drawing/2014/main" id="{BDD11F87-DA81-9510-C1CB-0AF4093562CB}"/>
              </a:ext>
            </a:extLst>
          </p:cNvPr>
          <p:cNvSpPr/>
          <p:nvPr/>
        </p:nvSpPr>
        <p:spPr>
          <a:xfrm rot="5400000">
            <a:off x="6923629" y="1998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4" name="Straight Connector 83">
            <a:extLst>
              <a:ext uri="{FF2B5EF4-FFF2-40B4-BE49-F238E27FC236}">
                <a16:creationId xmlns:a16="http://schemas.microsoft.com/office/drawing/2014/main" id="{6205DD86-315C-53B6-CEEF-A9919650168E}"/>
              </a:ext>
            </a:extLst>
          </p:cNvPr>
          <p:cNvCxnSpPr>
            <a:cxnSpLocks/>
            <a:stCxn id="83" idx="4"/>
            <a:endCxn id="82" idx="0"/>
          </p:cNvCxnSpPr>
          <p:nvPr/>
        </p:nvCxnSpPr>
        <p:spPr>
          <a:xfrm flipH="1">
            <a:off x="5313204" y="2070560"/>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5" name="Oval 84">
            <a:extLst>
              <a:ext uri="{FF2B5EF4-FFF2-40B4-BE49-F238E27FC236}">
                <a16:creationId xmlns:a16="http://schemas.microsoft.com/office/drawing/2014/main" id="{BDD11F87-DA81-9510-C1CB-0AF4093562CB}"/>
              </a:ext>
            </a:extLst>
          </p:cNvPr>
          <p:cNvSpPr/>
          <p:nvPr/>
        </p:nvSpPr>
        <p:spPr>
          <a:xfrm rot="5400000">
            <a:off x="5172165" y="43016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6" name="Oval 85">
            <a:extLst>
              <a:ext uri="{FF2B5EF4-FFF2-40B4-BE49-F238E27FC236}">
                <a16:creationId xmlns:a16="http://schemas.microsoft.com/office/drawing/2014/main" id="{BDD11F87-DA81-9510-C1CB-0AF4093562CB}"/>
              </a:ext>
            </a:extLst>
          </p:cNvPr>
          <p:cNvSpPr/>
          <p:nvPr/>
        </p:nvSpPr>
        <p:spPr>
          <a:xfrm rot="5400000">
            <a:off x="6923629" y="43016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9" name="Straight Connector 88">
            <a:extLst>
              <a:ext uri="{FF2B5EF4-FFF2-40B4-BE49-F238E27FC236}">
                <a16:creationId xmlns:a16="http://schemas.microsoft.com/office/drawing/2014/main" id="{6205DD86-315C-53B6-CEEF-A9919650168E}"/>
              </a:ext>
            </a:extLst>
          </p:cNvPr>
          <p:cNvCxnSpPr>
            <a:cxnSpLocks/>
            <a:stCxn id="86" idx="4"/>
            <a:endCxn id="85" idx="0"/>
          </p:cNvCxnSpPr>
          <p:nvPr/>
        </p:nvCxnSpPr>
        <p:spPr>
          <a:xfrm flipH="1" flipV="1">
            <a:off x="5316165" y="4373604"/>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1" name="Oval 90">
            <a:extLst>
              <a:ext uri="{FF2B5EF4-FFF2-40B4-BE49-F238E27FC236}">
                <a16:creationId xmlns:a16="http://schemas.microsoft.com/office/drawing/2014/main" id="{BDD11F87-DA81-9510-C1CB-0AF4093562CB}"/>
              </a:ext>
            </a:extLst>
          </p:cNvPr>
          <p:cNvSpPr/>
          <p:nvPr/>
        </p:nvSpPr>
        <p:spPr>
          <a:xfrm rot="5400000">
            <a:off x="7394347" y="1998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2" name="Oval 91">
            <a:extLst>
              <a:ext uri="{FF2B5EF4-FFF2-40B4-BE49-F238E27FC236}">
                <a16:creationId xmlns:a16="http://schemas.microsoft.com/office/drawing/2014/main" id="{BDD11F87-DA81-9510-C1CB-0AF4093562CB}"/>
              </a:ext>
            </a:extLst>
          </p:cNvPr>
          <p:cNvSpPr/>
          <p:nvPr/>
        </p:nvSpPr>
        <p:spPr>
          <a:xfrm rot="5400000">
            <a:off x="9148772" y="1998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3" name="Straight Connector 92">
            <a:extLst>
              <a:ext uri="{FF2B5EF4-FFF2-40B4-BE49-F238E27FC236}">
                <a16:creationId xmlns:a16="http://schemas.microsoft.com/office/drawing/2014/main" id="{6205DD86-315C-53B6-CEEF-A9919650168E}"/>
              </a:ext>
            </a:extLst>
          </p:cNvPr>
          <p:cNvCxnSpPr>
            <a:cxnSpLocks/>
            <a:stCxn id="92" idx="4"/>
            <a:endCxn id="91" idx="0"/>
          </p:cNvCxnSpPr>
          <p:nvPr/>
        </p:nvCxnSpPr>
        <p:spPr>
          <a:xfrm flipH="1">
            <a:off x="7538347" y="2070560"/>
            <a:ext cx="1610425"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4" name="Oval 93">
            <a:extLst>
              <a:ext uri="{FF2B5EF4-FFF2-40B4-BE49-F238E27FC236}">
                <a16:creationId xmlns:a16="http://schemas.microsoft.com/office/drawing/2014/main" id="{BDD11F87-DA81-9510-C1CB-0AF4093562CB}"/>
              </a:ext>
            </a:extLst>
          </p:cNvPr>
          <p:cNvSpPr/>
          <p:nvPr/>
        </p:nvSpPr>
        <p:spPr>
          <a:xfrm rot="5400000">
            <a:off x="7397308" y="43016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5" name="Oval 94">
            <a:extLst>
              <a:ext uri="{FF2B5EF4-FFF2-40B4-BE49-F238E27FC236}">
                <a16:creationId xmlns:a16="http://schemas.microsoft.com/office/drawing/2014/main" id="{BDD11F87-DA81-9510-C1CB-0AF4093562CB}"/>
              </a:ext>
            </a:extLst>
          </p:cNvPr>
          <p:cNvSpPr/>
          <p:nvPr/>
        </p:nvSpPr>
        <p:spPr>
          <a:xfrm rot="5400000">
            <a:off x="9148772" y="43016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8" name="Straight Connector 97">
            <a:extLst>
              <a:ext uri="{FF2B5EF4-FFF2-40B4-BE49-F238E27FC236}">
                <a16:creationId xmlns:a16="http://schemas.microsoft.com/office/drawing/2014/main" id="{6205DD86-315C-53B6-CEEF-A9919650168E}"/>
              </a:ext>
            </a:extLst>
          </p:cNvPr>
          <p:cNvCxnSpPr>
            <a:cxnSpLocks/>
            <a:stCxn id="95" idx="4"/>
            <a:endCxn id="94" idx="0"/>
          </p:cNvCxnSpPr>
          <p:nvPr/>
        </p:nvCxnSpPr>
        <p:spPr>
          <a:xfrm flipH="1" flipV="1">
            <a:off x="7541308" y="4373604"/>
            <a:ext cx="160746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0" name="Straight Connector 109"/>
          <p:cNvCxnSpPr/>
          <p:nvPr/>
        </p:nvCxnSpPr>
        <p:spPr>
          <a:xfrm>
            <a:off x="2789464" y="1554443"/>
            <a:ext cx="0" cy="35946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5028292" y="1544390"/>
            <a:ext cx="0" cy="316096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7227206" y="1544388"/>
            <a:ext cx="0" cy="310381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9558030" y="1601538"/>
            <a:ext cx="0" cy="310381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p:cNvSpPr txBox="1"/>
              <p:nvPr/>
            </p:nvSpPr>
            <p:spPr>
              <a:xfrm>
                <a:off x="10368747" y="4625920"/>
                <a:ext cx="726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4</m:t>
                          </m:r>
                        </m:sub>
                      </m:sSub>
                    </m:oMath>
                  </m:oMathPara>
                </a14:m>
                <a:endParaRPr lang="en-US" sz="2800" dirty="0">
                  <a:solidFill>
                    <a:srgbClr val="002060"/>
                  </a:solidFill>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10368747" y="4625920"/>
                <a:ext cx="726930" cy="523220"/>
              </a:xfrm>
              <a:prstGeom prst="rect">
                <a:avLst/>
              </a:prstGeom>
              <a:blipFill rotWithShape="0">
                <a:blip r:embed="rId6"/>
                <a:stretch>
                  <a:fillRect/>
                </a:stretch>
              </a:blipFill>
            </p:spPr>
            <p:txBody>
              <a:bodyPr/>
              <a:lstStyle/>
              <a:p>
                <a:r>
                  <a:rPr lang="en-US">
                    <a:noFill/>
                  </a:rPr>
                  <a:t> </a:t>
                </a:r>
              </a:p>
            </p:txBody>
          </p:sp>
        </mc:Fallback>
      </mc:AlternateContent>
      <p:sp>
        <p:nvSpPr>
          <p:cNvPr id="40" name="Oval 39">
            <a:extLst>
              <a:ext uri="{FF2B5EF4-FFF2-40B4-BE49-F238E27FC236}">
                <a16:creationId xmlns:a16="http://schemas.microsoft.com/office/drawing/2014/main" id="{BDD11F87-DA81-9510-C1CB-0AF4093562CB}"/>
              </a:ext>
            </a:extLst>
          </p:cNvPr>
          <p:cNvSpPr/>
          <p:nvPr/>
        </p:nvSpPr>
        <p:spPr>
          <a:xfrm rot="5400000">
            <a:off x="9840150" y="1998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1" name="Oval 40">
            <a:extLst>
              <a:ext uri="{FF2B5EF4-FFF2-40B4-BE49-F238E27FC236}">
                <a16:creationId xmlns:a16="http://schemas.microsoft.com/office/drawing/2014/main" id="{BDD11F87-DA81-9510-C1CB-0AF4093562CB}"/>
              </a:ext>
            </a:extLst>
          </p:cNvPr>
          <p:cNvSpPr/>
          <p:nvPr/>
        </p:nvSpPr>
        <p:spPr>
          <a:xfrm rot="5400000">
            <a:off x="11594575" y="1998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9843111" y="43016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6" name="Oval 45">
            <a:extLst>
              <a:ext uri="{FF2B5EF4-FFF2-40B4-BE49-F238E27FC236}">
                <a16:creationId xmlns:a16="http://schemas.microsoft.com/office/drawing/2014/main" id="{BDD11F87-DA81-9510-C1CB-0AF4093562CB}"/>
              </a:ext>
            </a:extLst>
          </p:cNvPr>
          <p:cNvSpPr/>
          <p:nvPr/>
        </p:nvSpPr>
        <p:spPr>
          <a:xfrm rot="5400000">
            <a:off x="11594575" y="43016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Tree>
    <p:extLst>
      <p:ext uri="{BB962C8B-B14F-4D97-AF65-F5344CB8AC3E}">
        <p14:creationId xmlns:p14="http://schemas.microsoft.com/office/powerpoint/2010/main" val="401997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9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2" grpId="0"/>
      <p:bldP spid="44" grpId="0"/>
      <p:bldP spid="51" grpId="0"/>
      <p:bldP spid="52" grpId="0"/>
      <p:bldP spid="60" grpId="0" animBg="1"/>
      <p:bldP spid="61" grpId="0" animBg="1"/>
      <p:bldP spid="63" grpId="0" animBg="1"/>
      <p:bldP spid="64" grpId="0" animBg="1"/>
      <p:bldP spid="73" grpId="0" animBg="1"/>
      <p:bldP spid="74" grpId="0" animBg="1"/>
      <p:bldP spid="76" grpId="0" animBg="1"/>
      <p:bldP spid="77" grpId="0" animBg="1"/>
      <p:bldP spid="82" grpId="0" animBg="1"/>
      <p:bldP spid="83" grpId="0" animBg="1"/>
      <p:bldP spid="85" grpId="0" animBg="1"/>
      <p:bldP spid="86" grpId="0" animBg="1"/>
      <p:bldP spid="91" grpId="0" animBg="1"/>
      <p:bldP spid="92" grpId="0" animBg="1"/>
      <p:bldP spid="94" grpId="0" animBg="1"/>
      <p:bldP spid="95" grpId="0" animBg="1"/>
      <p:bldP spid="39" grpId="0"/>
      <p:bldP spid="40" grpId="0" animBg="1"/>
      <p:bldP spid="41" grpId="0" animBg="1"/>
      <p:bldP spid="45" grpId="0" animBg="1"/>
      <p:bldP spid="4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Is Perfect matching possible for graph with odd order?</a:t>
            </a:r>
          </a:p>
        </p:txBody>
      </p:sp>
      <mc:AlternateContent xmlns:mc="http://schemas.openxmlformats.org/markup-compatibility/2006" xmlns:a14="http://schemas.microsoft.com/office/drawing/2010/main">
        <mc:Choice Requires="a14">
          <p:sp>
            <p:nvSpPr>
              <p:cNvPr id="96" name="Content Placeholder 95"/>
              <p:cNvSpPr>
                <a:spLocks noGrp="1"/>
              </p:cNvSpPr>
              <p:nvPr>
                <p:ph idx="1"/>
              </p:nvPr>
            </p:nvSpPr>
            <p:spPr/>
            <p:txBody>
              <a:bodyPr/>
              <a:lstStyle/>
              <a:p>
                <a:r>
                  <a:rPr lang="en-US" dirty="0"/>
                  <a:t>From definition, In a perfect matching, every vertex is incident with exactly one matched edge.</a:t>
                </a:r>
              </a:p>
              <a:p>
                <a:r>
                  <a:rPr lang="en-US" dirty="0"/>
                  <a:t>If a graph has n vertices, then a perfect matching contains: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oMath>
                </a14:m>
                <a:r>
                  <a:rPr lang="en-US" dirty="0"/>
                  <a:t> edges, because each edge matches exactly two vertices.</a:t>
                </a:r>
              </a:p>
              <a:p>
                <a:r>
                  <a:rPr lang="en-US" dirty="0"/>
                  <a:t>Therefore, perfect matchings are </a:t>
                </a:r>
                <a:r>
                  <a:rPr lang="en-US" b="1" dirty="0"/>
                  <a:t>only possible in graphs with an even number of vertices</a:t>
                </a:r>
                <a:r>
                  <a:rPr lang="en-US" dirty="0"/>
                  <a:t>.</a:t>
                </a:r>
              </a:p>
              <a:p>
                <a:r>
                  <a:rPr lang="en-US" dirty="0"/>
                  <a:t>Hence, </a:t>
                </a:r>
                <a:r>
                  <a:rPr lang="en-US" b="1" dirty="0"/>
                  <a:t>perfect matching is not possible for graph with odd order.</a:t>
                </a:r>
                <a:endParaRPr lang="en-US" dirty="0"/>
              </a:p>
            </p:txBody>
          </p:sp>
        </mc:Choice>
        <mc:Fallback xmlns="">
          <p:sp>
            <p:nvSpPr>
              <p:cNvPr id="96" name="Content Placeholder 95"/>
              <p:cNvSpPr>
                <a:spLocks noGrp="1" noRot="1" noChangeAspect="1" noMove="1" noResize="1" noEditPoints="1" noAdjustHandles="1" noChangeArrowheads="1" noChangeShapeType="1" noTextEdit="1"/>
              </p:cNvSpPr>
              <p:nvPr>
                <p:ph idx="1"/>
              </p:nvPr>
            </p:nvSpPr>
            <p:spPr>
              <a:blipFill rotWithShape="0">
                <a:blip r:embed="rId2"/>
                <a:stretch>
                  <a:fillRect l="-971" t="-1963" r="-1074"/>
                </a:stretch>
              </a:blipFill>
            </p:spPr>
            <p:txBody>
              <a:bodyPr/>
              <a:lstStyle/>
              <a:p>
                <a:r>
                  <a:rPr lang="en-US">
                    <a:noFill/>
                  </a:rPr>
                  <a:t> </a:t>
                </a:r>
              </a:p>
            </p:txBody>
          </p:sp>
        </mc:Fallback>
      </mc:AlternateContent>
    </p:spTree>
    <p:extLst>
      <p:ext uri="{BB962C8B-B14F-4D97-AF65-F5344CB8AC3E}">
        <p14:creationId xmlns:p14="http://schemas.microsoft.com/office/powerpoint/2010/main" val="492125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Is Perfect matching possible for all graph with even order?</a:t>
            </a:r>
          </a:p>
        </p:txBody>
      </p:sp>
      <p:sp>
        <p:nvSpPr>
          <p:cNvPr id="96" name="Content Placeholder 95"/>
          <p:cNvSpPr>
            <a:spLocks noGrp="1"/>
          </p:cNvSpPr>
          <p:nvPr>
            <p:ph idx="1"/>
          </p:nvPr>
        </p:nvSpPr>
        <p:spPr>
          <a:xfrm>
            <a:off x="131180" y="863445"/>
            <a:ext cx="11929641" cy="1159320"/>
          </a:xfrm>
        </p:spPr>
        <p:txBody>
          <a:bodyPr/>
          <a:lstStyle/>
          <a:p>
            <a:r>
              <a:rPr lang="en-US" dirty="0"/>
              <a:t>No perfect matching is not possible for all graph with even order.</a:t>
            </a:r>
          </a:p>
          <a:p>
            <a:r>
              <a:rPr lang="en-US" dirty="0"/>
              <a:t>Consider following graph with all of its possible matching, </a:t>
            </a:r>
          </a:p>
        </p:txBody>
      </p:sp>
      <p:sp>
        <p:nvSpPr>
          <p:cNvPr id="4" name="Oval 3">
            <a:extLst>
              <a:ext uri="{FF2B5EF4-FFF2-40B4-BE49-F238E27FC236}">
                <a16:creationId xmlns:a16="http://schemas.microsoft.com/office/drawing/2014/main" id="{BDD11F87-DA81-9510-C1CB-0AF4093562CB}"/>
              </a:ext>
            </a:extLst>
          </p:cNvPr>
          <p:cNvSpPr/>
          <p:nvPr/>
        </p:nvSpPr>
        <p:spPr>
          <a:xfrm rot="5400000">
            <a:off x="6600027" y="36028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 name="Oval 4">
            <a:extLst>
              <a:ext uri="{FF2B5EF4-FFF2-40B4-BE49-F238E27FC236}">
                <a16:creationId xmlns:a16="http://schemas.microsoft.com/office/drawing/2014/main" id="{BDD11F87-DA81-9510-C1CB-0AF4093562CB}"/>
              </a:ext>
            </a:extLst>
          </p:cNvPr>
          <p:cNvSpPr/>
          <p:nvPr/>
        </p:nvSpPr>
        <p:spPr>
          <a:xfrm rot="5400000">
            <a:off x="7287350" y="43149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 name="Straight Connector 5">
            <a:extLst>
              <a:ext uri="{FF2B5EF4-FFF2-40B4-BE49-F238E27FC236}">
                <a16:creationId xmlns:a16="http://schemas.microsoft.com/office/drawing/2014/main" id="{6205DD86-315C-53B6-CEEF-A9919650168E}"/>
              </a:ext>
            </a:extLst>
          </p:cNvPr>
          <p:cNvCxnSpPr>
            <a:cxnSpLocks/>
            <a:stCxn id="5" idx="3"/>
            <a:endCxn id="4" idx="7"/>
          </p:cNvCxnSpPr>
          <p:nvPr/>
        </p:nvCxnSpPr>
        <p:spPr>
          <a:xfrm flipH="1" flipV="1">
            <a:off x="6722939" y="3725713"/>
            <a:ext cx="585499" cy="6103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 name="Oval 7">
            <a:extLst>
              <a:ext uri="{FF2B5EF4-FFF2-40B4-BE49-F238E27FC236}">
                <a16:creationId xmlns:a16="http://schemas.microsoft.com/office/drawing/2014/main" id="{BDD11F87-DA81-9510-C1CB-0AF4093562CB}"/>
              </a:ext>
            </a:extLst>
          </p:cNvPr>
          <p:cNvSpPr/>
          <p:nvPr/>
        </p:nvSpPr>
        <p:spPr>
          <a:xfrm rot="5400000">
            <a:off x="5899151" y="433603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 name="Straight Connector 8">
            <a:extLst>
              <a:ext uri="{FF2B5EF4-FFF2-40B4-BE49-F238E27FC236}">
                <a16:creationId xmlns:a16="http://schemas.microsoft.com/office/drawing/2014/main" id="{6205DD86-315C-53B6-CEEF-A9919650168E}"/>
              </a:ext>
            </a:extLst>
          </p:cNvPr>
          <p:cNvCxnSpPr>
            <a:cxnSpLocks/>
            <a:stCxn id="8" idx="1"/>
            <a:endCxn id="4" idx="5"/>
          </p:cNvCxnSpPr>
          <p:nvPr/>
        </p:nvCxnSpPr>
        <p:spPr>
          <a:xfrm flipV="1">
            <a:off x="6022063" y="3725713"/>
            <a:ext cx="599052" cy="6314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a:extLst>
              <a:ext uri="{FF2B5EF4-FFF2-40B4-BE49-F238E27FC236}">
                <a16:creationId xmlns:a16="http://schemas.microsoft.com/office/drawing/2014/main" id="{BDD11F87-DA81-9510-C1CB-0AF4093562CB}"/>
              </a:ext>
            </a:extLst>
          </p:cNvPr>
          <p:cNvSpPr/>
          <p:nvPr/>
        </p:nvSpPr>
        <p:spPr>
          <a:xfrm rot="5400000">
            <a:off x="6601245" y="28906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 name="Straight Connector 10">
            <a:extLst>
              <a:ext uri="{FF2B5EF4-FFF2-40B4-BE49-F238E27FC236}">
                <a16:creationId xmlns:a16="http://schemas.microsoft.com/office/drawing/2014/main" id="{6205DD86-315C-53B6-CEEF-A9919650168E}"/>
              </a:ext>
            </a:extLst>
          </p:cNvPr>
          <p:cNvCxnSpPr>
            <a:cxnSpLocks/>
            <a:stCxn id="10" idx="6"/>
            <a:endCxn id="4" idx="2"/>
          </p:cNvCxnSpPr>
          <p:nvPr/>
        </p:nvCxnSpPr>
        <p:spPr>
          <a:xfrm flipH="1">
            <a:off x="6672027" y="3034658"/>
            <a:ext cx="1218" cy="56814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3" name="Oval 32">
            <a:extLst>
              <a:ext uri="{FF2B5EF4-FFF2-40B4-BE49-F238E27FC236}">
                <a16:creationId xmlns:a16="http://schemas.microsoft.com/office/drawing/2014/main" id="{BDD11F87-DA81-9510-C1CB-0AF4093562CB}"/>
              </a:ext>
            </a:extLst>
          </p:cNvPr>
          <p:cNvSpPr/>
          <p:nvPr/>
        </p:nvSpPr>
        <p:spPr>
          <a:xfrm rot="5400000">
            <a:off x="8849502" y="36028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Oval 33">
            <a:extLst>
              <a:ext uri="{FF2B5EF4-FFF2-40B4-BE49-F238E27FC236}">
                <a16:creationId xmlns:a16="http://schemas.microsoft.com/office/drawing/2014/main" id="{BDD11F87-DA81-9510-C1CB-0AF4093562CB}"/>
              </a:ext>
            </a:extLst>
          </p:cNvPr>
          <p:cNvSpPr/>
          <p:nvPr/>
        </p:nvSpPr>
        <p:spPr>
          <a:xfrm rot="5400000">
            <a:off x="9536825" y="43149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5" name="Straight Connector 34">
            <a:extLst>
              <a:ext uri="{FF2B5EF4-FFF2-40B4-BE49-F238E27FC236}">
                <a16:creationId xmlns:a16="http://schemas.microsoft.com/office/drawing/2014/main" id="{6205DD86-315C-53B6-CEEF-A9919650168E}"/>
              </a:ext>
            </a:extLst>
          </p:cNvPr>
          <p:cNvCxnSpPr>
            <a:cxnSpLocks/>
            <a:stCxn id="34" idx="3"/>
            <a:endCxn id="33" idx="7"/>
          </p:cNvCxnSpPr>
          <p:nvPr/>
        </p:nvCxnSpPr>
        <p:spPr>
          <a:xfrm flipH="1" flipV="1">
            <a:off x="8972414" y="3725713"/>
            <a:ext cx="585499" cy="6103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6" name="Oval 35">
            <a:extLst>
              <a:ext uri="{FF2B5EF4-FFF2-40B4-BE49-F238E27FC236}">
                <a16:creationId xmlns:a16="http://schemas.microsoft.com/office/drawing/2014/main" id="{BDD11F87-DA81-9510-C1CB-0AF4093562CB}"/>
              </a:ext>
            </a:extLst>
          </p:cNvPr>
          <p:cNvSpPr/>
          <p:nvPr/>
        </p:nvSpPr>
        <p:spPr>
          <a:xfrm rot="5400000">
            <a:off x="8081397" y="43149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7" name="Straight Connector 36">
            <a:extLst>
              <a:ext uri="{FF2B5EF4-FFF2-40B4-BE49-F238E27FC236}">
                <a16:creationId xmlns:a16="http://schemas.microsoft.com/office/drawing/2014/main" id="{6205DD86-315C-53B6-CEEF-A9919650168E}"/>
              </a:ext>
            </a:extLst>
          </p:cNvPr>
          <p:cNvCxnSpPr>
            <a:cxnSpLocks/>
            <a:stCxn id="36" idx="1"/>
            <a:endCxn id="33" idx="5"/>
          </p:cNvCxnSpPr>
          <p:nvPr/>
        </p:nvCxnSpPr>
        <p:spPr>
          <a:xfrm flipV="1">
            <a:off x="8204309" y="3725713"/>
            <a:ext cx="666281" cy="6103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8" name="Oval 37">
            <a:extLst>
              <a:ext uri="{FF2B5EF4-FFF2-40B4-BE49-F238E27FC236}">
                <a16:creationId xmlns:a16="http://schemas.microsoft.com/office/drawing/2014/main" id="{BDD11F87-DA81-9510-C1CB-0AF4093562CB}"/>
              </a:ext>
            </a:extLst>
          </p:cNvPr>
          <p:cNvSpPr/>
          <p:nvPr/>
        </p:nvSpPr>
        <p:spPr>
          <a:xfrm rot="5400000">
            <a:off x="8850720" y="28906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9" name="Straight Connector 38">
            <a:extLst>
              <a:ext uri="{FF2B5EF4-FFF2-40B4-BE49-F238E27FC236}">
                <a16:creationId xmlns:a16="http://schemas.microsoft.com/office/drawing/2014/main" id="{6205DD86-315C-53B6-CEEF-A9919650168E}"/>
              </a:ext>
            </a:extLst>
          </p:cNvPr>
          <p:cNvCxnSpPr>
            <a:cxnSpLocks/>
            <a:stCxn id="38" idx="6"/>
            <a:endCxn id="33" idx="2"/>
          </p:cNvCxnSpPr>
          <p:nvPr/>
        </p:nvCxnSpPr>
        <p:spPr>
          <a:xfrm flipH="1">
            <a:off x="8921502" y="3034658"/>
            <a:ext cx="1218" cy="56814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0" name="Oval 39">
            <a:extLst>
              <a:ext uri="{FF2B5EF4-FFF2-40B4-BE49-F238E27FC236}">
                <a16:creationId xmlns:a16="http://schemas.microsoft.com/office/drawing/2014/main" id="{BDD11F87-DA81-9510-C1CB-0AF4093562CB}"/>
              </a:ext>
            </a:extLst>
          </p:cNvPr>
          <p:cNvSpPr/>
          <p:nvPr/>
        </p:nvSpPr>
        <p:spPr>
          <a:xfrm rot="5400000">
            <a:off x="11107613" y="36028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1" name="Oval 40">
            <a:extLst>
              <a:ext uri="{FF2B5EF4-FFF2-40B4-BE49-F238E27FC236}">
                <a16:creationId xmlns:a16="http://schemas.microsoft.com/office/drawing/2014/main" id="{BDD11F87-DA81-9510-C1CB-0AF4093562CB}"/>
              </a:ext>
            </a:extLst>
          </p:cNvPr>
          <p:cNvSpPr/>
          <p:nvPr/>
        </p:nvSpPr>
        <p:spPr>
          <a:xfrm rot="5400000">
            <a:off x="11794936" y="43149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2" name="Straight Connector 41">
            <a:extLst>
              <a:ext uri="{FF2B5EF4-FFF2-40B4-BE49-F238E27FC236}">
                <a16:creationId xmlns:a16="http://schemas.microsoft.com/office/drawing/2014/main" id="{6205DD86-315C-53B6-CEEF-A9919650168E}"/>
              </a:ext>
            </a:extLst>
          </p:cNvPr>
          <p:cNvCxnSpPr>
            <a:cxnSpLocks/>
            <a:stCxn id="41" idx="3"/>
            <a:endCxn id="40" idx="7"/>
          </p:cNvCxnSpPr>
          <p:nvPr/>
        </p:nvCxnSpPr>
        <p:spPr>
          <a:xfrm flipH="1" flipV="1">
            <a:off x="11230525" y="3725713"/>
            <a:ext cx="585499" cy="6103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3" name="Oval 42">
            <a:extLst>
              <a:ext uri="{FF2B5EF4-FFF2-40B4-BE49-F238E27FC236}">
                <a16:creationId xmlns:a16="http://schemas.microsoft.com/office/drawing/2014/main" id="{BDD11F87-DA81-9510-C1CB-0AF4093562CB}"/>
              </a:ext>
            </a:extLst>
          </p:cNvPr>
          <p:cNvSpPr/>
          <p:nvPr/>
        </p:nvSpPr>
        <p:spPr>
          <a:xfrm rot="5400000">
            <a:off x="10348290" y="43149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4" name="Straight Connector 43">
            <a:extLst>
              <a:ext uri="{FF2B5EF4-FFF2-40B4-BE49-F238E27FC236}">
                <a16:creationId xmlns:a16="http://schemas.microsoft.com/office/drawing/2014/main" id="{6205DD86-315C-53B6-CEEF-A9919650168E}"/>
              </a:ext>
            </a:extLst>
          </p:cNvPr>
          <p:cNvCxnSpPr>
            <a:cxnSpLocks/>
            <a:stCxn id="43" idx="1"/>
            <a:endCxn id="40" idx="5"/>
          </p:cNvCxnSpPr>
          <p:nvPr/>
        </p:nvCxnSpPr>
        <p:spPr>
          <a:xfrm flipV="1">
            <a:off x="10471202" y="3725713"/>
            <a:ext cx="657499" cy="6103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5" name="Oval 44">
            <a:extLst>
              <a:ext uri="{FF2B5EF4-FFF2-40B4-BE49-F238E27FC236}">
                <a16:creationId xmlns:a16="http://schemas.microsoft.com/office/drawing/2014/main" id="{BDD11F87-DA81-9510-C1CB-0AF4093562CB}"/>
              </a:ext>
            </a:extLst>
          </p:cNvPr>
          <p:cNvSpPr/>
          <p:nvPr/>
        </p:nvSpPr>
        <p:spPr>
          <a:xfrm rot="5400000">
            <a:off x="11108831" y="28906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6" name="Straight Connector 45">
            <a:extLst>
              <a:ext uri="{FF2B5EF4-FFF2-40B4-BE49-F238E27FC236}">
                <a16:creationId xmlns:a16="http://schemas.microsoft.com/office/drawing/2014/main" id="{6205DD86-315C-53B6-CEEF-A9919650168E}"/>
              </a:ext>
            </a:extLst>
          </p:cNvPr>
          <p:cNvCxnSpPr>
            <a:cxnSpLocks/>
            <a:stCxn id="45" idx="6"/>
            <a:endCxn id="40" idx="2"/>
          </p:cNvCxnSpPr>
          <p:nvPr/>
        </p:nvCxnSpPr>
        <p:spPr>
          <a:xfrm flipH="1">
            <a:off x="11179613" y="3034658"/>
            <a:ext cx="1218" cy="56814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4" name="Oval 63">
            <a:extLst>
              <a:ext uri="{FF2B5EF4-FFF2-40B4-BE49-F238E27FC236}">
                <a16:creationId xmlns:a16="http://schemas.microsoft.com/office/drawing/2014/main" id="{BDD11F87-DA81-9510-C1CB-0AF4093562CB}"/>
              </a:ext>
            </a:extLst>
          </p:cNvPr>
          <p:cNvSpPr/>
          <p:nvPr/>
        </p:nvSpPr>
        <p:spPr>
          <a:xfrm rot="5400000">
            <a:off x="3148629" y="388687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5" name="Oval 64">
            <a:extLst>
              <a:ext uri="{FF2B5EF4-FFF2-40B4-BE49-F238E27FC236}">
                <a16:creationId xmlns:a16="http://schemas.microsoft.com/office/drawing/2014/main" id="{BDD11F87-DA81-9510-C1CB-0AF4093562CB}"/>
              </a:ext>
            </a:extLst>
          </p:cNvPr>
          <p:cNvSpPr/>
          <p:nvPr/>
        </p:nvSpPr>
        <p:spPr>
          <a:xfrm rot="5400000">
            <a:off x="5175053" y="54899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6" name="Straight Connector 65">
            <a:extLst>
              <a:ext uri="{FF2B5EF4-FFF2-40B4-BE49-F238E27FC236}">
                <a16:creationId xmlns:a16="http://schemas.microsoft.com/office/drawing/2014/main" id="{6205DD86-315C-53B6-CEEF-A9919650168E}"/>
              </a:ext>
            </a:extLst>
          </p:cNvPr>
          <p:cNvCxnSpPr>
            <a:cxnSpLocks/>
            <a:stCxn id="65" idx="3"/>
            <a:endCxn id="64" idx="7"/>
          </p:cNvCxnSpPr>
          <p:nvPr/>
        </p:nvCxnSpPr>
        <p:spPr>
          <a:xfrm flipH="1" flipV="1">
            <a:off x="3271541" y="4009784"/>
            <a:ext cx="1924600" cy="15012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7" name="Oval 66">
            <a:extLst>
              <a:ext uri="{FF2B5EF4-FFF2-40B4-BE49-F238E27FC236}">
                <a16:creationId xmlns:a16="http://schemas.microsoft.com/office/drawing/2014/main" id="{BDD11F87-DA81-9510-C1CB-0AF4093562CB}"/>
              </a:ext>
            </a:extLst>
          </p:cNvPr>
          <p:cNvSpPr/>
          <p:nvPr/>
        </p:nvSpPr>
        <p:spPr>
          <a:xfrm rot="5400000">
            <a:off x="1006881" y="54899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8" name="Straight Connector 67">
            <a:extLst>
              <a:ext uri="{FF2B5EF4-FFF2-40B4-BE49-F238E27FC236}">
                <a16:creationId xmlns:a16="http://schemas.microsoft.com/office/drawing/2014/main" id="{6205DD86-315C-53B6-CEEF-A9919650168E}"/>
              </a:ext>
            </a:extLst>
          </p:cNvPr>
          <p:cNvCxnSpPr>
            <a:cxnSpLocks/>
            <a:stCxn id="67" idx="1"/>
            <a:endCxn id="64" idx="5"/>
          </p:cNvCxnSpPr>
          <p:nvPr/>
        </p:nvCxnSpPr>
        <p:spPr>
          <a:xfrm flipV="1">
            <a:off x="1129793" y="4009784"/>
            <a:ext cx="2039924" cy="15012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9" name="Oval 68">
            <a:extLst>
              <a:ext uri="{FF2B5EF4-FFF2-40B4-BE49-F238E27FC236}">
                <a16:creationId xmlns:a16="http://schemas.microsoft.com/office/drawing/2014/main" id="{BDD11F87-DA81-9510-C1CB-0AF4093562CB}"/>
              </a:ext>
            </a:extLst>
          </p:cNvPr>
          <p:cNvSpPr/>
          <p:nvPr/>
        </p:nvSpPr>
        <p:spPr>
          <a:xfrm rot="5400000">
            <a:off x="3148629" y="202276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0" name="Straight Connector 69">
            <a:extLst>
              <a:ext uri="{FF2B5EF4-FFF2-40B4-BE49-F238E27FC236}">
                <a16:creationId xmlns:a16="http://schemas.microsoft.com/office/drawing/2014/main" id="{6205DD86-315C-53B6-CEEF-A9919650168E}"/>
              </a:ext>
            </a:extLst>
          </p:cNvPr>
          <p:cNvCxnSpPr>
            <a:cxnSpLocks/>
            <a:stCxn id="69" idx="6"/>
            <a:endCxn id="64" idx="2"/>
          </p:cNvCxnSpPr>
          <p:nvPr/>
        </p:nvCxnSpPr>
        <p:spPr>
          <a:xfrm>
            <a:off x="3220629" y="2166765"/>
            <a:ext cx="0" cy="172010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p:cNvCxnSpPr>
          <p:nvPr/>
        </p:nvCxnSpPr>
        <p:spPr>
          <a:xfrm>
            <a:off x="7751065" y="2793566"/>
            <a:ext cx="0" cy="1720107"/>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6205DD86-315C-53B6-CEEF-A9919650168E}"/>
              </a:ext>
            </a:extLst>
          </p:cNvPr>
          <p:cNvCxnSpPr>
            <a:cxnSpLocks/>
          </p:cNvCxnSpPr>
          <p:nvPr/>
        </p:nvCxnSpPr>
        <p:spPr>
          <a:xfrm>
            <a:off x="10064774" y="2814747"/>
            <a:ext cx="0" cy="1720107"/>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80" name="Rectangle 79"/>
              <p:cNvSpPr/>
              <p:nvPr/>
            </p:nvSpPr>
            <p:spPr>
              <a:xfrm>
                <a:off x="6404966" y="4614694"/>
                <a:ext cx="5271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M</m:t>
                          </m:r>
                        </m:e>
                        <m:sub>
                          <m:r>
                            <a:rPr lang="en-US" i="0" dirty="0" smtClean="0">
                              <a:latin typeface="Cambria Math" panose="02040503050406030204" pitchFamily="18" charset="0"/>
                            </a:rPr>
                            <m:t>1</m:t>
                          </m:r>
                        </m:sub>
                      </m:sSub>
                    </m:oMath>
                  </m:oMathPara>
                </a14:m>
                <a:endParaRPr lang="en-US" dirty="0"/>
              </a:p>
            </p:txBody>
          </p:sp>
        </mc:Choice>
        <mc:Fallback xmlns="">
          <p:sp>
            <p:nvSpPr>
              <p:cNvPr id="80" name="Rectangle 79"/>
              <p:cNvSpPr>
                <a:spLocks noRot="1" noChangeAspect="1" noMove="1" noResize="1" noEditPoints="1" noAdjustHandles="1" noChangeArrowheads="1" noChangeShapeType="1" noTextEdit="1"/>
              </p:cNvSpPr>
              <p:nvPr/>
            </p:nvSpPr>
            <p:spPr>
              <a:xfrm>
                <a:off x="6404966" y="4614694"/>
                <a:ext cx="527132" cy="369332"/>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Rectangle 82"/>
              <p:cNvSpPr/>
              <p:nvPr/>
            </p:nvSpPr>
            <p:spPr>
              <a:xfrm>
                <a:off x="8655275" y="4614694"/>
                <a:ext cx="53245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m:rPr>
                              <m:sty m:val="p"/>
                            </m:rPr>
                            <a:rPr lang="en-US" dirty="0">
                              <a:latin typeface="Cambria Math" panose="02040503050406030204" pitchFamily="18" charset="0"/>
                            </a:rPr>
                            <m:t>M</m:t>
                          </m:r>
                        </m:e>
                        <m:sub>
                          <m:r>
                            <a:rPr lang="en-US" b="0" i="0" dirty="0" smtClean="0">
                              <a:latin typeface="Cambria Math" panose="02040503050406030204" pitchFamily="18" charset="0"/>
                            </a:rPr>
                            <m:t>2</m:t>
                          </m:r>
                        </m:sub>
                      </m:sSub>
                    </m:oMath>
                  </m:oMathPara>
                </a14:m>
                <a:endParaRPr lang="en-US" dirty="0"/>
              </a:p>
            </p:txBody>
          </p:sp>
        </mc:Choice>
        <mc:Fallback xmlns="">
          <p:sp>
            <p:nvSpPr>
              <p:cNvPr id="83" name="Rectangle 82"/>
              <p:cNvSpPr>
                <a:spLocks noRot="1" noChangeAspect="1" noMove="1" noResize="1" noEditPoints="1" noAdjustHandles="1" noChangeArrowheads="1" noChangeShapeType="1" noTextEdit="1"/>
              </p:cNvSpPr>
              <p:nvPr/>
            </p:nvSpPr>
            <p:spPr>
              <a:xfrm>
                <a:off x="8655275" y="4614694"/>
                <a:ext cx="532453" cy="36933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10913386" y="4614694"/>
                <a:ext cx="53245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m:rPr>
                              <m:sty m:val="p"/>
                            </m:rPr>
                            <a:rPr lang="en-US" dirty="0">
                              <a:latin typeface="Cambria Math" panose="02040503050406030204" pitchFamily="18" charset="0"/>
                            </a:rPr>
                            <m:t>M</m:t>
                          </m:r>
                        </m:e>
                        <m:sub>
                          <m:r>
                            <a:rPr lang="en-US" b="0" i="0" dirty="0" smtClean="0">
                              <a:latin typeface="Cambria Math" panose="02040503050406030204" pitchFamily="18" charset="0"/>
                            </a:rPr>
                            <m:t>3</m:t>
                          </m:r>
                        </m:sub>
                      </m:sSub>
                    </m:oMath>
                  </m:oMathPara>
                </a14:m>
                <a:endParaRPr lang="en-US" dirty="0"/>
              </a:p>
            </p:txBody>
          </p:sp>
        </mc:Choice>
        <mc:Fallback xmlns="">
          <p:sp>
            <p:nvSpPr>
              <p:cNvPr id="85" name="Rectangle 84"/>
              <p:cNvSpPr>
                <a:spLocks noRot="1" noChangeAspect="1" noMove="1" noResize="1" noEditPoints="1" noAdjustHandles="1" noChangeArrowheads="1" noChangeShapeType="1" noTextEdit="1"/>
              </p:cNvSpPr>
              <p:nvPr/>
            </p:nvSpPr>
            <p:spPr>
              <a:xfrm>
                <a:off x="10913386" y="4614694"/>
                <a:ext cx="532453" cy="369332"/>
              </a:xfrm>
              <a:prstGeom prst="rect">
                <a:avLst/>
              </a:prstGeom>
              <a:blipFill rotWithShape="0">
                <a:blip r:embed="rId4"/>
                <a:stretch>
                  <a:fillRect/>
                </a:stretch>
              </a:blipFill>
            </p:spPr>
            <p:txBody>
              <a:bodyPr/>
              <a:lstStyle/>
              <a:p>
                <a:r>
                  <a:rPr lang="en-US">
                    <a:noFill/>
                  </a:rPr>
                  <a:t> </a:t>
                </a:r>
              </a:p>
            </p:txBody>
          </p:sp>
        </mc:Fallback>
      </mc:AlternateContent>
      <p:sp>
        <p:nvSpPr>
          <p:cNvPr id="84" name="Rectangle 83"/>
          <p:cNvSpPr/>
          <p:nvPr/>
        </p:nvSpPr>
        <p:spPr>
          <a:xfrm>
            <a:off x="855024" y="5986163"/>
            <a:ext cx="9752991" cy="523220"/>
          </a:xfrm>
          <a:prstGeom prst="rect">
            <a:avLst/>
          </a:prstGeom>
        </p:spPr>
        <p:txBody>
          <a:bodyPr wrap="none">
            <a:spAutoFit/>
          </a:bodyPr>
          <a:lstStyle/>
          <a:p>
            <a:r>
              <a:rPr lang="en-US" sz="2800" dirty="0">
                <a:solidFill>
                  <a:srgbClr val="002060"/>
                </a:solidFill>
              </a:rPr>
              <a:t>Hence perfect matching is not possible for all graph with even order</a:t>
            </a:r>
          </a:p>
        </p:txBody>
      </p:sp>
    </p:spTree>
    <p:extLst>
      <p:ext uri="{BB962C8B-B14F-4D97-AF65-F5344CB8AC3E}">
        <p14:creationId xmlns:p14="http://schemas.microsoft.com/office/powerpoint/2010/main" val="225340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7" presetClass="emph" presetSubtype="2" fill="hold" nodeType="clickEffect">
                                  <p:stCondLst>
                                    <p:cond delay="0"/>
                                  </p:stCondLst>
                                  <p:childTnLst>
                                    <p:animClr clrSpc="rgb" dir="cw">
                                      <p:cBhvr>
                                        <p:cTn id="46" dur="2000" fill="hold"/>
                                        <p:tgtEl>
                                          <p:spTgt spid="11"/>
                                        </p:tgtEl>
                                        <p:attrNameLst>
                                          <p:attrName>stroke.color</p:attrName>
                                        </p:attrNameLst>
                                      </p:cBhvr>
                                      <p:to>
                                        <a:schemeClr val="accent2"/>
                                      </p:to>
                                    </p:animClr>
                                    <p:set>
                                      <p:cBhvr>
                                        <p:cTn id="47" dur="2000" fill="hold"/>
                                        <p:tgtEl>
                                          <p:spTgt spid="11"/>
                                        </p:tgtEl>
                                        <p:attrNameLst>
                                          <p:attrName>stroke.on</p:attrName>
                                        </p:attrNameLst>
                                      </p:cBhvr>
                                      <p:to>
                                        <p:strVal val="true"/>
                                      </p:to>
                                    </p:set>
                                  </p:childTnLst>
                                </p:cTn>
                              </p:par>
                            </p:childTnLst>
                          </p:cTn>
                        </p:par>
                      </p:childTnLst>
                    </p:cTn>
                  </p:par>
                  <p:par>
                    <p:cTn id="48" fill="hold">
                      <p:stCondLst>
                        <p:cond delay="indefinite"/>
                      </p:stCondLst>
                      <p:childTnLst>
                        <p:par>
                          <p:cTn id="49" fill="hold">
                            <p:stCondLst>
                              <p:cond delay="0"/>
                            </p:stCondLst>
                            <p:childTnLst>
                              <p:par>
                                <p:cTn id="50" presetID="42" presetClass="exit" presetSubtype="0" fill="hold" nodeType="clickEffect">
                                  <p:stCondLst>
                                    <p:cond delay="0"/>
                                  </p:stCondLst>
                                  <p:childTnLst>
                                    <p:animEffect transition="out" filter="fade">
                                      <p:cBhvr>
                                        <p:cTn id="51" dur="1000"/>
                                        <p:tgtEl>
                                          <p:spTgt spid="6"/>
                                        </p:tgtEl>
                                      </p:cBhvr>
                                    </p:animEffect>
                                    <p:anim calcmode="lin" valueType="num">
                                      <p:cBhvr>
                                        <p:cTn id="52" dur="1000"/>
                                        <p:tgtEl>
                                          <p:spTgt spid="6"/>
                                        </p:tgtEl>
                                        <p:attrNameLst>
                                          <p:attrName>ppt_x</p:attrName>
                                        </p:attrNameLst>
                                      </p:cBhvr>
                                      <p:tavLst>
                                        <p:tav tm="0">
                                          <p:val>
                                            <p:strVal val="ppt_x"/>
                                          </p:val>
                                        </p:tav>
                                        <p:tav tm="100000">
                                          <p:val>
                                            <p:strVal val="ppt_x"/>
                                          </p:val>
                                        </p:tav>
                                      </p:tavLst>
                                    </p:anim>
                                    <p:anim calcmode="lin" valueType="num">
                                      <p:cBhvr>
                                        <p:cTn id="53" dur="1000"/>
                                        <p:tgtEl>
                                          <p:spTgt spid="6"/>
                                        </p:tgtEl>
                                        <p:attrNameLst>
                                          <p:attrName>ppt_y</p:attrName>
                                        </p:attrNameLst>
                                      </p:cBhvr>
                                      <p:tavLst>
                                        <p:tav tm="0">
                                          <p:val>
                                            <p:strVal val="ppt_y"/>
                                          </p:val>
                                        </p:tav>
                                        <p:tav tm="100000">
                                          <p:val>
                                            <p:strVal val="ppt_y+.1"/>
                                          </p:val>
                                        </p:tav>
                                      </p:tavLst>
                                    </p:anim>
                                    <p:set>
                                      <p:cBhvr>
                                        <p:cTn id="54" dur="1" fill="hold">
                                          <p:stCondLst>
                                            <p:cond delay="999"/>
                                          </p:stCondLst>
                                        </p:cTn>
                                        <p:tgtEl>
                                          <p:spTgt spid="6"/>
                                        </p:tgtEl>
                                        <p:attrNameLst>
                                          <p:attrName>style.visibility</p:attrName>
                                        </p:attrNameLst>
                                      </p:cBhvr>
                                      <p:to>
                                        <p:strVal val="hidden"/>
                                      </p:to>
                                    </p:set>
                                  </p:childTnLst>
                                </p:cTn>
                              </p:par>
                              <p:par>
                                <p:cTn id="55" presetID="42" presetClass="exit" presetSubtype="0" fill="hold" nodeType="withEffect">
                                  <p:stCondLst>
                                    <p:cond delay="0"/>
                                  </p:stCondLst>
                                  <p:childTnLst>
                                    <p:animEffect transition="out" filter="fade">
                                      <p:cBhvr>
                                        <p:cTn id="56" dur="1000"/>
                                        <p:tgtEl>
                                          <p:spTgt spid="9"/>
                                        </p:tgtEl>
                                      </p:cBhvr>
                                    </p:animEffect>
                                    <p:anim calcmode="lin" valueType="num">
                                      <p:cBhvr>
                                        <p:cTn id="57" dur="1000"/>
                                        <p:tgtEl>
                                          <p:spTgt spid="9"/>
                                        </p:tgtEl>
                                        <p:attrNameLst>
                                          <p:attrName>ppt_x</p:attrName>
                                        </p:attrNameLst>
                                      </p:cBhvr>
                                      <p:tavLst>
                                        <p:tav tm="0">
                                          <p:val>
                                            <p:strVal val="ppt_x"/>
                                          </p:val>
                                        </p:tav>
                                        <p:tav tm="100000">
                                          <p:val>
                                            <p:strVal val="ppt_x"/>
                                          </p:val>
                                        </p:tav>
                                      </p:tavLst>
                                    </p:anim>
                                    <p:anim calcmode="lin" valueType="num">
                                      <p:cBhvr>
                                        <p:cTn id="58" dur="1000"/>
                                        <p:tgtEl>
                                          <p:spTgt spid="9"/>
                                        </p:tgtEl>
                                        <p:attrNameLst>
                                          <p:attrName>ppt_y</p:attrName>
                                        </p:attrNameLst>
                                      </p:cBhvr>
                                      <p:tavLst>
                                        <p:tav tm="0">
                                          <p:val>
                                            <p:strVal val="ppt_y"/>
                                          </p:val>
                                        </p:tav>
                                        <p:tav tm="100000">
                                          <p:val>
                                            <p:strVal val="ppt_y+.1"/>
                                          </p:val>
                                        </p:tav>
                                      </p:tavLst>
                                    </p:anim>
                                    <p:set>
                                      <p:cBhvr>
                                        <p:cTn id="59" dur="1" fill="hold">
                                          <p:stCondLst>
                                            <p:cond delay="999"/>
                                          </p:stCondLst>
                                        </p:cTn>
                                        <p:tgtEl>
                                          <p:spTgt spid="9"/>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3"/>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5"/>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6"/>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3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38"/>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3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7" presetClass="emph" presetSubtype="2" fill="hold" nodeType="clickEffect">
                                  <p:stCondLst>
                                    <p:cond delay="0"/>
                                  </p:stCondLst>
                                  <p:childTnLst>
                                    <p:animClr clrSpc="rgb" dir="cw">
                                      <p:cBhvr>
                                        <p:cTn id="79" dur="2000" fill="hold"/>
                                        <p:tgtEl>
                                          <p:spTgt spid="37"/>
                                        </p:tgtEl>
                                        <p:attrNameLst>
                                          <p:attrName>stroke.color</p:attrName>
                                        </p:attrNameLst>
                                      </p:cBhvr>
                                      <p:to>
                                        <a:schemeClr val="accent2"/>
                                      </p:to>
                                    </p:animClr>
                                    <p:set>
                                      <p:cBhvr>
                                        <p:cTn id="80" dur="2000" fill="hold"/>
                                        <p:tgtEl>
                                          <p:spTgt spid="37"/>
                                        </p:tgtEl>
                                        <p:attrNameLst>
                                          <p:attrName>stroke.on</p:attrName>
                                        </p:attrNameLst>
                                      </p:cBhvr>
                                      <p:to>
                                        <p:strVal val="true"/>
                                      </p:to>
                                    </p:set>
                                  </p:childTnLst>
                                </p:cTn>
                              </p:par>
                            </p:childTnLst>
                          </p:cTn>
                        </p:par>
                      </p:childTnLst>
                    </p:cTn>
                  </p:par>
                  <p:par>
                    <p:cTn id="81" fill="hold">
                      <p:stCondLst>
                        <p:cond delay="indefinite"/>
                      </p:stCondLst>
                      <p:childTnLst>
                        <p:par>
                          <p:cTn id="82" fill="hold">
                            <p:stCondLst>
                              <p:cond delay="0"/>
                            </p:stCondLst>
                            <p:childTnLst>
                              <p:par>
                                <p:cTn id="83" presetID="42" presetClass="exit" presetSubtype="0" fill="hold" nodeType="clickEffect">
                                  <p:stCondLst>
                                    <p:cond delay="0"/>
                                  </p:stCondLst>
                                  <p:childTnLst>
                                    <p:animEffect transition="out" filter="fade">
                                      <p:cBhvr>
                                        <p:cTn id="84" dur="1000"/>
                                        <p:tgtEl>
                                          <p:spTgt spid="35"/>
                                        </p:tgtEl>
                                      </p:cBhvr>
                                    </p:animEffect>
                                    <p:anim calcmode="lin" valueType="num">
                                      <p:cBhvr>
                                        <p:cTn id="85" dur="1000"/>
                                        <p:tgtEl>
                                          <p:spTgt spid="35"/>
                                        </p:tgtEl>
                                        <p:attrNameLst>
                                          <p:attrName>ppt_x</p:attrName>
                                        </p:attrNameLst>
                                      </p:cBhvr>
                                      <p:tavLst>
                                        <p:tav tm="0">
                                          <p:val>
                                            <p:strVal val="ppt_x"/>
                                          </p:val>
                                        </p:tav>
                                        <p:tav tm="100000">
                                          <p:val>
                                            <p:strVal val="ppt_x"/>
                                          </p:val>
                                        </p:tav>
                                      </p:tavLst>
                                    </p:anim>
                                    <p:anim calcmode="lin" valueType="num">
                                      <p:cBhvr>
                                        <p:cTn id="86" dur="1000"/>
                                        <p:tgtEl>
                                          <p:spTgt spid="35"/>
                                        </p:tgtEl>
                                        <p:attrNameLst>
                                          <p:attrName>ppt_y</p:attrName>
                                        </p:attrNameLst>
                                      </p:cBhvr>
                                      <p:tavLst>
                                        <p:tav tm="0">
                                          <p:val>
                                            <p:strVal val="ppt_y"/>
                                          </p:val>
                                        </p:tav>
                                        <p:tav tm="100000">
                                          <p:val>
                                            <p:strVal val="ppt_y+.1"/>
                                          </p:val>
                                        </p:tav>
                                      </p:tavLst>
                                    </p:anim>
                                    <p:set>
                                      <p:cBhvr>
                                        <p:cTn id="87" dur="1" fill="hold">
                                          <p:stCondLst>
                                            <p:cond delay="999"/>
                                          </p:stCondLst>
                                        </p:cTn>
                                        <p:tgtEl>
                                          <p:spTgt spid="35"/>
                                        </p:tgtEl>
                                        <p:attrNameLst>
                                          <p:attrName>style.visibility</p:attrName>
                                        </p:attrNameLst>
                                      </p:cBhvr>
                                      <p:to>
                                        <p:strVal val="hidden"/>
                                      </p:to>
                                    </p:set>
                                  </p:childTnLst>
                                </p:cTn>
                              </p:par>
                              <p:par>
                                <p:cTn id="88" presetID="42" presetClass="exit" presetSubtype="0" fill="hold" nodeType="withEffect">
                                  <p:stCondLst>
                                    <p:cond delay="0"/>
                                  </p:stCondLst>
                                  <p:childTnLst>
                                    <p:animEffect transition="out" filter="fade">
                                      <p:cBhvr>
                                        <p:cTn id="89" dur="1000"/>
                                        <p:tgtEl>
                                          <p:spTgt spid="39"/>
                                        </p:tgtEl>
                                      </p:cBhvr>
                                    </p:animEffect>
                                    <p:anim calcmode="lin" valueType="num">
                                      <p:cBhvr>
                                        <p:cTn id="90" dur="1000"/>
                                        <p:tgtEl>
                                          <p:spTgt spid="39"/>
                                        </p:tgtEl>
                                        <p:attrNameLst>
                                          <p:attrName>ppt_x</p:attrName>
                                        </p:attrNameLst>
                                      </p:cBhvr>
                                      <p:tavLst>
                                        <p:tav tm="0">
                                          <p:val>
                                            <p:strVal val="ppt_x"/>
                                          </p:val>
                                        </p:tav>
                                        <p:tav tm="100000">
                                          <p:val>
                                            <p:strVal val="ppt_x"/>
                                          </p:val>
                                        </p:tav>
                                      </p:tavLst>
                                    </p:anim>
                                    <p:anim calcmode="lin" valueType="num">
                                      <p:cBhvr>
                                        <p:cTn id="91" dur="1000"/>
                                        <p:tgtEl>
                                          <p:spTgt spid="39"/>
                                        </p:tgtEl>
                                        <p:attrNameLst>
                                          <p:attrName>ppt_y</p:attrName>
                                        </p:attrNameLst>
                                      </p:cBhvr>
                                      <p:tavLst>
                                        <p:tav tm="0">
                                          <p:val>
                                            <p:strVal val="ppt_y"/>
                                          </p:val>
                                        </p:tav>
                                        <p:tav tm="100000">
                                          <p:val>
                                            <p:strVal val="ppt_y+.1"/>
                                          </p:val>
                                        </p:tav>
                                      </p:tavLst>
                                    </p:anim>
                                    <p:set>
                                      <p:cBhvr>
                                        <p:cTn id="92" dur="1" fill="hold">
                                          <p:stCondLst>
                                            <p:cond delay="999"/>
                                          </p:stCondLst>
                                        </p:cTn>
                                        <p:tgtEl>
                                          <p:spTgt spid="39"/>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1"/>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7" presetClass="emph" presetSubtype="2" fill="hold" nodeType="clickEffect">
                                  <p:stCondLst>
                                    <p:cond delay="0"/>
                                  </p:stCondLst>
                                  <p:childTnLst>
                                    <p:animClr clrSpc="rgb" dir="cw">
                                      <p:cBhvr>
                                        <p:cTn id="112" dur="2000" fill="hold"/>
                                        <p:tgtEl>
                                          <p:spTgt spid="42"/>
                                        </p:tgtEl>
                                        <p:attrNameLst>
                                          <p:attrName>stroke.color</p:attrName>
                                        </p:attrNameLst>
                                      </p:cBhvr>
                                      <p:to>
                                        <a:schemeClr val="accent2"/>
                                      </p:to>
                                    </p:animClr>
                                    <p:set>
                                      <p:cBhvr>
                                        <p:cTn id="113" dur="2000" fill="hold"/>
                                        <p:tgtEl>
                                          <p:spTgt spid="42"/>
                                        </p:tgtEl>
                                        <p:attrNameLst>
                                          <p:attrName>stroke.on</p:attrName>
                                        </p:attrNameLst>
                                      </p:cBhvr>
                                      <p:to>
                                        <p:strVal val="true"/>
                                      </p:to>
                                    </p:set>
                                  </p:childTnLst>
                                </p:cTn>
                              </p:par>
                            </p:childTnLst>
                          </p:cTn>
                        </p:par>
                      </p:childTnLst>
                    </p:cTn>
                  </p:par>
                  <p:par>
                    <p:cTn id="114" fill="hold">
                      <p:stCondLst>
                        <p:cond delay="indefinite"/>
                      </p:stCondLst>
                      <p:childTnLst>
                        <p:par>
                          <p:cTn id="115" fill="hold">
                            <p:stCondLst>
                              <p:cond delay="0"/>
                            </p:stCondLst>
                            <p:childTnLst>
                              <p:par>
                                <p:cTn id="116" presetID="42" presetClass="exit" presetSubtype="0" fill="hold" nodeType="clickEffect">
                                  <p:stCondLst>
                                    <p:cond delay="0"/>
                                  </p:stCondLst>
                                  <p:childTnLst>
                                    <p:animEffect transition="out" filter="fade">
                                      <p:cBhvr>
                                        <p:cTn id="117" dur="1000"/>
                                        <p:tgtEl>
                                          <p:spTgt spid="44"/>
                                        </p:tgtEl>
                                      </p:cBhvr>
                                    </p:animEffect>
                                    <p:anim calcmode="lin" valueType="num">
                                      <p:cBhvr>
                                        <p:cTn id="118" dur="1000"/>
                                        <p:tgtEl>
                                          <p:spTgt spid="44"/>
                                        </p:tgtEl>
                                        <p:attrNameLst>
                                          <p:attrName>ppt_x</p:attrName>
                                        </p:attrNameLst>
                                      </p:cBhvr>
                                      <p:tavLst>
                                        <p:tav tm="0">
                                          <p:val>
                                            <p:strVal val="ppt_x"/>
                                          </p:val>
                                        </p:tav>
                                        <p:tav tm="100000">
                                          <p:val>
                                            <p:strVal val="ppt_x"/>
                                          </p:val>
                                        </p:tav>
                                      </p:tavLst>
                                    </p:anim>
                                    <p:anim calcmode="lin" valueType="num">
                                      <p:cBhvr>
                                        <p:cTn id="119" dur="1000"/>
                                        <p:tgtEl>
                                          <p:spTgt spid="44"/>
                                        </p:tgtEl>
                                        <p:attrNameLst>
                                          <p:attrName>ppt_y</p:attrName>
                                        </p:attrNameLst>
                                      </p:cBhvr>
                                      <p:tavLst>
                                        <p:tav tm="0">
                                          <p:val>
                                            <p:strVal val="ppt_y"/>
                                          </p:val>
                                        </p:tav>
                                        <p:tav tm="100000">
                                          <p:val>
                                            <p:strVal val="ppt_y+.1"/>
                                          </p:val>
                                        </p:tav>
                                      </p:tavLst>
                                    </p:anim>
                                    <p:set>
                                      <p:cBhvr>
                                        <p:cTn id="120" dur="1" fill="hold">
                                          <p:stCondLst>
                                            <p:cond delay="999"/>
                                          </p:stCondLst>
                                        </p:cTn>
                                        <p:tgtEl>
                                          <p:spTgt spid="44"/>
                                        </p:tgtEl>
                                        <p:attrNameLst>
                                          <p:attrName>style.visibility</p:attrName>
                                        </p:attrNameLst>
                                      </p:cBhvr>
                                      <p:to>
                                        <p:strVal val="hidden"/>
                                      </p:to>
                                    </p:set>
                                  </p:childTnLst>
                                </p:cTn>
                              </p:par>
                              <p:par>
                                <p:cTn id="121" presetID="42" presetClass="exit" presetSubtype="0" fill="hold" nodeType="withEffect">
                                  <p:stCondLst>
                                    <p:cond delay="0"/>
                                  </p:stCondLst>
                                  <p:childTnLst>
                                    <p:animEffect transition="out" filter="fade">
                                      <p:cBhvr>
                                        <p:cTn id="122" dur="1000"/>
                                        <p:tgtEl>
                                          <p:spTgt spid="46"/>
                                        </p:tgtEl>
                                      </p:cBhvr>
                                    </p:animEffect>
                                    <p:anim calcmode="lin" valueType="num">
                                      <p:cBhvr>
                                        <p:cTn id="123" dur="1000"/>
                                        <p:tgtEl>
                                          <p:spTgt spid="46"/>
                                        </p:tgtEl>
                                        <p:attrNameLst>
                                          <p:attrName>ppt_x</p:attrName>
                                        </p:attrNameLst>
                                      </p:cBhvr>
                                      <p:tavLst>
                                        <p:tav tm="0">
                                          <p:val>
                                            <p:strVal val="ppt_x"/>
                                          </p:val>
                                        </p:tav>
                                        <p:tav tm="100000">
                                          <p:val>
                                            <p:strVal val="ppt_x"/>
                                          </p:val>
                                        </p:tav>
                                      </p:tavLst>
                                    </p:anim>
                                    <p:anim calcmode="lin" valueType="num">
                                      <p:cBhvr>
                                        <p:cTn id="124" dur="1000"/>
                                        <p:tgtEl>
                                          <p:spTgt spid="46"/>
                                        </p:tgtEl>
                                        <p:attrNameLst>
                                          <p:attrName>ppt_y</p:attrName>
                                        </p:attrNameLst>
                                      </p:cBhvr>
                                      <p:tavLst>
                                        <p:tav tm="0">
                                          <p:val>
                                            <p:strVal val="ppt_y"/>
                                          </p:val>
                                        </p:tav>
                                        <p:tav tm="100000">
                                          <p:val>
                                            <p:strVal val="ppt_y+.1"/>
                                          </p:val>
                                        </p:tav>
                                      </p:tavLst>
                                    </p:anim>
                                    <p:set>
                                      <p:cBhvr>
                                        <p:cTn id="125" dur="1" fill="hold">
                                          <p:stCondLst>
                                            <p:cond delay="999"/>
                                          </p:stCondLst>
                                        </p:cTn>
                                        <p:tgtEl>
                                          <p:spTgt spid="46"/>
                                        </p:tgtEl>
                                        <p:attrNameLst>
                                          <p:attrName>style.visibility</p:attrName>
                                        </p:attrNameLst>
                                      </p:cBhvr>
                                      <p:to>
                                        <p:strVal val="hidden"/>
                                      </p:to>
                                    </p:set>
                                  </p:childTnLst>
                                </p:cTn>
                              </p:par>
                              <p:par>
                                <p:cTn id="126" presetID="1" presetClass="entr" presetSubtype="0" fill="hold" nodeType="withEffect">
                                  <p:stCondLst>
                                    <p:cond delay="0"/>
                                  </p:stCondLst>
                                  <p:childTnLst>
                                    <p:set>
                                      <p:cBhvr>
                                        <p:cTn id="127" dur="1" fill="hold">
                                          <p:stCondLst>
                                            <p:cond delay="0"/>
                                          </p:stCondLst>
                                        </p:cTn>
                                        <p:tgtEl>
                                          <p:spTgt spid="81"/>
                                        </p:tgtEl>
                                        <p:attrNameLst>
                                          <p:attrName>style.visibility</p:attrName>
                                        </p:attrNameLst>
                                      </p:cBhvr>
                                      <p:to>
                                        <p:strVal val="visible"/>
                                      </p:to>
                                    </p:set>
                                  </p:childTnLst>
                                </p:cTn>
                              </p:par>
                              <p:par>
                                <p:cTn id="128" presetID="1" presetClass="entr" presetSubtype="0" fill="hold" nodeType="withEffect">
                                  <p:stCondLst>
                                    <p:cond delay="0"/>
                                  </p:stCondLst>
                                  <p:childTnLst>
                                    <p:set>
                                      <p:cBhvr>
                                        <p:cTn id="129" dur="1" fill="hold">
                                          <p:stCondLst>
                                            <p:cond delay="0"/>
                                          </p:stCondLst>
                                        </p:cTn>
                                        <p:tgtEl>
                                          <p:spTgt spid="82"/>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80"/>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83"/>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85"/>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0" grpId="0" animBg="1"/>
      <p:bldP spid="33" grpId="0" animBg="1"/>
      <p:bldP spid="34" grpId="0" animBg="1"/>
      <p:bldP spid="36" grpId="0" animBg="1"/>
      <p:bldP spid="38" grpId="0" animBg="1"/>
      <p:bldP spid="40" grpId="0" animBg="1"/>
      <p:bldP spid="41" grpId="0" animBg="1"/>
      <p:bldP spid="43" grpId="0" animBg="1"/>
      <p:bldP spid="45" grpId="0" animBg="1"/>
      <p:bldP spid="64" grpId="0" animBg="1"/>
      <p:bldP spid="65" grpId="0" animBg="1"/>
      <p:bldP spid="67" grpId="0" animBg="1"/>
      <p:bldP spid="69" grpId="0" animBg="1"/>
      <p:bldP spid="80" grpId="0"/>
      <p:bldP spid="83" grpId="0"/>
      <p:bldP spid="85" grpId="0"/>
      <p:bldP spid="8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23798-80E2-3A5A-5074-C743C81508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B8FDC-2E78-4782-ABF0-CEC3E352E2EF}"/>
              </a:ext>
            </a:extLst>
          </p:cNvPr>
          <p:cNvSpPr>
            <a:spLocks noGrp="1"/>
          </p:cNvSpPr>
          <p:nvPr>
            <p:ph type="title"/>
          </p:nvPr>
        </p:nvSpPr>
        <p:spPr/>
        <p:txBody>
          <a:bodyPr/>
          <a:lstStyle/>
          <a:p>
            <a:r>
              <a:rPr lang="en-US" dirty="0"/>
              <a:t>Remarks </a:t>
            </a:r>
          </a:p>
        </p:txBody>
      </p:sp>
      <mc:AlternateContent xmlns:mc="http://schemas.openxmlformats.org/markup-compatibility/2006" xmlns:a14="http://schemas.microsoft.com/office/drawing/2010/main">
        <mc:Choice Requires="a14">
          <p:sp>
            <p:nvSpPr>
              <p:cNvPr id="96" name="Content Placeholder 95">
                <a:extLst>
                  <a:ext uri="{FF2B5EF4-FFF2-40B4-BE49-F238E27FC236}">
                    <a16:creationId xmlns:a16="http://schemas.microsoft.com/office/drawing/2014/main" id="{525DFB6C-5BF1-7EDB-F22F-B7BE57CF2821}"/>
                  </a:ext>
                </a:extLst>
              </p:cNvPr>
              <p:cNvSpPr>
                <a:spLocks noGrp="1"/>
              </p:cNvSpPr>
              <p:nvPr>
                <p:ph idx="1"/>
              </p:nvPr>
            </p:nvSpPr>
            <p:spPr>
              <a:xfrm>
                <a:off x="131180" y="729000"/>
                <a:ext cx="11929641" cy="5760556"/>
              </a:xfrm>
            </p:spPr>
            <p:txBody>
              <a:bodyPr/>
              <a:lstStyle/>
              <a:p>
                <a:pPr>
                  <a:lnSpc>
                    <a:spcPct val="150000"/>
                  </a:lnSpc>
                </a:pPr>
                <a:r>
                  <a:rPr lang="en-IN" dirty="0"/>
                  <a:t>When n is even,</a:t>
                </a:r>
                <a14:m>
                  <m:oMath xmlns:m="http://schemas.openxmlformats.org/officeDocument/2006/math">
                    <m:sSub>
                      <m:sSubPr>
                        <m:ctrlPr>
                          <a:rPr lang="en-IN" i="1" dirty="0" err="1" smtClean="0">
                            <a:latin typeface="Cambria Math" panose="02040503050406030204" pitchFamily="18" charset="0"/>
                          </a:rPr>
                        </m:ctrlPr>
                      </m:sSubPr>
                      <m:e>
                        <m:r>
                          <a:rPr lang="en-IN" i="0" dirty="0" smtClean="0">
                            <a:latin typeface="Cambria Math" panose="02040503050406030204" pitchFamily="18" charset="0"/>
                          </a:rPr>
                          <m:t> </m:t>
                        </m:r>
                        <m:r>
                          <m:rPr>
                            <m:sty m:val="p"/>
                          </m:rPr>
                          <a:rPr lang="en-IN" i="0" dirty="0" err="1" smtClean="0">
                            <a:latin typeface="Cambria Math" panose="02040503050406030204" pitchFamily="18" charset="0"/>
                          </a:rPr>
                          <m:t>C</m:t>
                        </m:r>
                      </m:e>
                      <m:sub>
                        <m:r>
                          <m:rPr>
                            <m:sty m:val="p"/>
                          </m:rPr>
                          <a:rPr lang="en-IN" i="0" dirty="0" err="1" smtClean="0">
                            <a:latin typeface="Cambria Math" panose="02040503050406030204" pitchFamily="18" charset="0"/>
                          </a:rPr>
                          <m:t>n</m:t>
                        </m:r>
                      </m:sub>
                    </m:sSub>
                  </m:oMath>
                </a14:m>
                <a:r>
                  <a:rPr lang="en-IN" dirty="0"/>
                  <a:t> has exactly </a:t>
                </a:r>
                <a:r>
                  <a:rPr lang="en-IN" b="1" dirty="0"/>
                  <a:t>2</a:t>
                </a:r>
                <a:r>
                  <a:rPr lang="en-IN" dirty="0"/>
                  <a:t> distinct perfect matchings.</a:t>
                </a:r>
              </a:p>
              <a:p>
                <a:pPr>
                  <a:lnSpc>
                    <a:spcPct val="150000"/>
                  </a:lnSpc>
                </a:pPr>
                <a:r>
                  <a:rPr lang="en-IN" dirty="0"/>
                  <a:t>When n is even, the path has a </a:t>
                </a:r>
                <a:r>
                  <a:rPr lang="en-IN" b="1" dirty="0"/>
                  <a:t>unique</a:t>
                </a:r>
                <a:r>
                  <a:rPr lang="en-IN" dirty="0"/>
                  <a:t> perfect matching.</a:t>
                </a:r>
              </a:p>
              <a:p>
                <a:pPr>
                  <a:lnSpc>
                    <a:spcPct val="150000"/>
                  </a:lnSpc>
                </a:pPr>
                <a:r>
                  <a:rPr lang="en-IN" dirty="0"/>
                  <a:t>A star graph </a:t>
                </a:r>
                <a14:m>
                  <m:oMath xmlns:m="http://schemas.openxmlformats.org/officeDocument/2006/math">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K</m:t>
                        </m:r>
                      </m:e>
                      <m:sub>
                        <m:r>
                          <a:rPr lang="en-IN" b="0" i="0" smtClean="0">
                            <a:latin typeface="Cambria Math" panose="02040503050406030204" pitchFamily="18" charset="0"/>
                          </a:rPr>
                          <m:t>1,</m:t>
                        </m:r>
                        <m:r>
                          <m:rPr>
                            <m:sty m:val="p"/>
                          </m:rPr>
                          <a:rPr lang="en-IN" b="0" i="0" smtClean="0">
                            <a:latin typeface="Cambria Math" panose="02040503050406030204" pitchFamily="18" charset="0"/>
                          </a:rPr>
                          <m:t>n</m:t>
                        </m:r>
                      </m:sub>
                    </m:sSub>
                  </m:oMath>
                </a14:m>
                <a:r>
                  <a:rPr lang="en-IN" dirty="0"/>
                  <a:t> has a perfect matching </a:t>
                </a:r>
                <a:r>
                  <a:rPr lang="en-IN" b="1" dirty="0"/>
                  <a:t>if and only if n = 1</a:t>
                </a:r>
                <a:r>
                  <a:rPr lang="en-IN" dirty="0"/>
                  <a:t>.</a:t>
                </a:r>
              </a:p>
              <a:p>
                <a:pPr>
                  <a:lnSpc>
                    <a:spcPct val="150000"/>
                  </a:lnSpc>
                </a:pPr>
                <a:r>
                  <a:rPr lang="en-IN" dirty="0"/>
                  <a:t>A Perfect matching in </a:t>
                </a:r>
                <a14:m>
                  <m:oMath xmlns:m="http://schemas.openxmlformats.org/officeDocument/2006/math">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K</m:t>
                        </m:r>
                      </m:e>
                      <m:sub>
                        <m:r>
                          <m:rPr>
                            <m:sty m:val="p"/>
                          </m:rPr>
                          <a:rPr lang="en-IN" b="0" i="0" smtClean="0">
                            <a:latin typeface="Cambria Math" panose="02040503050406030204" pitchFamily="18" charset="0"/>
                          </a:rPr>
                          <m:t>n</m:t>
                        </m:r>
                        <m:r>
                          <a:rPr lang="en-IN" b="0" i="0" smtClean="0">
                            <a:latin typeface="Cambria Math" panose="02040503050406030204" pitchFamily="18" charset="0"/>
                          </a:rPr>
                          <m:t>,</m:t>
                        </m:r>
                        <m:r>
                          <m:rPr>
                            <m:sty m:val="p"/>
                          </m:rPr>
                          <a:rPr lang="en-IN" b="0" i="0" smtClean="0">
                            <a:latin typeface="Cambria Math" panose="02040503050406030204" pitchFamily="18" charset="0"/>
                          </a:rPr>
                          <m:t>n</m:t>
                        </m:r>
                      </m:sub>
                    </m:sSub>
                  </m:oMath>
                </a14:m>
                <a:r>
                  <a:rPr lang="en-US" dirty="0"/>
                  <a:t> is</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IN" b="0" i="0" dirty="0" smtClean="0">
                        <a:latin typeface="Cambria Math" panose="02040503050406030204" pitchFamily="18" charset="0"/>
                      </a:rPr>
                      <m:t>!</m:t>
                    </m:r>
                  </m:oMath>
                </a14:m>
                <a:r>
                  <a:rPr lang="en-US" dirty="0"/>
                  <a:t>.</a:t>
                </a:r>
              </a:p>
              <a:p>
                <a:pPr>
                  <a:lnSpc>
                    <a:spcPct val="150000"/>
                  </a:lnSpc>
                </a:pPr>
                <a:r>
                  <a:rPr lang="en-US" dirty="0"/>
                  <a:t>A </a:t>
                </a:r>
                <a:r>
                  <a:rPr lang="en-IN" dirty="0"/>
                  <a:t>Perfect matching in </a:t>
                </a:r>
                <a14:m>
                  <m:oMath xmlns:m="http://schemas.openxmlformats.org/officeDocument/2006/math">
                    <m:sSub>
                      <m:sSubPr>
                        <m:ctrlPr>
                          <a:rPr lang="en-IN" i="1">
                            <a:latin typeface="Cambria Math" panose="02040503050406030204" pitchFamily="18" charset="0"/>
                          </a:rPr>
                        </m:ctrlPr>
                      </m:sSubPr>
                      <m:e>
                        <m:r>
                          <m:rPr>
                            <m:sty m:val="p"/>
                          </m:rPr>
                          <a:rPr lang="en-IN">
                            <a:latin typeface="Cambria Math" panose="02040503050406030204" pitchFamily="18" charset="0"/>
                          </a:rPr>
                          <m:t>K</m:t>
                        </m:r>
                      </m:e>
                      <m:sub>
                        <m:r>
                          <m:rPr>
                            <m:sty m:val="p"/>
                          </m:rPr>
                          <a:rPr lang="en-IN">
                            <a:latin typeface="Cambria Math" panose="02040503050406030204" pitchFamily="18" charset="0"/>
                          </a:rPr>
                          <m:t>n</m:t>
                        </m:r>
                      </m:sub>
                    </m:sSub>
                  </m:oMath>
                </a14:m>
                <a:r>
                  <a:rPr lang="en-US" dirty="0"/>
                  <a:t> is</a:t>
                </a:r>
                <a14:m>
                  <m:oMath xmlns:m="http://schemas.openxmlformats.org/officeDocument/2006/math">
                    <m:r>
                      <a:rPr lang="en-IN" b="0" i="0" dirty="0" smtClean="0">
                        <a:latin typeface="Cambria Math" panose="02040503050406030204" pitchFamily="18" charset="0"/>
                      </a:rPr>
                      <m:t> </m:t>
                    </m:r>
                    <m:f>
                      <m:fPr>
                        <m:ctrlPr>
                          <a:rPr lang="en-US" i="1" dirty="0" smtClean="0">
                            <a:latin typeface="Cambria Math" panose="02040503050406030204" pitchFamily="18" charset="0"/>
                          </a:rPr>
                        </m:ctrlPr>
                      </m:fPr>
                      <m:num>
                        <m:d>
                          <m:dPr>
                            <m:ctrlPr>
                              <a:rPr lang="en-US" i="1" dirty="0" smtClean="0">
                                <a:latin typeface="Cambria Math" panose="02040503050406030204" pitchFamily="18" charset="0"/>
                              </a:rPr>
                            </m:ctrlPr>
                          </m:dPr>
                          <m:e>
                            <m:r>
                              <a:rPr lang="en-US" i="0" dirty="0" smtClean="0">
                                <a:latin typeface="Cambria Math" panose="02040503050406030204" pitchFamily="18" charset="0"/>
                              </a:rPr>
                              <m:t>2</m:t>
                            </m:r>
                            <m:r>
                              <m:rPr>
                                <m:sty m:val="p"/>
                              </m:rPr>
                              <a:rPr lang="en-US" i="0" dirty="0" smtClean="0">
                                <a:latin typeface="Cambria Math" panose="02040503050406030204" pitchFamily="18" charset="0"/>
                              </a:rPr>
                              <m:t>n</m:t>
                            </m:r>
                          </m:e>
                        </m:d>
                        <m:r>
                          <a:rPr lang="en-US" i="0" dirty="0" smtClean="0">
                            <a:latin typeface="Cambria Math" panose="02040503050406030204" pitchFamily="18" charset="0"/>
                          </a:rPr>
                          <m:t>!</m:t>
                        </m:r>
                      </m:num>
                      <m:den>
                        <m:d>
                          <m:dPr>
                            <m:ctrlPr>
                              <a:rPr lang="en-IN" b="0" i="1" dirty="0" smtClean="0">
                                <a:latin typeface="Cambria Math" panose="02040503050406030204" pitchFamily="18" charset="0"/>
                              </a:rPr>
                            </m:ctrlPr>
                          </m:dPr>
                          <m:e>
                            <m:sSup>
                              <m:sSupPr>
                                <m:ctrlPr>
                                  <a:rPr lang="en-US" i="1" dirty="0">
                                    <a:latin typeface="Cambria Math" panose="02040503050406030204" pitchFamily="18" charset="0"/>
                                  </a:rPr>
                                </m:ctrlPr>
                              </m:sSupPr>
                              <m:e>
                                <m:r>
                                  <a:rPr lang="en-US" dirty="0">
                                    <a:latin typeface="Cambria Math" panose="02040503050406030204" pitchFamily="18" charset="0"/>
                                  </a:rPr>
                                  <m:t>2</m:t>
                                </m:r>
                              </m:e>
                              <m:sup>
                                <m:r>
                                  <m:rPr>
                                    <m:sty m:val="p"/>
                                  </m:rPr>
                                  <a:rPr lang="en-US" dirty="0">
                                    <a:latin typeface="Cambria Math" panose="02040503050406030204" pitchFamily="18" charset="0"/>
                                  </a:rPr>
                                  <m:t>n</m:t>
                                </m:r>
                              </m:sup>
                            </m:sSup>
                            <m:r>
                              <m:rPr>
                                <m:sty m:val="p"/>
                              </m:rPr>
                              <a:rPr lang="en-IN" dirty="0">
                                <a:latin typeface="Cambria Math" panose="02040503050406030204" pitchFamily="18" charset="0"/>
                              </a:rPr>
                              <m:t>n</m:t>
                            </m:r>
                            <m:r>
                              <a:rPr lang="en-IN" dirty="0">
                                <a:latin typeface="Cambria Math" panose="02040503050406030204" pitchFamily="18" charset="0"/>
                              </a:rPr>
                              <m:t>!</m:t>
                            </m:r>
                          </m:e>
                        </m:d>
                      </m:den>
                    </m:f>
                  </m:oMath>
                </a14:m>
                <a:r>
                  <a:rPr lang="en-US" dirty="0"/>
                  <a:t>.</a:t>
                </a:r>
              </a:p>
              <a:p>
                <a:pPr>
                  <a:lnSpc>
                    <a:spcPct val="150000"/>
                  </a:lnSpc>
                </a:pPr>
                <a:r>
                  <a:rPr lang="en-US" dirty="0"/>
                  <a:t>Every tree has at most one perfect matching.</a:t>
                </a:r>
              </a:p>
              <a:p>
                <a:pPr>
                  <a:lnSpc>
                    <a:spcPct val="150000"/>
                  </a:lnSpc>
                </a:pPr>
                <a:r>
                  <a:rPr lang="en-US" dirty="0"/>
                  <a:t>Every r-regular bipartite graph</a:t>
                </a:r>
                <a14:m>
                  <m:oMath xmlns:m="http://schemas.openxmlformats.org/officeDocument/2006/math">
                    <m:r>
                      <a:rPr lang="en-US" i="1" dirty="0" smtClean="0">
                        <a:latin typeface="Cambria Math" panose="02040503050406030204" pitchFamily="18" charset="0"/>
                      </a:rPr>
                      <m:t> </m:t>
                    </m:r>
                    <m:d>
                      <m:dPr>
                        <m:ctrlPr>
                          <a:rPr lang="en-US" i="1" dirty="0" smtClean="0">
                            <a:latin typeface="Cambria Math" panose="02040503050406030204" pitchFamily="18" charset="0"/>
                          </a:rPr>
                        </m:ctrlPr>
                      </m:dPr>
                      <m:e>
                        <m:r>
                          <m:rPr>
                            <m:sty m:val="p"/>
                          </m:rPr>
                          <a:rPr lang="en-US" dirty="0">
                            <a:latin typeface="Cambria Math" panose="02040503050406030204" pitchFamily="18" charset="0"/>
                          </a:rPr>
                          <m:t>r</m:t>
                        </m:r>
                        <m:r>
                          <a:rPr lang="en-US" dirty="0">
                            <a:latin typeface="Cambria Math" panose="02040503050406030204" pitchFamily="18" charset="0"/>
                          </a:rPr>
                          <m:t>≥1</m:t>
                        </m:r>
                      </m:e>
                    </m:d>
                    <m:r>
                      <a:rPr lang="en-US" i="1" dirty="0" smtClean="0">
                        <a:latin typeface="Cambria Math" panose="02040503050406030204" pitchFamily="18" charset="0"/>
                      </a:rPr>
                      <m:t> </m:t>
                    </m:r>
                  </m:oMath>
                </a14:m>
                <a:r>
                  <a:rPr lang="en-US" dirty="0"/>
                  <a:t>has a perfect matching.</a:t>
                </a:r>
              </a:p>
              <a:p>
                <a:endParaRPr lang="en-US" dirty="0"/>
              </a:p>
              <a:p>
                <a:endParaRPr lang="en-US" dirty="0"/>
              </a:p>
            </p:txBody>
          </p:sp>
        </mc:Choice>
        <mc:Fallback xmlns="">
          <p:sp>
            <p:nvSpPr>
              <p:cNvPr id="96" name="Content Placeholder 95">
                <a:extLst>
                  <a:ext uri="{FF2B5EF4-FFF2-40B4-BE49-F238E27FC236}">
                    <a16:creationId xmlns:a16="http://schemas.microsoft.com/office/drawing/2014/main" id="{525DFB6C-5BF1-7EDB-F22F-B7BE57CF2821}"/>
                  </a:ext>
                </a:extLst>
              </p:cNvPr>
              <p:cNvSpPr>
                <a:spLocks noGrp="1" noRot="1" noChangeAspect="1" noMove="1" noResize="1" noEditPoints="1" noAdjustHandles="1" noChangeArrowheads="1" noChangeShapeType="1" noTextEdit="1"/>
              </p:cNvSpPr>
              <p:nvPr>
                <p:ph idx="1"/>
              </p:nvPr>
            </p:nvSpPr>
            <p:spPr>
              <a:xfrm>
                <a:off x="131180" y="729000"/>
                <a:ext cx="11929641" cy="5760556"/>
              </a:xfrm>
              <a:blipFill>
                <a:blip r:embed="rId3"/>
                <a:stretch>
                  <a:fillRect l="-971" b="-3280"/>
                </a:stretch>
              </a:blipFill>
            </p:spPr>
            <p:txBody>
              <a:bodyPr/>
              <a:lstStyle/>
              <a:p>
                <a:r>
                  <a:rPr lang="en-IN">
                    <a:noFill/>
                  </a:rPr>
                  <a:t> </a:t>
                </a:r>
              </a:p>
            </p:txBody>
          </p:sp>
        </mc:Fallback>
      </mc:AlternateContent>
      <p:pic>
        <p:nvPicPr>
          <p:cNvPr id="3" name="Picture 2">
            <a:extLst>
              <a:ext uri="{FF2B5EF4-FFF2-40B4-BE49-F238E27FC236}">
                <a16:creationId xmlns:a16="http://schemas.microsoft.com/office/drawing/2014/main" id="{FDFC39F5-4008-63B1-298C-A5007117A249}"/>
              </a:ext>
            </a:extLst>
          </p:cNvPr>
          <p:cNvPicPr>
            <a:picLocks noChangeAspect="1"/>
          </p:cNvPicPr>
          <p:nvPr/>
        </p:nvPicPr>
        <p:blipFill>
          <a:blip r:embed="rId4"/>
          <a:stretch>
            <a:fillRect/>
          </a:stretch>
        </p:blipFill>
        <p:spPr>
          <a:xfrm>
            <a:off x="5909809" y="3427866"/>
            <a:ext cx="9525" cy="9525"/>
          </a:xfrm>
          <a:prstGeom prst="rect">
            <a:avLst/>
          </a:prstGeom>
        </p:spPr>
      </p:pic>
      <p:pic>
        <p:nvPicPr>
          <p:cNvPr id="7" name="Picture 6">
            <a:extLst>
              <a:ext uri="{FF2B5EF4-FFF2-40B4-BE49-F238E27FC236}">
                <a16:creationId xmlns:a16="http://schemas.microsoft.com/office/drawing/2014/main" id="{1E4996C7-A8B8-D7EB-3249-6223FB7ED0EF}"/>
              </a:ext>
            </a:extLst>
          </p:cNvPr>
          <p:cNvPicPr>
            <a:picLocks noChangeAspect="1"/>
          </p:cNvPicPr>
          <p:nvPr/>
        </p:nvPicPr>
        <p:blipFill>
          <a:blip r:embed="rId4"/>
          <a:stretch>
            <a:fillRect/>
          </a:stretch>
        </p:blipFill>
        <p:spPr>
          <a:xfrm>
            <a:off x="5909809" y="3427866"/>
            <a:ext cx="9525" cy="9525"/>
          </a:xfrm>
          <a:prstGeom prst="rect">
            <a:avLst/>
          </a:prstGeom>
        </p:spPr>
      </p:pic>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5FAC8491-9A12-65BC-627D-CF4357BA8CE8}"/>
                  </a:ext>
                </a:extLst>
              </p14:cNvPr>
              <p14:cNvContentPartPr/>
              <p14:nvPr/>
            </p14:nvContentPartPr>
            <p14:xfrm>
              <a:off x="6282720" y="4601160"/>
              <a:ext cx="21600" cy="9720"/>
            </p14:xfrm>
          </p:contentPart>
        </mc:Choice>
        <mc:Fallback xmlns="">
          <p:pic>
            <p:nvPicPr>
              <p:cNvPr id="12" name="Ink 11">
                <a:extLst>
                  <a:ext uri="{FF2B5EF4-FFF2-40B4-BE49-F238E27FC236}">
                    <a16:creationId xmlns:a16="http://schemas.microsoft.com/office/drawing/2014/main" id="{5FAC8491-9A12-65BC-627D-CF4357BA8CE8}"/>
                  </a:ext>
                </a:extLst>
              </p:cNvPr>
              <p:cNvPicPr/>
              <p:nvPr/>
            </p:nvPicPr>
            <p:blipFill>
              <a:blip r:embed="rId6"/>
              <a:stretch>
                <a:fillRect/>
              </a:stretch>
            </p:blipFill>
            <p:spPr>
              <a:xfrm>
                <a:off x="6273360" y="4591800"/>
                <a:ext cx="40320" cy="28440"/>
              </a:xfrm>
              <a:prstGeom prst="rect">
                <a:avLst/>
              </a:prstGeom>
            </p:spPr>
          </p:pic>
        </mc:Fallback>
      </mc:AlternateContent>
    </p:spTree>
    <p:extLst>
      <p:ext uri="{BB962C8B-B14F-4D97-AF65-F5344CB8AC3E}">
        <p14:creationId xmlns:p14="http://schemas.microsoft.com/office/powerpoint/2010/main" val="221657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Real-Life Situation</a:t>
            </a:r>
          </a:p>
        </p:txBody>
      </p:sp>
      <p:sp>
        <p:nvSpPr>
          <p:cNvPr id="4" name="Content Placeholder 3"/>
          <p:cNvSpPr>
            <a:spLocks noGrp="1"/>
          </p:cNvSpPr>
          <p:nvPr>
            <p:ph idx="1"/>
          </p:nvPr>
        </p:nvSpPr>
        <p:spPr/>
        <p:txBody>
          <a:bodyPr/>
          <a:lstStyle/>
          <a:p>
            <a:r>
              <a:rPr lang="en-US" dirty="0"/>
              <a:t>A department has: </a:t>
            </a:r>
          </a:p>
          <a:p>
            <a:pPr lvl="1"/>
            <a:r>
              <a:rPr lang="en-US" dirty="0"/>
              <a:t>12 mathematics books </a:t>
            </a:r>
          </a:p>
          <a:p>
            <a:pPr lvl="1"/>
            <a:r>
              <a:rPr lang="en-US" dirty="0"/>
              <a:t>10 successful students</a:t>
            </a:r>
          </a:p>
          <a:p>
            <a:r>
              <a:rPr lang="en-US" dirty="0"/>
              <a:t>Each student should receive:</a:t>
            </a:r>
          </a:p>
          <a:p>
            <a:pPr lvl="1"/>
            <a:r>
              <a:rPr lang="en-US" dirty="0"/>
              <a:t>exactly one book </a:t>
            </a:r>
          </a:p>
          <a:p>
            <a:r>
              <a:rPr lang="en-US" dirty="0"/>
              <a:t>However: </a:t>
            </a:r>
          </a:p>
          <a:p>
            <a:pPr lvl="1"/>
            <a:r>
              <a:rPr lang="en-US" dirty="0"/>
              <a:t>some students already own certain books.</a:t>
            </a:r>
          </a:p>
          <a:p>
            <a:pPr lvl="1"/>
            <a:r>
              <a:rPr lang="en-US" dirty="0"/>
              <a:t>some books are not useful for certain students.</a:t>
            </a:r>
          </a:p>
          <a:p>
            <a:r>
              <a:rPr lang="en-US" dirty="0"/>
              <a:t>Thus, not every student is interested in every book.</a:t>
            </a:r>
          </a:p>
          <a:p>
            <a:endParaRPr lang="en-US" dirty="0"/>
          </a:p>
        </p:txBody>
      </p:sp>
    </p:spTree>
    <p:extLst>
      <p:ext uri="{BB962C8B-B14F-4D97-AF65-F5344CB8AC3E}">
        <p14:creationId xmlns:p14="http://schemas.microsoft.com/office/powerpoint/2010/main" val="3994771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Real-Life Situation</a:t>
            </a:r>
          </a:p>
        </p:txBody>
      </p:sp>
      <p:sp>
        <p:nvSpPr>
          <p:cNvPr id="3" name="Content Placeholder 2"/>
          <p:cNvSpPr>
            <a:spLocks noGrp="1"/>
          </p:cNvSpPr>
          <p:nvPr>
            <p:ph idx="1"/>
          </p:nvPr>
        </p:nvSpPr>
        <p:spPr>
          <a:xfrm>
            <a:off x="131180" y="729000"/>
            <a:ext cx="11929641" cy="5590565"/>
          </a:xfrm>
        </p:spPr>
        <p:txBody>
          <a:bodyPr/>
          <a:lstStyle/>
          <a:p>
            <a:pPr>
              <a:lnSpc>
                <a:spcPct val="100000"/>
              </a:lnSpc>
            </a:pPr>
            <a:r>
              <a:rPr lang="en-US" dirty="0"/>
              <a:t>Can the books be distributed so that:</a:t>
            </a:r>
          </a:p>
          <a:p>
            <a:pPr lvl="1">
              <a:lnSpc>
                <a:spcPct val="100000"/>
              </a:lnSpc>
            </a:pPr>
            <a:r>
              <a:rPr lang="en-US" dirty="0"/>
              <a:t>Every student receives exactly one book.</a:t>
            </a:r>
          </a:p>
          <a:p>
            <a:pPr lvl="1">
              <a:lnSpc>
                <a:spcPct val="100000"/>
              </a:lnSpc>
            </a:pPr>
            <a:r>
              <a:rPr lang="en-US" dirty="0"/>
              <a:t>Each student gets a desired book.</a:t>
            </a:r>
          </a:p>
          <a:p>
            <a:pPr lvl="1">
              <a:lnSpc>
                <a:spcPct val="100000"/>
              </a:lnSpc>
            </a:pPr>
            <a:r>
              <a:rPr lang="en-US" dirty="0"/>
              <a:t>No book is assigned to more than one student.</a:t>
            </a:r>
          </a:p>
          <a:p>
            <a:pPr>
              <a:lnSpc>
                <a:spcPct val="100000"/>
              </a:lnSpc>
            </a:pPr>
            <a:r>
              <a:rPr lang="en-US" dirty="0"/>
              <a:t>Even though there are more books than students:</a:t>
            </a:r>
          </a:p>
          <a:p>
            <a:pPr lvl="1">
              <a:lnSpc>
                <a:spcPct val="100000"/>
              </a:lnSpc>
            </a:pPr>
            <a:r>
              <a:rPr lang="en-US" dirty="0"/>
              <a:t>some books may not be wanted by anyone </a:t>
            </a:r>
          </a:p>
          <a:p>
            <a:pPr lvl="1">
              <a:lnSpc>
                <a:spcPct val="100000"/>
              </a:lnSpc>
            </a:pPr>
            <a:r>
              <a:rPr lang="en-US" dirty="0"/>
              <a:t>several students may want the same set of books </a:t>
            </a:r>
          </a:p>
          <a:p>
            <a:pPr lvl="1">
              <a:lnSpc>
                <a:spcPct val="100000"/>
              </a:lnSpc>
            </a:pPr>
            <a:r>
              <a:rPr lang="en-US" dirty="0"/>
              <a:t>Hence, a complete assignment may still be impossible.</a:t>
            </a:r>
          </a:p>
          <a:p>
            <a:pPr marL="457200" lvl="1" indent="0">
              <a:buNone/>
            </a:pPr>
            <a:endParaRPr lang="en-US" dirty="0"/>
          </a:p>
        </p:txBody>
      </p:sp>
    </p:spTree>
    <p:extLst>
      <p:ext uri="{BB962C8B-B14F-4D97-AF65-F5344CB8AC3E}">
        <p14:creationId xmlns:p14="http://schemas.microsoft.com/office/powerpoint/2010/main" val="39753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cxnSp>
        <p:nvCxnSpPr>
          <p:cNvPr id="56" name="Straight Connector 55">
            <a:extLst>
              <a:ext uri="{FF2B5EF4-FFF2-40B4-BE49-F238E27FC236}">
                <a16:creationId xmlns:a16="http://schemas.microsoft.com/office/drawing/2014/main" id="{6205DD86-315C-53B6-CEEF-A9919650168E}"/>
              </a:ext>
            </a:extLst>
          </p:cNvPr>
          <p:cNvCxnSpPr>
            <a:cxnSpLocks/>
            <a:stCxn id="4" idx="6"/>
            <a:endCxn id="33" idx="2"/>
          </p:cNvCxnSpPr>
          <p:nvPr/>
        </p:nvCxnSpPr>
        <p:spPr>
          <a:xfrm flipH="1">
            <a:off x="3126606" y="4509063"/>
            <a:ext cx="89175" cy="8650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205DD86-315C-53B6-CEEF-A9919650168E}"/>
              </a:ext>
            </a:extLst>
          </p:cNvPr>
          <p:cNvCxnSpPr>
            <a:cxnSpLocks/>
            <a:stCxn id="4" idx="6"/>
            <a:endCxn id="34" idx="3"/>
          </p:cNvCxnSpPr>
          <p:nvPr/>
        </p:nvCxnSpPr>
        <p:spPr>
          <a:xfrm>
            <a:off x="3215781" y="4509063"/>
            <a:ext cx="597805" cy="88616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4" idx="6"/>
            <a:endCxn id="36" idx="3"/>
          </p:cNvCxnSpPr>
          <p:nvPr/>
        </p:nvCxnSpPr>
        <p:spPr>
          <a:xfrm>
            <a:off x="3215781" y="4509063"/>
            <a:ext cx="2032443" cy="88616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4" idx="7"/>
            <a:endCxn id="38" idx="3"/>
          </p:cNvCxnSpPr>
          <p:nvPr/>
        </p:nvCxnSpPr>
        <p:spPr>
          <a:xfrm>
            <a:off x="3266693" y="4487975"/>
            <a:ext cx="3451235" cy="9072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This situation can be modeled by a graph</a:t>
            </a:r>
          </a:p>
        </p:txBody>
      </p:sp>
      <p:sp>
        <p:nvSpPr>
          <p:cNvPr id="3" name="Content Placeholder 2"/>
          <p:cNvSpPr>
            <a:spLocks noGrp="1"/>
          </p:cNvSpPr>
          <p:nvPr>
            <p:ph idx="1"/>
          </p:nvPr>
        </p:nvSpPr>
        <p:spPr>
          <a:xfrm>
            <a:off x="131180" y="863445"/>
            <a:ext cx="11929641" cy="2652488"/>
          </a:xfrm>
        </p:spPr>
        <p:txBody>
          <a:bodyPr/>
          <a:lstStyle/>
          <a:p>
            <a:pPr>
              <a:lnSpc>
                <a:spcPct val="100000"/>
              </a:lnSpc>
            </a:pPr>
            <a:r>
              <a:rPr lang="en-US" dirty="0"/>
              <a:t>Students and books are represented as vertices, say S1, S2, …, S10 and the books, say B1, B2, …, B12.</a:t>
            </a:r>
          </a:p>
          <a:p>
            <a:pPr>
              <a:lnSpc>
                <a:spcPct val="100000"/>
              </a:lnSpc>
            </a:pPr>
            <a:r>
              <a:rPr lang="en-US" dirty="0"/>
              <a:t>Let U = {S1, S2, …, S10} be the set of students and W = {B1, B2, …, B12} be the set of books. </a:t>
            </a:r>
          </a:p>
          <a:p>
            <a:r>
              <a:rPr lang="en-US" dirty="0"/>
              <a:t>Thus, the graph G is a Bipartite Graph shown in Figure.</a:t>
            </a:r>
          </a:p>
        </p:txBody>
      </p:sp>
      <p:sp>
        <p:nvSpPr>
          <p:cNvPr id="4" name="Oval 3">
            <a:extLst>
              <a:ext uri="{FF2B5EF4-FFF2-40B4-BE49-F238E27FC236}">
                <a16:creationId xmlns:a16="http://schemas.microsoft.com/office/drawing/2014/main" id="{BDD11F87-DA81-9510-C1CB-0AF4093562CB}"/>
              </a:ext>
            </a:extLst>
          </p:cNvPr>
          <p:cNvSpPr/>
          <p:nvPr/>
        </p:nvSpPr>
        <p:spPr>
          <a:xfrm rot="5400000">
            <a:off x="3143781" y="4365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 name="Oval 4">
            <a:extLst>
              <a:ext uri="{FF2B5EF4-FFF2-40B4-BE49-F238E27FC236}">
                <a16:creationId xmlns:a16="http://schemas.microsoft.com/office/drawing/2014/main" id="{BDD11F87-DA81-9510-C1CB-0AF4093562CB}"/>
              </a:ext>
            </a:extLst>
          </p:cNvPr>
          <p:cNvSpPr/>
          <p:nvPr/>
        </p:nvSpPr>
        <p:spPr>
          <a:xfrm rot="5400000">
            <a:off x="3845076" y="4365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4582968" y="4365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BDD11F87-DA81-9510-C1CB-0AF4093562CB}"/>
              </a:ext>
            </a:extLst>
          </p:cNvPr>
          <p:cNvSpPr/>
          <p:nvPr/>
        </p:nvSpPr>
        <p:spPr>
          <a:xfrm rot="5400000">
            <a:off x="5320860" y="4365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6017606" y="4365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6788458" y="4365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 name="Oval 15">
            <a:extLst>
              <a:ext uri="{FF2B5EF4-FFF2-40B4-BE49-F238E27FC236}">
                <a16:creationId xmlns:a16="http://schemas.microsoft.com/office/drawing/2014/main" id="{BDD11F87-DA81-9510-C1CB-0AF4093562CB}"/>
              </a:ext>
            </a:extLst>
          </p:cNvPr>
          <p:cNvSpPr/>
          <p:nvPr/>
        </p:nvSpPr>
        <p:spPr>
          <a:xfrm rot="5400000">
            <a:off x="7487310" y="4365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BDD11F87-DA81-9510-C1CB-0AF4093562CB}"/>
              </a:ext>
            </a:extLst>
          </p:cNvPr>
          <p:cNvSpPr/>
          <p:nvPr/>
        </p:nvSpPr>
        <p:spPr>
          <a:xfrm rot="5400000">
            <a:off x="8202285" y="4365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 name="Oval 17">
            <a:extLst>
              <a:ext uri="{FF2B5EF4-FFF2-40B4-BE49-F238E27FC236}">
                <a16:creationId xmlns:a16="http://schemas.microsoft.com/office/drawing/2014/main" id="{BDD11F87-DA81-9510-C1CB-0AF4093562CB}"/>
              </a:ext>
            </a:extLst>
          </p:cNvPr>
          <p:cNvSpPr/>
          <p:nvPr/>
        </p:nvSpPr>
        <p:spPr>
          <a:xfrm rot="5400000">
            <a:off x="8923740" y="4365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9573194" y="4365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 name="Rectangle 21"/>
          <p:cNvSpPr/>
          <p:nvPr/>
        </p:nvSpPr>
        <p:spPr>
          <a:xfrm>
            <a:off x="2966665" y="3892755"/>
            <a:ext cx="548548" cy="523220"/>
          </a:xfrm>
          <a:prstGeom prst="rect">
            <a:avLst/>
          </a:prstGeom>
        </p:spPr>
        <p:txBody>
          <a:bodyPr wrap="none">
            <a:spAutoFit/>
          </a:bodyPr>
          <a:lstStyle/>
          <a:p>
            <a:r>
              <a:rPr lang="en-US" sz="2800" dirty="0">
                <a:solidFill>
                  <a:srgbClr val="002060"/>
                </a:solidFill>
              </a:rPr>
              <a:t>S1</a:t>
            </a:r>
          </a:p>
        </p:txBody>
      </p:sp>
      <p:sp>
        <p:nvSpPr>
          <p:cNvPr id="23" name="Rectangle 22"/>
          <p:cNvSpPr/>
          <p:nvPr/>
        </p:nvSpPr>
        <p:spPr>
          <a:xfrm>
            <a:off x="3642802" y="3885099"/>
            <a:ext cx="548548" cy="523220"/>
          </a:xfrm>
          <a:prstGeom prst="rect">
            <a:avLst/>
          </a:prstGeom>
        </p:spPr>
        <p:txBody>
          <a:bodyPr wrap="none">
            <a:spAutoFit/>
          </a:bodyPr>
          <a:lstStyle/>
          <a:p>
            <a:r>
              <a:rPr lang="en-US" sz="2800" dirty="0">
                <a:solidFill>
                  <a:srgbClr val="002060"/>
                </a:solidFill>
              </a:rPr>
              <a:t>S2</a:t>
            </a:r>
          </a:p>
        </p:txBody>
      </p:sp>
      <p:sp>
        <p:nvSpPr>
          <p:cNvPr id="24" name="Rectangle 23"/>
          <p:cNvSpPr/>
          <p:nvPr/>
        </p:nvSpPr>
        <p:spPr>
          <a:xfrm>
            <a:off x="4380694" y="3885099"/>
            <a:ext cx="548548" cy="523220"/>
          </a:xfrm>
          <a:prstGeom prst="rect">
            <a:avLst/>
          </a:prstGeom>
        </p:spPr>
        <p:txBody>
          <a:bodyPr wrap="none">
            <a:spAutoFit/>
          </a:bodyPr>
          <a:lstStyle/>
          <a:p>
            <a:r>
              <a:rPr lang="en-US" sz="2800" dirty="0">
                <a:solidFill>
                  <a:srgbClr val="002060"/>
                </a:solidFill>
              </a:rPr>
              <a:t>S3</a:t>
            </a:r>
          </a:p>
        </p:txBody>
      </p:sp>
      <p:sp>
        <p:nvSpPr>
          <p:cNvPr id="25" name="Rectangle 24"/>
          <p:cNvSpPr/>
          <p:nvPr/>
        </p:nvSpPr>
        <p:spPr>
          <a:xfrm>
            <a:off x="5135378" y="3885099"/>
            <a:ext cx="548548" cy="523220"/>
          </a:xfrm>
          <a:prstGeom prst="rect">
            <a:avLst/>
          </a:prstGeom>
        </p:spPr>
        <p:txBody>
          <a:bodyPr wrap="none">
            <a:spAutoFit/>
          </a:bodyPr>
          <a:lstStyle/>
          <a:p>
            <a:r>
              <a:rPr lang="en-US" sz="2800" dirty="0">
                <a:solidFill>
                  <a:srgbClr val="002060"/>
                </a:solidFill>
              </a:rPr>
              <a:t>S4</a:t>
            </a:r>
          </a:p>
        </p:txBody>
      </p:sp>
      <p:sp>
        <p:nvSpPr>
          <p:cNvPr id="26" name="Rectangle 25"/>
          <p:cNvSpPr/>
          <p:nvPr/>
        </p:nvSpPr>
        <p:spPr>
          <a:xfrm>
            <a:off x="5808867" y="3885099"/>
            <a:ext cx="548548" cy="523220"/>
          </a:xfrm>
          <a:prstGeom prst="rect">
            <a:avLst/>
          </a:prstGeom>
        </p:spPr>
        <p:txBody>
          <a:bodyPr wrap="none">
            <a:spAutoFit/>
          </a:bodyPr>
          <a:lstStyle/>
          <a:p>
            <a:r>
              <a:rPr lang="en-US" sz="2800" dirty="0">
                <a:solidFill>
                  <a:srgbClr val="002060"/>
                </a:solidFill>
              </a:rPr>
              <a:t>S5</a:t>
            </a:r>
          </a:p>
        </p:txBody>
      </p:sp>
      <p:sp>
        <p:nvSpPr>
          <p:cNvPr id="27" name="Rectangle 26"/>
          <p:cNvSpPr/>
          <p:nvPr/>
        </p:nvSpPr>
        <p:spPr>
          <a:xfrm>
            <a:off x="7273225" y="3885099"/>
            <a:ext cx="548548" cy="523220"/>
          </a:xfrm>
          <a:prstGeom prst="rect">
            <a:avLst/>
          </a:prstGeom>
        </p:spPr>
        <p:txBody>
          <a:bodyPr wrap="none">
            <a:spAutoFit/>
          </a:bodyPr>
          <a:lstStyle/>
          <a:p>
            <a:r>
              <a:rPr lang="en-US" sz="2800" dirty="0">
                <a:solidFill>
                  <a:srgbClr val="002060"/>
                </a:solidFill>
              </a:rPr>
              <a:t>S7</a:t>
            </a:r>
          </a:p>
        </p:txBody>
      </p:sp>
      <p:sp>
        <p:nvSpPr>
          <p:cNvPr id="28" name="Rectangle 27"/>
          <p:cNvSpPr/>
          <p:nvPr/>
        </p:nvSpPr>
        <p:spPr>
          <a:xfrm>
            <a:off x="7989808" y="3891356"/>
            <a:ext cx="548548" cy="523220"/>
          </a:xfrm>
          <a:prstGeom prst="rect">
            <a:avLst/>
          </a:prstGeom>
        </p:spPr>
        <p:txBody>
          <a:bodyPr wrap="none">
            <a:spAutoFit/>
          </a:bodyPr>
          <a:lstStyle/>
          <a:p>
            <a:r>
              <a:rPr lang="en-US" sz="2800" dirty="0">
                <a:solidFill>
                  <a:srgbClr val="002060"/>
                </a:solidFill>
              </a:rPr>
              <a:t>S8</a:t>
            </a:r>
          </a:p>
        </p:txBody>
      </p:sp>
      <p:sp>
        <p:nvSpPr>
          <p:cNvPr id="29" name="Rectangle 28"/>
          <p:cNvSpPr/>
          <p:nvPr/>
        </p:nvSpPr>
        <p:spPr>
          <a:xfrm>
            <a:off x="8745501" y="3885099"/>
            <a:ext cx="548548" cy="523220"/>
          </a:xfrm>
          <a:prstGeom prst="rect">
            <a:avLst/>
          </a:prstGeom>
        </p:spPr>
        <p:txBody>
          <a:bodyPr wrap="none">
            <a:spAutoFit/>
          </a:bodyPr>
          <a:lstStyle/>
          <a:p>
            <a:r>
              <a:rPr lang="en-US" sz="2800" dirty="0">
                <a:solidFill>
                  <a:srgbClr val="002060"/>
                </a:solidFill>
              </a:rPr>
              <a:t>S9</a:t>
            </a:r>
          </a:p>
        </p:txBody>
      </p:sp>
      <p:sp>
        <p:nvSpPr>
          <p:cNvPr id="30" name="Rectangle 29"/>
          <p:cNvSpPr/>
          <p:nvPr/>
        </p:nvSpPr>
        <p:spPr>
          <a:xfrm>
            <a:off x="9339104" y="3885099"/>
            <a:ext cx="726481" cy="523220"/>
          </a:xfrm>
          <a:prstGeom prst="rect">
            <a:avLst/>
          </a:prstGeom>
        </p:spPr>
        <p:txBody>
          <a:bodyPr wrap="none">
            <a:spAutoFit/>
          </a:bodyPr>
          <a:lstStyle/>
          <a:p>
            <a:r>
              <a:rPr lang="en-US" sz="2800" dirty="0">
                <a:solidFill>
                  <a:srgbClr val="002060"/>
                </a:solidFill>
              </a:rPr>
              <a:t>S10</a:t>
            </a:r>
          </a:p>
        </p:txBody>
      </p:sp>
      <p:sp>
        <p:nvSpPr>
          <p:cNvPr id="31" name="Rectangle 30"/>
          <p:cNvSpPr/>
          <p:nvPr/>
        </p:nvSpPr>
        <p:spPr>
          <a:xfrm>
            <a:off x="6549485" y="3885099"/>
            <a:ext cx="548548" cy="523220"/>
          </a:xfrm>
          <a:prstGeom prst="rect">
            <a:avLst/>
          </a:prstGeom>
        </p:spPr>
        <p:txBody>
          <a:bodyPr wrap="none">
            <a:spAutoFit/>
          </a:bodyPr>
          <a:lstStyle/>
          <a:p>
            <a:r>
              <a:rPr lang="en-US" sz="2800" dirty="0">
                <a:solidFill>
                  <a:srgbClr val="002060"/>
                </a:solidFill>
              </a:rPr>
              <a:t>S6</a:t>
            </a:r>
          </a:p>
        </p:txBody>
      </p:sp>
      <p:sp>
        <p:nvSpPr>
          <p:cNvPr id="32" name="Oval 31">
            <a:extLst>
              <a:ext uri="{FF2B5EF4-FFF2-40B4-BE49-F238E27FC236}">
                <a16:creationId xmlns:a16="http://schemas.microsoft.com/office/drawing/2014/main" id="{BDD11F87-DA81-9510-C1CB-0AF4093562CB}"/>
              </a:ext>
            </a:extLst>
          </p:cNvPr>
          <p:cNvSpPr/>
          <p:nvPr/>
        </p:nvSpPr>
        <p:spPr>
          <a:xfrm rot="5400000">
            <a:off x="2353311"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BDD11F87-DA81-9510-C1CB-0AF4093562CB}"/>
              </a:ext>
            </a:extLst>
          </p:cNvPr>
          <p:cNvSpPr/>
          <p:nvPr/>
        </p:nvSpPr>
        <p:spPr>
          <a:xfrm rot="5400000">
            <a:off x="3054606"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Oval 33">
            <a:extLst>
              <a:ext uri="{FF2B5EF4-FFF2-40B4-BE49-F238E27FC236}">
                <a16:creationId xmlns:a16="http://schemas.microsoft.com/office/drawing/2014/main" id="{BDD11F87-DA81-9510-C1CB-0AF4093562CB}"/>
              </a:ext>
            </a:extLst>
          </p:cNvPr>
          <p:cNvSpPr/>
          <p:nvPr/>
        </p:nvSpPr>
        <p:spPr>
          <a:xfrm rot="5400000">
            <a:off x="3792498"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5" name="Oval 34">
            <a:extLst>
              <a:ext uri="{FF2B5EF4-FFF2-40B4-BE49-F238E27FC236}">
                <a16:creationId xmlns:a16="http://schemas.microsoft.com/office/drawing/2014/main" id="{BDD11F87-DA81-9510-C1CB-0AF4093562CB}"/>
              </a:ext>
            </a:extLst>
          </p:cNvPr>
          <p:cNvSpPr/>
          <p:nvPr/>
        </p:nvSpPr>
        <p:spPr>
          <a:xfrm rot="5400000">
            <a:off x="4530390"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Oval 35">
            <a:extLst>
              <a:ext uri="{FF2B5EF4-FFF2-40B4-BE49-F238E27FC236}">
                <a16:creationId xmlns:a16="http://schemas.microsoft.com/office/drawing/2014/main" id="{BDD11F87-DA81-9510-C1CB-0AF4093562CB}"/>
              </a:ext>
            </a:extLst>
          </p:cNvPr>
          <p:cNvSpPr/>
          <p:nvPr/>
        </p:nvSpPr>
        <p:spPr>
          <a:xfrm rot="5400000">
            <a:off x="5227136"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7" name="Oval 36">
            <a:extLst>
              <a:ext uri="{FF2B5EF4-FFF2-40B4-BE49-F238E27FC236}">
                <a16:creationId xmlns:a16="http://schemas.microsoft.com/office/drawing/2014/main" id="{BDD11F87-DA81-9510-C1CB-0AF4093562CB}"/>
              </a:ext>
            </a:extLst>
          </p:cNvPr>
          <p:cNvSpPr/>
          <p:nvPr/>
        </p:nvSpPr>
        <p:spPr>
          <a:xfrm rot="5400000">
            <a:off x="5997988"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6696840"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7411815"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8133270"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1" name="Oval 40">
            <a:extLst>
              <a:ext uri="{FF2B5EF4-FFF2-40B4-BE49-F238E27FC236}">
                <a16:creationId xmlns:a16="http://schemas.microsoft.com/office/drawing/2014/main" id="{BDD11F87-DA81-9510-C1CB-0AF4093562CB}"/>
              </a:ext>
            </a:extLst>
          </p:cNvPr>
          <p:cNvSpPr/>
          <p:nvPr/>
        </p:nvSpPr>
        <p:spPr>
          <a:xfrm rot="5400000">
            <a:off x="8782724"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2" name="Rectangle 41"/>
          <p:cNvSpPr/>
          <p:nvPr/>
        </p:nvSpPr>
        <p:spPr>
          <a:xfrm>
            <a:off x="2153797" y="5518137"/>
            <a:ext cx="558166" cy="523220"/>
          </a:xfrm>
          <a:prstGeom prst="rect">
            <a:avLst/>
          </a:prstGeom>
        </p:spPr>
        <p:txBody>
          <a:bodyPr wrap="none">
            <a:spAutoFit/>
          </a:bodyPr>
          <a:lstStyle/>
          <a:p>
            <a:r>
              <a:rPr lang="en-US" sz="2800" dirty="0">
                <a:solidFill>
                  <a:srgbClr val="002060"/>
                </a:solidFill>
              </a:rPr>
              <a:t>B1</a:t>
            </a:r>
          </a:p>
        </p:txBody>
      </p:sp>
      <p:sp>
        <p:nvSpPr>
          <p:cNvPr id="43" name="Rectangle 42"/>
          <p:cNvSpPr/>
          <p:nvPr/>
        </p:nvSpPr>
        <p:spPr>
          <a:xfrm>
            <a:off x="2869299" y="5518137"/>
            <a:ext cx="558166" cy="523220"/>
          </a:xfrm>
          <a:prstGeom prst="rect">
            <a:avLst/>
          </a:prstGeom>
        </p:spPr>
        <p:txBody>
          <a:bodyPr wrap="none">
            <a:spAutoFit/>
          </a:bodyPr>
          <a:lstStyle/>
          <a:p>
            <a:r>
              <a:rPr lang="en-US" sz="2800" dirty="0">
                <a:solidFill>
                  <a:srgbClr val="002060"/>
                </a:solidFill>
              </a:rPr>
              <a:t>B2</a:t>
            </a:r>
          </a:p>
        </p:txBody>
      </p:sp>
      <p:sp>
        <p:nvSpPr>
          <p:cNvPr id="44" name="Rectangle 43"/>
          <p:cNvSpPr/>
          <p:nvPr/>
        </p:nvSpPr>
        <p:spPr>
          <a:xfrm>
            <a:off x="3607191" y="5518137"/>
            <a:ext cx="558166" cy="523220"/>
          </a:xfrm>
          <a:prstGeom prst="rect">
            <a:avLst/>
          </a:prstGeom>
        </p:spPr>
        <p:txBody>
          <a:bodyPr wrap="none">
            <a:spAutoFit/>
          </a:bodyPr>
          <a:lstStyle/>
          <a:p>
            <a:r>
              <a:rPr lang="en-US" sz="2800" dirty="0">
                <a:solidFill>
                  <a:srgbClr val="002060"/>
                </a:solidFill>
              </a:rPr>
              <a:t>B3</a:t>
            </a:r>
          </a:p>
        </p:txBody>
      </p:sp>
      <p:sp>
        <p:nvSpPr>
          <p:cNvPr id="45" name="Rectangle 44"/>
          <p:cNvSpPr/>
          <p:nvPr/>
        </p:nvSpPr>
        <p:spPr>
          <a:xfrm>
            <a:off x="4361875" y="5518137"/>
            <a:ext cx="558166" cy="523220"/>
          </a:xfrm>
          <a:prstGeom prst="rect">
            <a:avLst/>
          </a:prstGeom>
        </p:spPr>
        <p:txBody>
          <a:bodyPr wrap="none">
            <a:spAutoFit/>
          </a:bodyPr>
          <a:lstStyle/>
          <a:p>
            <a:r>
              <a:rPr lang="en-US" sz="2800" dirty="0">
                <a:solidFill>
                  <a:srgbClr val="002060"/>
                </a:solidFill>
              </a:rPr>
              <a:t>B4</a:t>
            </a:r>
          </a:p>
        </p:txBody>
      </p:sp>
      <p:sp>
        <p:nvSpPr>
          <p:cNvPr id="46" name="Rectangle 45"/>
          <p:cNvSpPr/>
          <p:nvPr/>
        </p:nvSpPr>
        <p:spPr>
          <a:xfrm>
            <a:off x="5035364" y="5518137"/>
            <a:ext cx="558166" cy="523220"/>
          </a:xfrm>
          <a:prstGeom prst="rect">
            <a:avLst/>
          </a:prstGeom>
        </p:spPr>
        <p:txBody>
          <a:bodyPr wrap="none">
            <a:spAutoFit/>
          </a:bodyPr>
          <a:lstStyle/>
          <a:p>
            <a:r>
              <a:rPr lang="en-US" sz="2800" dirty="0">
                <a:solidFill>
                  <a:srgbClr val="002060"/>
                </a:solidFill>
              </a:rPr>
              <a:t>B5</a:t>
            </a:r>
          </a:p>
        </p:txBody>
      </p:sp>
      <p:sp>
        <p:nvSpPr>
          <p:cNvPr id="47" name="Rectangle 46"/>
          <p:cNvSpPr/>
          <p:nvPr/>
        </p:nvSpPr>
        <p:spPr>
          <a:xfrm>
            <a:off x="6499722" y="5518137"/>
            <a:ext cx="558166" cy="523220"/>
          </a:xfrm>
          <a:prstGeom prst="rect">
            <a:avLst/>
          </a:prstGeom>
        </p:spPr>
        <p:txBody>
          <a:bodyPr wrap="none">
            <a:spAutoFit/>
          </a:bodyPr>
          <a:lstStyle/>
          <a:p>
            <a:r>
              <a:rPr lang="en-US" sz="2800" dirty="0">
                <a:solidFill>
                  <a:srgbClr val="002060"/>
                </a:solidFill>
              </a:rPr>
              <a:t>B7</a:t>
            </a:r>
          </a:p>
        </p:txBody>
      </p:sp>
      <p:sp>
        <p:nvSpPr>
          <p:cNvPr id="48" name="Rectangle 47"/>
          <p:cNvSpPr/>
          <p:nvPr/>
        </p:nvSpPr>
        <p:spPr>
          <a:xfrm>
            <a:off x="7216305" y="5524394"/>
            <a:ext cx="558166" cy="523220"/>
          </a:xfrm>
          <a:prstGeom prst="rect">
            <a:avLst/>
          </a:prstGeom>
        </p:spPr>
        <p:txBody>
          <a:bodyPr wrap="none">
            <a:spAutoFit/>
          </a:bodyPr>
          <a:lstStyle/>
          <a:p>
            <a:r>
              <a:rPr lang="en-US" sz="2800" dirty="0">
                <a:solidFill>
                  <a:srgbClr val="002060"/>
                </a:solidFill>
              </a:rPr>
              <a:t>B8</a:t>
            </a:r>
          </a:p>
        </p:txBody>
      </p:sp>
      <p:sp>
        <p:nvSpPr>
          <p:cNvPr id="49" name="Rectangle 48"/>
          <p:cNvSpPr/>
          <p:nvPr/>
        </p:nvSpPr>
        <p:spPr>
          <a:xfrm>
            <a:off x="7971998" y="5518137"/>
            <a:ext cx="558166" cy="523220"/>
          </a:xfrm>
          <a:prstGeom prst="rect">
            <a:avLst/>
          </a:prstGeom>
        </p:spPr>
        <p:txBody>
          <a:bodyPr wrap="none">
            <a:spAutoFit/>
          </a:bodyPr>
          <a:lstStyle/>
          <a:p>
            <a:r>
              <a:rPr lang="en-US" sz="2800" dirty="0">
                <a:solidFill>
                  <a:srgbClr val="002060"/>
                </a:solidFill>
              </a:rPr>
              <a:t>B9</a:t>
            </a:r>
          </a:p>
        </p:txBody>
      </p:sp>
      <p:sp>
        <p:nvSpPr>
          <p:cNvPr id="50" name="Rectangle 49"/>
          <p:cNvSpPr/>
          <p:nvPr/>
        </p:nvSpPr>
        <p:spPr>
          <a:xfrm>
            <a:off x="9397246" y="5524394"/>
            <a:ext cx="736099" cy="523220"/>
          </a:xfrm>
          <a:prstGeom prst="rect">
            <a:avLst/>
          </a:prstGeom>
        </p:spPr>
        <p:txBody>
          <a:bodyPr wrap="none">
            <a:spAutoFit/>
          </a:bodyPr>
          <a:lstStyle/>
          <a:p>
            <a:r>
              <a:rPr lang="en-US" sz="2800" dirty="0">
                <a:solidFill>
                  <a:srgbClr val="002060"/>
                </a:solidFill>
              </a:rPr>
              <a:t>B11</a:t>
            </a:r>
          </a:p>
        </p:txBody>
      </p:sp>
      <p:sp>
        <p:nvSpPr>
          <p:cNvPr id="51" name="Rectangle 50"/>
          <p:cNvSpPr/>
          <p:nvPr/>
        </p:nvSpPr>
        <p:spPr>
          <a:xfrm>
            <a:off x="5775982" y="5518137"/>
            <a:ext cx="558166" cy="523220"/>
          </a:xfrm>
          <a:prstGeom prst="rect">
            <a:avLst/>
          </a:prstGeom>
        </p:spPr>
        <p:txBody>
          <a:bodyPr wrap="none">
            <a:spAutoFit/>
          </a:bodyPr>
          <a:lstStyle/>
          <a:p>
            <a:r>
              <a:rPr lang="en-US" sz="2800" dirty="0">
                <a:solidFill>
                  <a:srgbClr val="002060"/>
                </a:solidFill>
              </a:rPr>
              <a:t>B6</a:t>
            </a:r>
          </a:p>
        </p:txBody>
      </p:sp>
      <p:sp>
        <p:nvSpPr>
          <p:cNvPr id="52" name="Oval 51">
            <a:extLst>
              <a:ext uri="{FF2B5EF4-FFF2-40B4-BE49-F238E27FC236}">
                <a16:creationId xmlns:a16="http://schemas.microsoft.com/office/drawing/2014/main" id="{BDD11F87-DA81-9510-C1CB-0AF4093562CB}"/>
              </a:ext>
            </a:extLst>
          </p:cNvPr>
          <p:cNvSpPr/>
          <p:nvPr/>
        </p:nvSpPr>
        <p:spPr>
          <a:xfrm rot="5400000">
            <a:off x="9630345"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3" name="Oval 52">
            <a:extLst>
              <a:ext uri="{FF2B5EF4-FFF2-40B4-BE49-F238E27FC236}">
                <a16:creationId xmlns:a16="http://schemas.microsoft.com/office/drawing/2014/main" id="{BDD11F87-DA81-9510-C1CB-0AF4093562CB}"/>
              </a:ext>
            </a:extLst>
          </p:cNvPr>
          <p:cNvSpPr/>
          <p:nvPr/>
        </p:nvSpPr>
        <p:spPr>
          <a:xfrm rot="5400000">
            <a:off x="10391931" y="5374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4" name="Rectangle 53"/>
          <p:cNvSpPr/>
          <p:nvPr/>
        </p:nvSpPr>
        <p:spPr>
          <a:xfrm>
            <a:off x="8549396" y="5512260"/>
            <a:ext cx="736099" cy="523220"/>
          </a:xfrm>
          <a:prstGeom prst="rect">
            <a:avLst/>
          </a:prstGeom>
        </p:spPr>
        <p:txBody>
          <a:bodyPr wrap="none">
            <a:spAutoFit/>
          </a:bodyPr>
          <a:lstStyle/>
          <a:p>
            <a:r>
              <a:rPr lang="en-US" sz="2800" dirty="0">
                <a:solidFill>
                  <a:srgbClr val="002060"/>
                </a:solidFill>
              </a:rPr>
              <a:t>B10</a:t>
            </a:r>
          </a:p>
        </p:txBody>
      </p:sp>
      <p:sp>
        <p:nvSpPr>
          <p:cNvPr id="55" name="Rectangle 54"/>
          <p:cNvSpPr/>
          <p:nvPr/>
        </p:nvSpPr>
        <p:spPr>
          <a:xfrm>
            <a:off x="10280462" y="5524394"/>
            <a:ext cx="765114" cy="523220"/>
          </a:xfrm>
          <a:prstGeom prst="rect">
            <a:avLst/>
          </a:prstGeom>
        </p:spPr>
        <p:txBody>
          <a:bodyPr wrap="square">
            <a:spAutoFit/>
          </a:bodyPr>
          <a:lstStyle/>
          <a:p>
            <a:r>
              <a:rPr lang="en-US" sz="2800" dirty="0">
                <a:solidFill>
                  <a:srgbClr val="002060"/>
                </a:solidFill>
              </a:rPr>
              <a:t>B12</a:t>
            </a:r>
          </a:p>
        </p:txBody>
      </p:sp>
    </p:spTree>
    <p:extLst>
      <p:ext uri="{BB962C8B-B14F-4D97-AF65-F5344CB8AC3E}">
        <p14:creationId xmlns:p14="http://schemas.microsoft.com/office/powerpoint/2010/main" val="966156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1" fill="hold" nodeType="clickEffect">
                                  <p:stCondLst>
                                    <p:cond delay="0"/>
                                  </p:stCondLst>
                                  <p:childTnLst>
                                    <p:set>
                                      <p:cBhvr>
                                        <p:cTn id="108" dur="1" fill="hold">
                                          <p:stCondLst>
                                            <p:cond delay="0"/>
                                          </p:stCondLst>
                                        </p:cTn>
                                        <p:tgtEl>
                                          <p:spTgt spid="56"/>
                                        </p:tgtEl>
                                        <p:attrNameLst>
                                          <p:attrName>style.visibility</p:attrName>
                                        </p:attrNameLst>
                                      </p:cBhvr>
                                      <p:to>
                                        <p:strVal val="visible"/>
                                      </p:to>
                                    </p:set>
                                    <p:animEffect transition="in" filter="wipe(up)">
                                      <p:cBhvr>
                                        <p:cTn id="109" dur="500"/>
                                        <p:tgtEl>
                                          <p:spTgt spid="56"/>
                                        </p:tgtEl>
                                      </p:cBhvr>
                                    </p:animEffect>
                                  </p:childTnLst>
                                </p:cTn>
                              </p:par>
                              <p:par>
                                <p:cTn id="110" presetID="22" presetClass="entr" presetSubtype="1" fill="hold" nodeType="withEffect">
                                  <p:stCondLst>
                                    <p:cond delay="0"/>
                                  </p:stCondLst>
                                  <p:childTnLst>
                                    <p:set>
                                      <p:cBhvr>
                                        <p:cTn id="111" dur="1" fill="hold">
                                          <p:stCondLst>
                                            <p:cond delay="0"/>
                                          </p:stCondLst>
                                        </p:cTn>
                                        <p:tgtEl>
                                          <p:spTgt spid="59"/>
                                        </p:tgtEl>
                                        <p:attrNameLst>
                                          <p:attrName>style.visibility</p:attrName>
                                        </p:attrNameLst>
                                      </p:cBhvr>
                                      <p:to>
                                        <p:strVal val="visible"/>
                                      </p:to>
                                    </p:set>
                                    <p:animEffect transition="in" filter="wipe(up)">
                                      <p:cBhvr>
                                        <p:cTn id="112" dur="500"/>
                                        <p:tgtEl>
                                          <p:spTgt spid="59"/>
                                        </p:tgtEl>
                                      </p:cBhvr>
                                    </p:animEffect>
                                  </p:childTnLst>
                                </p:cTn>
                              </p:par>
                              <p:par>
                                <p:cTn id="113" presetID="22" presetClass="entr" presetSubtype="1" fill="hold" nodeType="withEffect">
                                  <p:stCondLst>
                                    <p:cond delay="0"/>
                                  </p:stCondLst>
                                  <p:childTnLst>
                                    <p:set>
                                      <p:cBhvr>
                                        <p:cTn id="114" dur="1" fill="hold">
                                          <p:stCondLst>
                                            <p:cond delay="0"/>
                                          </p:stCondLst>
                                        </p:cTn>
                                        <p:tgtEl>
                                          <p:spTgt spid="62"/>
                                        </p:tgtEl>
                                        <p:attrNameLst>
                                          <p:attrName>style.visibility</p:attrName>
                                        </p:attrNameLst>
                                      </p:cBhvr>
                                      <p:to>
                                        <p:strVal val="visible"/>
                                      </p:to>
                                    </p:set>
                                    <p:animEffect transition="in" filter="wipe(up)">
                                      <p:cBhvr>
                                        <p:cTn id="115" dur="500"/>
                                        <p:tgtEl>
                                          <p:spTgt spid="62"/>
                                        </p:tgtEl>
                                      </p:cBhvr>
                                    </p:animEffect>
                                  </p:childTnLst>
                                </p:cTn>
                              </p:par>
                              <p:par>
                                <p:cTn id="116" presetID="22" presetClass="entr" presetSubtype="1" fill="hold" nodeType="withEffect">
                                  <p:stCondLst>
                                    <p:cond delay="0"/>
                                  </p:stCondLst>
                                  <p:childTnLst>
                                    <p:set>
                                      <p:cBhvr>
                                        <p:cTn id="117" dur="1" fill="hold">
                                          <p:stCondLst>
                                            <p:cond delay="0"/>
                                          </p:stCondLst>
                                        </p:cTn>
                                        <p:tgtEl>
                                          <p:spTgt spid="66"/>
                                        </p:tgtEl>
                                        <p:attrNameLst>
                                          <p:attrName>style.visibility</p:attrName>
                                        </p:attrNameLst>
                                      </p:cBhvr>
                                      <p:to>
                                        <p:strVal val="visible"/>
                                      </p:to>
                                    </p:set>
                                    <p:animEffect transition="in" filter="wipe(up)">
                                      <p:cBhvr>
                                        <p:cTn id="118"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3" grpId="0" animBg="1"/>
      <p:bldP spid="14" grpId="0" animBg="1"/>
      <p:bldP spid="15" grpId="0" animBg="1"/>
      <p:bldP spid="16" grpId="0" animBg="1"/>
      <p:bldP spid="17" grpId="0" animBg="1"/>
      <p:bldP spid="18" grpId="0" animBg="1"/>
      <p:bldP spid="19" grpId="0" animBg="1"/>
      <p:bldP spid="22" grpId="0"/>
      <p:bldP spid="23" grpId="0"/>
      <p:bldP spid="24" grpId="0"/>
      <p:bldP spid="25" grpId="0"/>
      <p:bldP spid="26" grpId="0"/>
      <p:bldP spid="27" grpId="0"/>
      <p:bldP spid="28" grpId="0"/>
      <p:bldP spid="29" grpId="0"/>
      <p:bldP spid="30" grpId="0"/>
      <p:bldP spid="31" grpId="0"/>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p:bldP spid="43" grpId="0"/>
      <p:bldP spid="44" grpId="0"/>
      <p:bldP spid="45" grpId="0"/>
      <p:bldP spid="46" grpId="0"/>
      <p:bldP spid="47" grpId="0"/>
      <p:bldP spid="48" grpId="0"/>
      <p:bldP spid="49" grpId="0"/>
      <p:bldP spid="50" grpId="0"/>
      <p:bldP spid="51" grpId="0"/>
      <p:bldP spid="52" grpId="0" animBg="1"/>
      <p:bldP spid="53" grpId="0" animBg="1"/>
      <p:bldP spid="54" grpId="0"/>
      <p:bldP spid="5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Model and Solve problem using graph theory </a:t>
            </a:r>
          </a:p>
        </p:txBody>
      </p:sp>
      <p:sp>
        <p:nvSpPr>
          <p:cNvPr id="7" name="Content Placeholder 6"/>
          <p:cNvSpPr>
            <a:spLocks noGrp="1"/>
          </p:cNvSpPr>
          <p:nvPr>
            <p:ph idx="1"/>
          </p:nvPr>
        </p:nvSpPr>
        <p:spPr/>
        <p:txBody>
          <a:bodyPr/>
          <a:lstStyle/>
          <a:p>
            <a:pPr>
              <a:lnSpc>
                <a:spcPct val="150000"/>
              </a:lnSpc>
            </a:pPr>
            <a:r>
              <a:rPr lang="en-US" dirty="0"/>
              <a:t>As a result of doing well on an exam, six students A, B, C, D, E, and F have earned the right to receive a complimentary textbook in either a, c, d, g, h, p, t. </a:t>
            </a:r>
          </a:p>
          <a:p>
            <a:pPr>
              <a:lnSpc>
                <a:spcPct val="150000"/>
              </a:lnSpc>
            </a:pPr>
            <a:r>
              <a:rPr lang="en-US" dirty="0"/>
              <a:t>Where, a: Algebra, c: Calculus, d: Differential Equations, g: Geometry, h: History of Mathematics, p: Programming, t: Topology.</a:t>
            </a:r>
          </a:p>
          <a:p>
            <a:pPr>
              <a:lnSpc>
                <a:spcPct val="150000"/>
              </a:lnSpc>
            </a:pPr>
            <a:r>
              <a:rPr lang="en-US" dirty="0"/>
              <a:t>There is only one book on each of these subjects. </a:t>
            </a:r>
          </a:p>
        </p:txBody>
      </p:sp>
    </p:spTree>
    <p:extLst>
      <p:ext uri="{BB962C8B-B14F-4D97-AF65-F5344CB8AC3E}">
        <p14:creationId xmlns:p14="http://schemas.microsoft.com/office/powerpoint/2010/main" val="119113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Model Student Preferences using graph theory </a:t>
            </a:r>
          </a:p>
        </p:txBody>
      </p:sp>
      <p:sp>
        <p:nvSpPr>
          <p:cNvPr id="5" name="Oval 4">
            <a:extLst>
              <a:ext uri="{FF2B5EF4-FFF2-40B4-BE49-F238E27FC236}">
                <a16:creationId xmlns:a16="http://schemas.microsoft.com/office/drawing/2014/main" id="{BDD11F87-DA81-9510-C1CB-0AF4093562CB}"/>
              </a:ext>
            </a:extLst>
          </p:cNvPr>
          <p:cNvSpPr/>
          <p:nvPr/>
        </p:nvSpPr>
        <p:spPr>
          <a:xfrm rot="5400000">
            <a:off x="7133981"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7835276"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8573168"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BDD11F87-DA81-9510-C1CB-0AF4093562CB}"/>
              </a:ext>
            </a:extLst>
          </p:cNvPr>
          <p:cNvSpPr/>
          <p:nvPr/>
        </p:nvSpPr>
        <p:spPr>
          <a:xfrm rot="5400000">
            <a:off x="9311060"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10007806"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DD11F87-DA81-9510-C1CB-0AF4093562CB}"/>
              </a:ext>
            </a:extLst>
          </p:cNvPr>
          <p:cNvSpPr/>
          <p:nvPr/>
        </p:nvSpPr>
        <p:spPr>
          <a:xfrm rot="5400000">
            <a:off x="10778658"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Rectangle 11"/>
          <p:cNvSpPr/>
          <p:nvPr/>
        </p:nvSpPr>
        <p:spPr>
          <a:xfrm>
            <a:off x="7033228" y="1658814"/>
            <a:ext cx="391454" cy="523220"/>
          </a:xfrm>
          <a:prstGeom prst="rect">
            <a:avLst/>
          </a:prstGeom>
        </p:spPr>
        <p:txBody>
          <a:bodyPr wrap="none">
            <a:spAutoFit/>
          </a:bodyPr>
          <a:lstStyle/>
          <a:p>
            <a:r>
              <a:rPr lang="en-US" sz="2800" dirty="0">
                <a:solidFill>
                  <a:srgbClr val="002060"/>
                </a:solidFill>
              </a:rPr>
              <a:t>A</a:t>
            </a:r>
          </a:p>
        </p:txBody>
      </p:sp>
      <p:sp>
        <p:nvSpPr>
          <p:cNvPr id="13" name="Rectangle 12"/>
          <p:cNvSpPr/>
          <p:nvPr/>
        </p:nvSpPr>
        <p:spPr>
          <a:xfrm>
            <a:off x="7633002" y="1658814"/>
            <a:ext cx="380232" cy="523220"/>
          </a:xfrm>
          <a:prstGeom prst="rect">
            <a:avLst/>
          </a:prstGeom>
        </p:spPr>
        <p:txBody>
          <a:bodyPr wrap="none">
            <a:spAutoFit/>
          </a:bodyPr>
          <a:lstStyle/>
          <a:p>
            <a:r>
              <a:rPr lang="en-US" sz="2800" dirty="0">
                <a:solidFill>
                  <a:srgbClr val="002060"/>
                </a:solidFill>
              </a:rPr>
              <a:t>B</a:t>
            </a:r>
          </a:p>
        </p:txBody>
      </p:sp>
      <p:sp>
        <p:nvSpPr>
          <p:cNvPr id="14" name="Rectangle 13"/>
          <p:cNvSpPr/>
          <p:nvPr/>
        </p:nvSpPr>
        <p:spPr>
          <a:xfrm>
            <a:off x="8370894" y="1658814"/>
            <a:ext cx="388248" cy="523220"/>
          </a:xfrm>
          <a:prstGeom prst="rect">
            <a:avLst/>
          </a:prstGeom>
        </p:spPr>
        <p:txBody>
          <a:bodyPr wrap="none">
            <a:spAutoFit/>
          </a:bodyPr>
          <a:lstStyle/>
          <a:p>
            <a:r>
              <a:rPr lang="en-US" sz="2800" dirty="0">
                <a:solidFill>
                  <a:srgbClr val="002060"/>
                </a:solidFill>
              </a:rPr>
              <a:t>C</a:t>
            </a:r>
          </a:p>
        </p:txBody>
      </p:sp>
      <p:sp>
        <p:nvSpPr>
          <p:cNvPr id="15" name="Rectangle 14"/>
          <p:cNvSpPr/>
          <p:nvPr/>
        </p:nvSpPr>
        <p:spPr>
          <a:xfrm>
            <a:off x="9125578" y="1658814"/>
            <a:ext cx="389850" cy="523220"/>
          </a:xfrm>
          <a:prstGeom prst="rect">
            <a:avLst/>
          </a:prstGeom>
        </p:spPr>
        <p:txBody>
          <a:bodyPr wrap="none">
            <a:spAutoFit/>
          </a:bodyPr>
          <a:lstStyle/>
          <a:p>
            <a:r>
              <a:rPr lang="en-US" sz="2800" dirty="0">
                <a:solidFill>
                  <a:srgbClr val="002060"/>
                </a:solidFill>
              </a:rPr>
              <a:t>D</a:t>
            </a:r>
          </a:p>
        </p:txBody>
      </p:sp>
      <p:sp>
        <p:nvSpPr>
          <p:cNvPr id="16" name="Rectangle 15"/>
          <p:cNvSpPr/>
          <p:nvPr/>
        </p:nvSpPr>
        <p:spPr>
          <a:xfrm>
            <a:off x="9799067" y="1658814"/>
            <a:ext cx="362600" cy="523220"/>
          </a:xfrm>
          <a:prstGeom prst="rect">
            <a:avLst/>
          </a:prstGeom>
        </p:spPr>
        <p:txBody>
          <a:bodyPr wrap="none">
            <a:spAutoFit/>
          </a:bodyPr>
          <a:lstStyle/>
          <a:p>
            <a:r>
              <a:rPr lang="en-US" sz="2800" dirty="0">
                <a:solidFill>
                  <a:srgbClr val="002060"/>
                </a:solidFill>
              </a:rPr>
              <a:t>E</a:t>
            </a:r>
          </a:p>
        </p:txBody>
      </p:sp>
      <p:sp>
        <p:nvSpPr>
          <p:cNvPr id="17" name="Rectangle 16"/>
          <p:cNvSpPr/>
          <p:nvPr/>
        </p:nvSpPr>
        <p:spPr>
          <a:xfrm>
            <a:off x="10539685" y="1658814"/>
            <a:ext cx="357790" cy="523220"/>
          </a:xfrm>
          <a:prstGeom prst="rect">
            <a:avLst/>
          </a:prstGeom>
        </p:spPr>
        <p:txBody>
          <a:bodyPr wrap="none">
            <a:spAutoFit/>
          </a:bodyPr>
          <a:lstStyle/>
          <a:p>
            <a:r>
              <a:rPr lang="en-US" sz="2800" dirty="0">
                <a:solidFill>
                  <a:srgbClr val="002060"/>
                </a:solidFill>
              </a:rPr>
              <a:t>F</a:t>
            </a:r>
          </a:p>
        </p:txBody>
      </p:sp>
      <p:sp>
        <p:nvSpPr>
          <p:cNvPr id="18" name="Oval 17">
            <a:extLst>
              <a:ext uri="{FF2B5EF4-FFF2-40B4-BE49-F238E27FC236}">
                <a16:creationId xmlns:a16="http://schemas.microsoft.com/office/drawing/2014/main" id="{BDD11F87-DA81-9510-C1CB-0AF4093562CB}"/>
              </a:ext>
            </a:extLst>
          </p:cNvPr>
          <p:cNvSpPr/>
          <p:nvPr/>
        </p:nvSpPr>
        <p:spPr>
          <a:xfrm rot="5400000">
            <a:off x="6873471"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7574766"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8312658"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1" name="Oval 20">
            <a:extLst>
              <a:ext uri="{FF2B5EF4-FFF2-40B4-BE49-F238E27FC236}">
                <a16:creationId xmlns:a16="http://schemas.microsoft.com/office/drawing/2014/main" id="{BDD11F87-DA81-9510-C1CB-0AF4093562CB}"/>
              </a:ext>
            </a:extLst>
          </p:cNvPr>
          <p:cNvSpPr/>
          <p:nvPr/>
        </p:nvSpPr>
        <p:spPr>
          <a:xfrm rot="5400000">
            <a:off x="9050550"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 name="Oval 21">
            <a:extLst>
              <a:ext uri="{FF2B5EF4-FFF2-40B4-BE49-F238E27FC236}">
                <a16:creationId xmlns:a16="http://schemas.microsoft.com/office/drawing/2014/main" id="{BDD11F87-DA81-9510-C1CB-0AF4093562CB}"/>
              </a:ext>
            </a:extLst>
          </p:cNvPr>
          <p:cNvSpPr/>
          <p:nvPr/>
        </p:nvSpPr>
        <p:spPr>
          <a:xfrm rot="5400000">
            <a:off x="9747296"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3" name="Oval 22">
            <a:extLst>
              <a:ext uri="{FF2B5EF4-FFF2-40B4-BE49-F238E27FC236}">
                <a16:creationId xmlns:a16="http://schemas.microsoft.com/office/drawing/2014/main" id="{BDD11F87-DA81-9510-C1CB-0AF4093562CB}"/>
              </a:ext>
            </a:extLst>
          </p:cNvPr>
          <p:cNvSpPr/>
          <p:nvPr/>
        </p:nvSpPr>
        <p:spPr>
          <a:xfrm rot="5400000">
            <a:off x="10518148"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4" name="Oval 23">
            <a:extLst>
              <a:ext uri="{FF2B5EF4-FFF2-40B4-BE49-F238E27FC236}">
                <a16:creationId xmlns:a16="http://schemas.microsoft.com/office/drawing/2014/main" id="{BDD11F87-DA81-9510-C1CB-0AF4093562CB}"/>
              </a:ext>
            </a:extLst>
          </p:cNvPr>
          <p:cNvSpPr/>
          <p:nvPr/>
        </p:nvSpPr>
        <p:spPr>
          <a:xfrm rot="5400000">
            <a:off x="11217000"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5" name="Rectangle 24"/>
          <p:cNvSpPr/>
          <p:nvPr/>
        </p:nvSpPr>
        <p:spPr>
          <a:xfrm>
            <a:off x="6673957" y="4581063"/>
            <a:ext cx="356188" cy="523220"/>
          </a:xfrm>
          <a:prstGeom prst="rect">
            <a:avLst/>
          </a:prstGeom>
        </p:spPr>
        <p:txBody>
          <a:bodyPr wrap="none">
            <a:spAutoFit/>
          </a:bodyPr>
          <a:lstStyle/>
          <a:p>
            <a:r>
              <a:rPr lang="en-US" sz="2800" dirty="0">
                <a:solidFill>
                  <a:srgbClr val="002060"/>
                </a:solidFill>
              </a:rPr>
              <a:t>a</a:t>
            </a:r>
          </a:p>
        </p:txBody>
      </p:sp>
      <p:sp>
        <p:nvSpPr>
          <p:cNvPr id="26" name="Rectangle 25"/>
          <p:cNvSpPr/>
          <p:nvPr/>
        </p:nvSpPr>
        <p:spPr>
          <a:xfrm>
            <a:off x="7389459" y="4581063"/>
            <a:ext cx="360996" cy="523220"/>
          </a:xfrm>
          <a:prstGeom prst="rect">
            <a:avLst/>
          </a:prstGeom>
        </p:spPr>
        <p:txBody>
          <a:bodyPr wrap="none">
            <a:spAutoFit/>
          </a:bodyPr>
          <a:lstStyle/>
          <a:p>
            <a:r>
              <a:rPr lang="en-US" sz="2800" dirty="0">
                <a:solidFill>
                  <a:srgbClr val="002060"/>
                </a:solidFill>
              </a:rPr>
              <a:t>c</a:t>
            </a:r>
          </a:p>
        </p:txBody>
      </p:sp>
      <p:sp>
        <p:nvSpPr>
          <p:cNvPr id="27" name="Rectangle 26"/>
          <p:cNvSpPr/>
          <p:nvPr/>
        </p:nvSpPr>
        <p:spPr>
          <a:xfrm>
            <a:off x="8127351" y="4581063"/>
            <a:ext cx="362600" cy="523220"/>
          </a:xfrm>
          <a:prstGeom prst="rect">
            <a:avLst/>
          </a:prstGeom>
        </p:spPr>
        <p:txBody>
          <a:bodyPr wrap="none">
            <a:spAutoFit/>
          </a:bodyPr>
          <a:lstStyle/>
          <a:p>
            <a:r>
              <a:rPr lang="en-US" sz="2800" dirty="0">
                <a:solidFill>
                  <a:srgbClr val="002060"/>
                </a:solidFill>
              </a:rPr>
              <a:t>d</a:t>
            </a:r>
          </a:p>
        </p:txBody>
      </p:sp>
      <p:sp>
        <p:nvSpPr>
          <p:cNvPr id="28" name="Rectangle 27"/>
          <p:cNvSpPr/>
          <p:nvPr/>
        </p:nvSpPr>
        <p:spPr>
          <a:xfrm>
            <a:off x="8882035" y="4581063"/>
            <a:ext cx="360996" cy="523220"/>
          </a:xfrm>
          <a:prstGeom prst="rect">
            <a:avLst/>
          </a:prstGeom>
        </p:spPr>
        <p:txBody>
          <a:bodyPr wrap="none">
            <a:spAutoFit/>
          </a:bodyPr>
          <a:lstStyle/>
          <a:p>
            <a:r>
              <a:rPr lang="en-US" sz="2800" dirty="0">
                <a:solidFill>
                  <a:srgbClr val="002060"/>
                </a:solidFill>
              </a:rPr>
              <a:t>g</a:t>
            </a:r>
          </a:p>
        </p:txBody>
      </p:sp>
      <p:sp>
        <p:nvSpPr>
          <p:cNvPr id="29" name="Rectangle 28"/>
          <p:cNvSpPr/>
          <p:nvPr/>
        </p:nvSpPr>
        <p:spPr>
          <a:xfrm>
            <a:off x="9555524" y="4581063"/>
            <a:ext cx="357790" cy="523220"/>
          </a:xfrm>
          <a:prstGeom prst="rect">
            <a:avLst/>
          </a:prstGeom>
        </p:spPr>
        <p:txBody>
          <a:bodyPr wrap="none">
            <a:spAutoFit/>
          </a:bodyPr>
          <a:lstStyle/>
          <a:p>
            <a:r>
              <a:rPr lang="en-US" sz="2800" dirty="0">
                <a:solidFill>
                  <a:srgbClr val="002060"/>
                </a:solidFill>
              </a:rPr>
              <a:t>h</a:t>
            </a:r>
          </a:p>
        </p:txBody>
      </p:sp>
      <p:sp>
        <p:nvSpPr>
          <p:cNvPr id="30" name="Rectangle 29"/>
          <p:cNvSpPr/>
          <p:nvPr/>
        </p:nvSpPr>
        <p:spPr>
          <a:xfrm>
            <a:off x="11019882" y="4581063"/>
            <a:ext cx="290464" cy="523220"/>
          </a:xfrm>
          <a:prstGeom prst="rect">
            <a:avLst/>
          </a:prstGeom>
        </p:spPr>
        <p:txBody>
          <a:bodyPr wrap="none">
            <a:spAutoFit/>
          </a:bodyPr>
          <a:lstStyle/>
          <a:p>
            <a:r>
              <a:rPr lang="en-US" sz="2800" dirty="0">
                <a:solidFill>
                  <a:srgbClr val="002060"/>
                </a:solidFill>
              </a:rPr>
              <a:t>t</a:t>
            </a:r>
          </a:p>
        </p:txBody>
      </p:sp>
      <p:sp>
        <p:nvSpPr>
          <p:cNvPr id="31" name="Rectangle 30"/>
          <p:cNvSpPr/>
          <p:nvPr/>
        </p:nvSpPr>
        <p:spPr>
          <a:xfrm>
            <a:off x="10296142" y="4581063"/>
            <a:ext cx="360996" cy="523220"/>
          </a:xfrm>
          <a:prstGeom prst="rect">
            <a:avLst/>
          </a:prstGeom>
        </p:spPr>
        <p:txBody>
          <a:bodyPr wrap="none">
            <a:spAutoFit/>
          </a:bodyPr>
          <a:lstStyle/>
          <a:p>
            <a:r>
              <a:rPr lang="en-US" sz="2800" dirty="0">
                <a:solidFill>
                  <a:srgbClr val="002060"/>
                </a:solidFill>
              </a:rPr>
              <a:t>p</a:t>
            </a:r>
          </a:p>
        </p:txBody>
      </p:sp>
      <p:cxnSp>
        <p:nvCxnSpPr>
          <p:cNvPr id="32" name="Straight Connector 31">
            <a:extLst>
              <a:ext uri="{FF2B5EF4-FFF2-40B4-BE49-F238E27FC236}">
                <a16:creationId xmlns:a16="http://schemas.microsoft.com/office/drawing/2014/main" id="{6205DD86-315C-53B6-CEEF-A9919650168E}"/>
              </a:ext>
            </a:extLst>
          </p:cNvPr>
          <p:cNvCxnSpPr>
            <a:cxnSpLocks/>
            <a:stCxn id="5" idx="7"/>
            <a:endCxn id="20" idx="3"/>
          </p:cNvCxnSpPr>
          <p:nvPr/>
        </p:nvCxnSpPr>
        <p:spPr>
          <a:xfrm>
            <a:off x="7256893" y="2261690"/>
            <a:ext cx="1076853" cy="219646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stCxn id="5" idx="7"/>
            <a:endCxn id="22" idx="3"/>
          </p:cNvCxnSpPr>
          <p:nvPr/>
        </p:nvCxnSpPr>
        <p:spPr>
          <a:xfrm>
            <a:off x="7256893" y="2261690"/>
            <a:ext cx="2511491" cy="219646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Straight Connector 70">
            <a:extLst>
              <a:ext uri="{FF2B5EF4-FFF2-40B4-BE49-F238E27FC236}">
                <a16:creationId xmlns:a16="http://schemas.microsoft.com/office/drawing/2014/main" id="{6205DD86-315C-53B6-CEEF-A9919650168E}"/>
              </a:ext>
            </a:extLst>
          </p:cNvPr>
          <p:cNvCxnSpPr>
            <a:cxnSpLocks/>
            <a:stCxn id="5" idx="7"/>
            <a:endCxn id="24" idx="3"/>
          </p:cNvCxnSpPr>
          <p:nvPr/>
        </p:nvCxnSpPr>
        <p:spPr>
          <a:xfrm>
            <a:off x="7256893" y="2261690"/>
            <a:ext cx="3981195" cy="219646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6" idx="6"/>
            <a:endCxn id="21" idx="3"/>
          </p:cNvCxnSpPr>
          <p:nvPr/>
        </p:nvCxnSpPr>
        <p:spPr>
          <a:xfrm>
            <a:off x="7907276" y="2282778"/>
            <a:ext cx="1164362" cy="2175373"/>
          </a:xfrm>
          <a:prstGeom prst="line">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6" idx="6"/>
            <a:endCxn id="23" idx="3"/>
          </p:cNvCxnSpPr>
          <p:nvPr/>
        </p:nvCxnSpPr>
        <p:spPr>
          <a:xfrm>
            <a:off x="7907276" y="2282778"/>
            <a:ext cx="2631960" cy="2175373"/>
          </a:xfrm>
          <a:prstGeom prst="line">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Straight Connector 83">
            <a:extLst>
              <a:ext uri="{FF2B5EF4-FFF2-40B4-BE49-F238E27FC236}">
                <a16:creationId xmlns:a16="http://schemas.microsoft.com/office/drawing/2014/main" id="{6205DD86-315C-53B6-CEEF-A9919650168E}"/>
              </a:ext>
            </a:extLst>
          </p:cNvPr>
          <p:cNvCxnSpPr>
            <a:cxnSpLocks/>
            <a:stCxn id="6" idx="7"/>
            <a:endCxn id="24" idx="3"/>
          </p:cNvCxnSpPr>
          <p:nvPr/>
        </p:nvCxnSpPr>
        <p:spPr>
          <a:xfrm>
            <a:off x="7958188" y="2261690"/>
            <a:ext cx="3279900" cy="2196461"/>
          </a:xfrm>
          <a:prstGeom prst="line">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6205DD86-315C-53B6-CEEF-A9919650168E}"/>
              </a:ext>
            </a:extLst>
          </p:cNvPr>
          <p:cNvCxnSpPr>
            <a:cxnSpLocks/>
            <a:stCxn id="8" idx="6"/>
            <a:endCxn id="18" idx="1"/>
          </p:cNvCxnSpPr>
          <p:nvPr/>
        </p:nvCxnSpPr>
        <p:spPr>
          <a:xfrm flipH="1">
            <a:off x="6996383" y="2282778"/>
            <a:ext cx="1648785" cy="2175373"/>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Straight Connector 88">
            <a:extLst>
              <a:ext uri="{FF2B5EF4-FFF2-40B4-BE49-F238E27FC236}">
                <a16:creationId xmlns:a16="http://schemas.microsoft.com/office/drawing/2014/main" id="{6205DD86-315C-53B6-CEEF-A9919650168E}"/>
              </a:ext>
            </a:extLst>
          </p:cNvPr>
          <p:cNvCxnSpPr>
            <a:cxnSpLocks/>
            <a:stCxn id="8" idx="6"/>
            <a:endCxn id="21" idx="3"/>
          </p:cNvCxnSpPr>
          <p:nvPr/>
        </p:nvCxnSpPr>
        <p:spPr>
          <a:xfrm>
            <a:off x="8645168" y="2282778"/>
            <a:ext cx="426470" cy="2175373"/>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6205DD86-315C-53B6-CEEF-A9919650168E}"/>
              </a:ext>
            </a:extLst>
          </p:cNvPr>
          <p:cNvCxnSpPr>
            <a:cxnSpLocks/>
            <a:stCxn id="8" idx="6"/>
            <a:endCxn id="22" idx="3"/>
          </p:cNvCxnSpPr>
          <p:nvPr/>
        </p:nvCxnSpPr>
        <p:spPr>
          <a:xfrm>
            <a:off x="8645168" y="2282778"/>
            <a:ext cx="1123216" cy="2175373"/>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Straight Connector 94">
            <a:extLst>
              <a:ext uri="{FF2B5EF4-FFF2-40B4-BE49-F238E27FC236}">
                <a16:creationId xmlns:a16="http://schemas.microsoft.com/office/drawing/2014/main" id="{6205DD86-315C-53B6-CEEF-A9919650168E}"/>
              </a:ext>
            </a:extLst>
          </p:cNvPr>
          <p:cNvCxnSpPr>
            <a:cxnSpLocks/>
            <a:stCxn id="9" idx="6"/>
            <a:endCxn id="24" idx="3"/>
          </p:cNvCxnSpPr>
          <p:nvPr/>
        </p:nvCxnSpPr>
        <p:spPr>
          <a:xfrm>
            <a:off x="9383060" y="2282778"/>
            <a:ext cx="1855028" cy="2175373"/>
          </a:xfrm>
          <a:prstGeom prst="line">
            <a:avLst/>
          </a:prstGeom>
          <a:solidFill>
            <a:schemeClr val="bg1"/>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9" idx="6"/>
            <a:endCxn id="22" idx="3"/>
          </p:cNvCxnSpPr>
          <p:nvPr/>
        </p:nvCxnSpPr>
        <p:spPr>
          <a:xfrm>
            <a:off x="9383060" y="2282778"/>
            <a:ext cx="385324" cy="2175373"/>
          </a:xfrm>
          <a:prstGeom prst="line">
            <a:avLst/>
          </a:prstGeom>
          <a:solidFill>
            <a:schemeClr val="bg1"/>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9" idx="6"/>
            <a:endCxn id="23" idx="3"/>
          </p:cNvCxnSpPr>
          <p:nvPr/>
        </p:nvCxnSpPr>
        <p:spPr>
          <a:xfrm>
            <a:off x="9383060" y="2282778"/>
            <a:ext cx="1156176" cy="2175373"/>
          </a:xfrm>
          <a:prstGeom prst="line">
            <a:avLst/>
          </a:prstGeom>
          <a:solidFill>
            <a:schemeClr val="bg1"/>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a:extLst>
              <a:ext uri="{FF2B5EF4-FFF2-40B4-BE49-F238E27FC236}">
                <a16:creationId xmlns:a16="http://schemas.microsoft.com/office/drawing/2014/main" id="{6205DD86-315C-53B6-CEEF-A9919650168E}"/>
              </a:ext>
            </a:extLst>
          </p:cNvPr>
          <p:cNvCxnSpPr>
            <a:cxnSpLocks/>
            <a:stCxn id="10" idx="5"/>
            <a:endCxn id="19" idx="1"/>
          </p:cNvCxnSpPr>
          <p:nvPr/>
        </p:nvCxnSpPr>
        <p:spPr>
          <a:xfrm flipH="1">
            <a:off x="7697678" y="2261690"/>
            <a:ext cx="2331216" cy="2196461"/>
          </a:xfrm>
          <a:prstGeom prst="line">
            <a:avLst/>
          </a:prstGeom>
          <a:solidFill>
            <a:schemeClr val="bg1"/>
          </a:solidFill>
          <a:ln w="38100">
            <a:solidFill>
              <a:srgbClr val="ED8733"/>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a:extLst>
              <a:ext uri="{FF2B5EF4-FFF2-40B4-BE49-F238E27FC236}">
                <a16:creationId xmlns:a16="http://schemas.microsoft.com/office/drawing/2014/main" id="{6205DD86-315C-53B6-CEEF-A9919650168E}"/>
              </a:ext>
            </a:extLst>
          </p:cNvPr>
          <p:cNvCxnSpPr>
            <a:cxnSpLocks/>
            <a:stCxn id="10" idx="5"/>
            <a:endCxn id="18" idx="1"/>
          </p:cNvCxnSpPr>
          <p:nvPr/>
        </p:nvCxnSpPr>
        <p:spPr>
          <a:xfrm flipH="1">
            <a:off x="6996383" y="2261690"/>
            <a:ext cx="3032511" cy="2196461"/>
          </a:xfrm>
          <a:prstGeom prst="line">
            <a:avLst/>
          </a:prstGeom>
          <a:solidFill>
            <a:schemeClr val="bg1"/>
          </a:solidFill>
          <a:ln w="38100">
            <a:solidFill>
              <a:srgbClr val="ED8733"/>
            </a:solidFill>
          </a:ln>
        </p:spPr>
        <p:style>
          <a:lnRef idx="2">
            <a:schemeClr val="accent1">
              <a:shade val="50000"/>
            </a:schemeClr>
          </a:lnRef>
          <a:fillRef idx="1">
            <a:schemeClr val="accent1"/>
          </a:fillRef>
          <a:effectRef idx="0">
            <a:schemeClr val="accent1"/>
          </a:effectRef>
          <a:fontRef idx="minor">
            <a:schemeClr val="lt1"/>
          </a:fontRef>
        </p:style>
      </p:cxnSp>
      <p:cxnSp>
        <p:nvCxnSpPr>
          <p:cNvPr id="114" name="Straight Connector 113">
            <a:extLst>
              <a:ext uri="{FF2B5EF4-FFF2-40B4-BE49-F238E27FC236}">
                <a16:creationId xmlns:a16="http://schemas.microsoft.com/office/drawing/2014/main" id="{6205DD86-315C-53B6-CEEF-A9919650168E}"/>
              </a:ext>
            </a:extLst>
          </p:cNvPr>
          <p:cNvCxnSpPr>
            <a:cxnSpLocks/>
            <a:stCxn id="10" idx="5"/>
            <a:endCxn id="20" idx="2"/>
          </p:cNvCxnSpPr>
          <p:nvPr/>
        </p:nvCxnSpPr>
        <p:spPr>
          <a:xfrm flipH="1">
            <a:off x="8384658" y="2261690"/>
            <a:ext cx="1644236" cy="2175373"/>
          </a:xfrm>
          <a:prstGeom prst="line">
            <a:avLst/>
          </a:prstGeom>
          <a:solidFill>
            <a:schemeClr val="bg1"/>
          </a:solidFill>
          <a:ln w="38100">
            <a:solidFill>
              <a:srgbClr val="ED8733"/>
            </a:solidFill>
          </a:ln>
        </p:spPr>
        <p:style>
          <a:lnRef idx="2">
            <a:schemeClr val="accent1">
              <a:shade val="50000"/>
            </a:schemeClr>
          </a:lnRef>
          <a:fillRef idx="1">
            <a:schemeClr val="accent1"/>
          </a:fillRef>
          <a:effectRef idx="0">
            <a:schemeClr val="accent1"/>
          </a:effectRef>
          <a:fontRef idx="minor">
            <a:schemeClr val="lt1"/>
          </a:fontRef>
        </p:style>
      </p:cxnSp>
      <p:cxnSp>
        <p:nvCxnSpPr>
          <p:cNvPr id="116" name="Straight Connector 115">
            <a:extLst>
              <a:ext uri="{FF2B5EF4-FFF2-40B4-BE49-F238E27FC236}">
                <a16:creationId xmlns:a16="http://schemas.microsoft.com/office/drawing/2014/main" id="{6205DD86-315C-53B6-CEEF-A9919650168E}"/>
              </a:ext>
            </a:extLst>
          </p:cNvPr>
          <p:cNvCxnSpPr>
            <a:cxnSpLocks/>
            <a:stCxn id="11" idx="5"/>
            <a:endCxn id="19" idx="1"/>
          </p:cNvCxnSpPr>
          <p:nvPr/>
        </p:nvCxnSpPr>
        <p:spPr>
          <a:xfrm flipH="1">
            <a:off x="7697678" y="2261690"/>
            <a:ext cx="3102068" cy="2196461"/>
          </a:xfrm>
          <a:prstGeom prst="lin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9" name="Straight Connector 118">
            <a:extLst>
              <a:ext uri="{FF2B5EF4-FFF2-40B4-BE49-F238E27FC236}">
                <a16:creationId xmlns:a16="http://schemas.microsoft.com/office/drawing/2014/main" id="{6205DD86-315C-53B6-CEEF-A9919650168E}"/>
              </a:ext>
            </a:extLst>
          </p:cNvPr>
          <p:cNvCxnSpPr>
            <a:cxnSpLocks/>
            <a:stCxn id="11" idx="5"/>
            <a:endCxn id="20" idx="2"/>
          </p:cNvCxnSpPr>
          <p:nvPr/>
        </p:nvCxnSpPr>
        <p:spPr>
          <a:xfrm flipH="1">
            <a:off x="8384658" y="2261690"/>
            <a:ext cx="2415088" cy="2175373"/>
          </a:xfrm>
          <a:prstGeom prst="lin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2" name="Straight Connector 121">
            <a:extLst>
              <a:ext uri="{FF2B5EF4-FFF2-40B4-BE49-F238E27FC236}">
                <a16:creationId xmlns:a16="http://schemas.microsoft.com/office/drawing/2014/main" id="{6205DD86-315C-53B6-CEEF-A9919650168E}"/>
              </a:ext>
            </a:extLst>
          </p:cNvPr>
          <p:cNvCxnSpPr>
            <a:cxnSpLocks/>
            <a:stCxn id="11" idx="5"/>
            <a:endCxn id="23" idx="2"/>
          </p:cNvCxnSpPr>
          <p:nvPr/>
        </p:nvCxnSpPr>
        <p:spPr>
          <a:xfrm flipH="1">
            <a:off x="10590148" y="2261690"/>
            <a:ext cx="209598" cy="2175373"/>
          </a:xfrm>
          <a:prstGeom prst="lin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pic>
        <p:nvPicPr>
          <p:cNvPr id="3" name="Picture 2"/>
          <p:cNvPicPr>
            <a:picLocks noChangeAspect="1"/>
          </p:cNvPicPr>
          <p:nvPr/>
        </p:nvPicPr>
        <p:blipFill>
          <a:blip r:embed="rId2"/>
          <a:stretch>
            <a:fillRect/>
          </a:stretch>
        </p:blipFill>
        <p:spPr>
          <a:xfrm>
            <a:off x="753187" y="1177653"/>
            <a:ext cx="4545000" cy="4424603"/>
          </a:xfrm>
          <a:prstGeom prst="rect">
            <a:avLst/>
          </a:prstGeom>
        </p:spPr>
      </p:pic>
    </p:spTree>
    <p:extLst>
      <p:ext uri="{BB962C8B-B14F-4D97-AF65-F5344CB8AC3E}">
        <p14:creationId xmlns:p14="http://schemas.microsoft.com/office/powerpoint/2010/main" val="1439505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wipe(up)">
                                      <p:cBhvr>
                                        <p:cTn id="67" dur="500"/>
                                        <p:tgtEl>
                                          <p:spTgt spid="32"/>
                                        </p:tgtEl>
                                      </p:cBhvr>
                                    </p:animEffect>
                                  </p:childTnLst>
                                </p:cTn>
                              </p:par>
                              <p:par>
                                <p:cTn id="68" presetID="22" presetClass="entr" presetSubtype="1" fill="hold" nodeType="withEffect">
                                  <p:stCondLst>
                                    <p:cond delay="0"/>
                                  </p:stCondLst>
                                  <p:childTnLst>
                                    <p:set>
                                      <p:cBhvr>
                                        <p:cTn id="69" dur="1" fill="hold">
                                          <p:stCondLst>
                                            <p:cond delay="0"/>
                                          </p:stCondLst>
                                        </p:cTn>
                                        <p:tgtEl>
                                          <p:spTgt spid="68"/>
                                        </p:tgtEl>
                                        <p:attrNameLst>
                                          <p:attrName>style.visibility</p:attrName>
                                        </p:attrNameLst>
                                      </p:cBhvr>
                                      <p:to>
                                        <p:strVal val="visible"/>
                                      </p:to>
                                    </p:set>
                                    <p:animEffect transition="in" filter="wipe(up)">
                                      <p:cBhvr>
                                        <p:cTn id="70" dur="500"/>
                                        <p:tgtEl>
                                          <p:spTgt spid="68"/>
                                        </p:tgtEl>
                                      </p:cBhvr>
                                    </p:animEffect>
                                  </p:childTnLst>
                                </p:cTn>
                              </p:par>
                              <p:par>
                                <p:cTn id="71" presetID="22" presetClass="entr" presetSubtype="1" fill="hold" nodeType="withEffect">
                                  <p:stCondLst>
                                    <p:cond delay="0"/>
                                  </p:stCondLst>
                                  <p:childTnLst>
                                    <p:set>
                                      <p:cBhvr>
                                        <p:cTn id="72" dur="1" fill="hold">
                                          <p:stCondLst>
                                            <p:cond delay="0"/>
                                          </p:stCondLst>
                                        </p:cTn>
                                        <p:tgtEl>
                                          <p:spTgt spid="71"/>
                                        </p:tgtEl>
                                        <p:attrNameLst>
                                          <p:attrName>style.visibility</p:attrName>
                                        </p:attrNameLst>
                                      </p:cBhvr>
                                      <p:to>
                                        <p:strVal val="visible"/>
                                      </p:to>
                                    </p:set>
                                    <p:animEffect transition="in" filter="wipe(up)">
                                      <p:cBhvr>
                                        <p:cTn id="73" dur="500"/>
                                        <p:tgtEl>
                                          <p:spTgt spid="7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78"/>
                                        </p:tgtEl>
                                        <p:attrNameLst>
                                          <p:attrName>style.visibility</p:attrName>
                                        </p:attrNameLst>
                                      </p:cBhvr>
                                      <p:to>
                                        <p:strVal val="visible"/>
                                      </p:to>
                                    </p:set>
                                    <p:animEffect transition="in" filter="wipe(up)">
                                      <p:cBhvr>
                                        <p:cTn id="78" dur="500"/>
                                        <p:tgtEl>
                                          <p:spTgt spid="78"/>
                                        </p:tgtEl>
                                      </p:cBhvr>
                                    </p:animEffect>
                                  </p:childTnLst>
                                </p:cTn>
                              </p:par>
                              <p:par>
                                <p:cTn id="79" presetID="22" presetClass="entr" presetSubtype="1" fill="hold" nodeType="withEffect">
                                  <p:stCondLst>
                                    <p:cond delay="0"/>
                                  </p:stCondLst>
                                  <p:childTnLst>
                                    <p:set>
                                      <p:cBhvr>
                                        <p:cTn id="80" dur="1" fill="hold">
                                          <p:stCondLst>
                                            <p:cond delay="0"/>
                                          </p:stCondLst>
                                        </p:cTn>
                                        <p:tgtEl>
                                          <p:spTgt spid="81"/>
                                        </p:tgtEl>
                                        <p:attrNameLst>
                                          <p:attrName>style.visibility</p:attrName>
                                        </p:attrNameLst>
                                      </p:cBhvr>
                                      <p:to>
                                        <p:strVal val="visible"/>
                                      </p:to>
                                    </p:set>
                                    <p:animEffect transition="in" filter="wipe(up)">
                                      <p:cBhvr>
                                        <p:cTn id="81" dur="500"/>
                                        <p:tgtEl>
                                          <p:spTgt spid="81"/>
                                        </p:tgtEl>
                                      </p:cBhvr>
                                    </p:animEffect>
                                  </p:childTnLst>
                                </p:cTn>
                              </p:par>
                              <p:par>
                                <p:cTn id="82" presetID="22" presetClass="entr" presetSubtype="1" fill="hold" nodeType="withEffect">
                                  <p:stCondLst>
                                    <p:cond delay="0"/>
                                  </p:stCondLst>
                                  <p:childTnLst>
                                    <p:set>
                                      <p:cBhvr>
                                        <p:cTn id="83" dur="1" fill="hold">
                                          <p:stCondLst>
                                            <p:cond delay="0"/>
                                          </p:stCondLst>
                                        </p:cTn>
                                        <p:tgtEl>
                                          <p:spTgt spid="84"/>
                                        </p:tgtEl>
                                        <p:attrNameLst>
                                          <p:attrName>style.visibility</p:attrName>
                                        </p:attrNameLst>
                                      </p:cBhvr>
                                      <p:to>
                                        <p:strVal val="visible"/>
                                      </p:to>
                                    </p:set>
                                    <p:animEffect transition="in" filter="wipe(up)">
                                      <p:cBhvr>
                                        <p:cTn id="84" dur="500"/>
                                        <p:tgtEl>
                                          <p:spTgt spid="84"/>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86"/>
                                        </p:tgtEl>
                                        <p:attrNameLst>
                                          <p:attrName>style.visibility</p:attrName>
                                        </p:attrNameLst>
                                      </p:cBhvr>
                                      <p:to>
                                        <p:strVal val="visible"/>
                                      </p:to>
                                    </p:set>
                                    <p:animEffect transition="in" filter="wipe(up)">
                                      <p:cBhvr>
                                        <p:cTn id="89" dur="500"/>
                                        <p:tgtEl>
                                          <p:spTgt spid="86"/>
                                        </p:tgtEl>
                                      </p:cBhvr>
                                    </p:animEffect>
                                  </p:childTnLst>
                                </p:cTn>
                              </p:par>
                              <p:par>
                                <p:cTn id="90" presetID="22" presetClass="entr" presetSubtype="1" fill="hold" nodeType="withEffect">
                                  <p:stCondLst>
                                    <p:cond delay="0"/>
                                  </p:stCondLst>
                                  <p:childTnLst>
                                    <p:set>
                                      <p:cBhvr>
                                        <p:cTn id="91" dur="1" fill="hold">
                                          <p:stCondLst>
                                            <p:cond delay="0"/>
                                          </p:stCondLst>
                                        </p:cTn>
                                        <p:tgtEl>
                                          <p:spTgt spid="89"/>
                                        </p:tgtEl>
                                        <p:attrNameLst>
                                          <p:attrName>style.visibility</p:attrName>
                                        </p:attrNameLst>
                                      </p:cBhvr>
                                      <p:to>
                                        <p:strVal val="visible"/>
                                      </p:to>
                                    </p:set>
                                    <p:animEffect transition="in" filter="wipe(up)">
                                      <p:cBhvr>
                                        <p:cTn id="92" dur="500"/>
                                        <p:tgtEl>
                                          <p:spTgt spid="89"/>
                                        </p:tgtEl>
                                      </p:cBhvr>
                                    </p:animEffect>
                                  </p:childTnLst>
                                </p:cTn>
                              </p:par>
                              <p:par>
                                <p:cTn id="93" presetID="22" presetClass="entr" presetSubtype="1" fill="hold" nodeType="withEffect">
                                  <p:stCondLst>
                                    <p:cond delay="0"/>
                                  </p:stCondLst>
                                  <p:childTnLst>
                                    <p:set>
                                      <p:cBhvr>
                                        <p:cTn id="94" dur="1" fill="hold">
                                          <p:stCondLst>
                                            <p:cond delay="0"/>
                                          </p:stCondLst>
                                        </p:cTn>
                                        <p:tgtEl>
                                          <p:spTgt spid="92"/>
                                        </p:tgtEl>
                                        <p:attrNameLst>
                                          <p:attrName>style.visibility</p:attrName>
                                        </p:attrNameLst>
                                      </p:cBhvr>
                                      <p:to>
                                        <p:strVal val="visible"/>
                                      </p:to>
                                    </p:set>
                                    <p:animEffect transition="in" filter="wipe(up)">
                                      <p:cBhvr>
                                        <p:cTn id="95" dur="500"/>
                                        <p:tgtEl>
                                          <p:spTgt spid="92"/>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nodeType="clickEffect">
                                  <p:stCondLst>
                                    <p:cond delay="0"/>
                                  </p:stCondLst>
                                  <p:childTnLst>
                                    <p:set>
                                      <p:cBhvr>
                                        <p:cTn id="99" dur="1" fill="hold">
                                          <p:stCondLst>
                                            <p:cond delay="0"/>
                                          </p:stCondLst>
                                        </p:cTn>
                                        <p:tgtEl>
                                          <p:spTgt spid="95"/>
                                        </p:tgtEl>
                                        <p:attrNameLst>
                                          <p:attrName>style.visibility</p:attrName>
                                        </p:attrNameLst>
                                      </p:cBhvr>
                                      <p:to>
                                        <p:strVal val="visible"/>
                                      </p:to>
                                    </p:set>
                                    <p:animEffect transition="in" filter="wipe(up)">
                                      <p:cBhvr>
                                        <p:cTn id="100" dur="500"/>
                                        <p:tgtEl>
                                          <p:spTgt spid="95"/>
                                        </p:tgtEl>
                                      </p:cBhvr>
                                    </p:animEffect>
                                  </p:childTnLst>
                                </p:cTn>
                              </p:par>
                              <p:par>
                                <p:cTn id="101" presetID="22" presetClass="entr" presetSubtype="1" fill="hold" nodeType="withEffect">
                                  <p:stCondLst>
                                    <p:cond delay="0"/>
                                  </p:stCondLst>
                                  <p:childTnLst>
                                    <p:set>
                                      <p:cBhvr>
                                        <p:cTn id="102" dur="1" fill="hold">
                                          <p:stCondLst>
                                            <p:cond delay="0"/>
                                          </p:stCondLst>
                                        </p:cTn>
                                        <p:tgtEl>
                                          <p:spTgt spid="96"/>
                                        </p:tgtEl>
                                        <p:attrNameLst>
                                          <p:attrName>style.visibility</p:attrName>
                                        </p:attrNameLst>
                                      </p:cBhvr>
                                      <p:to>
                                        <p:strVal val="visible"/>
                                      </p:to>
                                    </p:set>
                                    <p:animEffect transition="in" filter="wipe(up)">
                                      <p:cBhvr>
                                        <p:cTn id="103" dur="500"/>
                                        <p:tgtEl>
                                          <p:spTgt spid="96"/>
                                        </p:tgtEl>
                                      </p:cBhvr>
                                    </p:animEffect>
                                  </p:childTnLst>
                                </p:cTn>
                              </p:par>
                              <p:par>
                                <p:cTn id="104" presetID="22" presetClass="entr" presetSubtype="1" fill="hold" nodeType="withEffect">
                                  <p:stCondLst>
                                    <p:cond delay="0"/>
                                  </p:stCondLst>
                                  <p:childTnLst>
                                    <p:set>
                                      <p:cBhvr>
                                        <p:cTn id="105" dur="1" fill="hold">
                                          <p:stCondLst>
                                            <p:cond delay="0"/>
                                          </p:stCondLst>
                                        </p:cTn>
                                        <p:tgtEl>
                                          <p:spTgt spid="97"/>
                                        </p:tgtEl>
                                        <p:attrNameLst>
                                          <p:attrName>style.visibility</p:attrName>
                                        </p:attrNameLst>
                                      </p:cBhvr>
                                      <p:to>
                                        <p:strVal val="visible"/>
                                      </p:to>
                                    </p:set>
                                    <p:animEffect transition="in" filter="wipe(up)">
                                      <p:cBhvr>
                                        <p:cTn id="106" dur="500"/>
                                        <p:tgtEl>
                                          <p:spTgt spid="97"/>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nodeType="clickEffect">
                                  <p:stCondLst>
                                    <p:cond delay="0"/>
                                  </p:stCondLst>
                                  <p:childTnLst>
                                    <p:set>
                                      <p:cBhvr>
                                        <p:cTn id="110" dur="1" fill="hold">
                                          <p:stCondLst>
                                            <p:cond delay="0"/>
                                          </p:stCondLst>
                                        </p:cTn>
                                        <p:tgtEl>
                                          <p:spTgt spid="106"/>
                                        </p:tgtEl>
                                        <p:attrNameLst>
                                          <p:attrName>style.visibility</p:attrName>
                                        </p:attrNameLst>
                                      </p:cBhvr>
                                      <p:to>
                                        <p:strVal val="visible"/>
                                      </p:to>
                                    </p:set>
                                    <p:animEffect transition="in" filter="wipe(up)">
                                      <p:cBhvr>
                                        <p:cTn id="111" dur="500"/>
                                        <p:tgtEl>
                                          <p:spTgt spid="106"/>
                                        </p:tgtEl>
                                      </p:cBhvr>
                                    </p:animEffect>
                                  </p:childTnLst>
                                </p:cTn>
                              </p:par>
                              <p:par>
                                <p:cTn id="112" presetID="22" presetClass="entr" presetSubtype="1" fill="hold" nodeType="withEffect">
                                  <p:stCondLst>
                                    <p:cond delay="0"/>
                                  </p:stCondLst>
                                  <p:childTnLst>
                                    <p:set>
                                      <p:cBhvr>
                                        <p:cTn id="113" dur="1" fill="hold">
                                          <p:stCondLst>
                                            <p:cond delay="0"/>
                                          </p:stCondLst>
                                        </p:cTn>
                                        <p:tgtEl>
                                          <p:spTgt spid="111"/>
                                        </p:tgtEl>
                                        <p:attrNameLst>
                                          <p:attrName>style.visibility</p:attrName>
                                        </p:attrNameLst>
                                      </p:cBhvr>
                                      <p:to>
                                        <p:strVal val="visible"/>
                                      </p:to>
                                    </p:set>
                                    <p:animEffect transition="in" filter="wipe(up)">
                                      <p:cBhvr>
                                        <p:cTn id="114" dur="500"/>
                                        <p:tgtEl>
                                          <p:spTgt spid="111"/>
                                        </p:tgtEl>
                                      </p:cBhvr>
                                    </p:animEffect>
                                  </p:childTnLst>
                                </p:cTn>
                              </p:par>
                              <p:par>
                                <p:cTn id="115" presetID="22" presetClass="entr" presetSubtype="1" fill="hold" nodeType="withEffect">
                                  <p:stCondLst>
                                    <p:cond delay="0"/>
                                  </p:stCondLst>
                                  <p:childTnLst>
                                    <p:set>
                                      <p:cBhvr>
                                        <p:cTn id="116" dur="1" fill="hold">
                                          <p:stCondLst>
                                            <p:cond delay="0"/>
                                          </p:stCondLst>
                                        </p:cTn>
                                        <p:tgtEl>
                                          <p:spTgt spid="114"/>
                                        </p:tgtEl>
                                        <p:attrNameLst>
                                          <p:attrName>style.visibility</p:attrName>
                                        </p:attrNameLst>
                                      </p:cBhvr>
                                      <p:to>
                                        <p:strVal val="visible"/>
                                      </p:to>
                                    </p:set>
                                    <p:animEffect transition="in" filter="wipe(up)">
                                      <p:cBhvr>
                                        <p:cTn id="117" dur="500"/>
                                        <p:tgtEl>
                                          <p:spTgt spid="114"/>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nodeType="clickEffect">
                                  <p:stCondLst>
                                    <p:cond delay="0"/>
                                  </p:stCondLst>
                                  <p:childTnLst>
                                    <p:set>
                                      <p:cBhvr>
                                        <p:cTn id="121" dur="1" fill="hold">
                                          <p:stCondLst>
                                            <p:cond delay="0"/>
                                          </p:stCondLst>
                                        </p:cTn>
                                        <p:tgtEl>
                                          <p:spTgt spid="116"/>
                                        </p:tgtEl>
                                        <p:attrNameLst>
                                          <p:attrName>style.visibility</p:attrName>
                                        </p:attrNameLst>
                                      </p:cBhvr>
                                      <p:to>
                                        <p:strVal val="visible"/>
                                      </p:to>
                                    </p:set>
                                    <p:animEffect transition="in" filter="wipe(up)">
                                      <p:cBhvr>
                                        <p:cTn id="122" dur="500"/>
                                        <p:tgtEl>
                                          <p:spTgt spid="116"/>
                                        </p:tgtEl>
                                      </p:cBhvr>
                                    </p:animEffect>
                                  </p:childTnLst>
                                </p:cTn>
                              </p:par>
                              <p:par>
                                <p:cTn id="123" presetID="22" presetClass="entr" presetSubtype="1" fill="hold" nodeType="withEffect">
                                  <p:stCondLst>
                                    <p:cond delay="0"/>
                                  </p:stCondLst>
                                  <p:childTnLst>
                                    <p:set>
                                      <p:cBhvr>
                                        <p:cTn id="124" dur="1" fill="hold">
                                          <p:stCondLst>
                                            <p:cond delay="0"/>
                                          </p:stCondLst>
                                        </p:cTn>
                                        <p:tgtEl>
                                          <p:spTgt spid="119"/>
                                        </p:tgtEl>
                                        <p:attrNameLst>
                                          <p:attrName>style.visibility</p:attrName>
                                        </p:attrNameLst>
                                      </p:cBhvr>
                                      <p:to>
                                        <p:strVal val="visible"/>
                                      </p:to>
                                    </p:set>
                                    <p:animEffect transition="in" filter="wipe(up)">
                                      <p:cBhvr>
                                        <p:cTn id="125" dur="500"/>
                                        <p:tgtEl>
                                          <p:spTgt spid="119"/>
                                        </p:tgtEl>
                                      </p:cBhvr>
                                    </p:animEffect>
                                  </p:childTnLst>
                                </p:cTn>
                              </p:par>
                              <p:par>
                                <p:cTn id="126" presetID="22" presetClass="entr" presetSubtype="1" fill="hold" nodeType="withEffect">
                                  <p:stCondLst>
                                    <p:cond delay="0"/>
                                  </p:stCondLst>
                                  <p:childTnLst>
                                    <p:set>
                                      <p:cBhvr>
                                        <p:cTn id="127" dur="1" fill="hold">
                                          <p:stCondLst>
                                            <p:cond delay="0"/>
                                          </p:stCondLst>
                                        </p:cTn>
                                        <p:tgtEl>
                                          <p:spTgt spid="122"/>
                                        </p:tgtEl>
                                        <p:attrNameLst>
                                          <p:attrName>style.visibility</p:attrName>
                                        </p:attrNameLst>
                                      </p:cBhvr>
                                      <p:to>
                                        <p:strVal val="visible"/>
                                      </p:to>
                                    </p:set>
                                    <p:animEffect transition="in" filter="wipe(up)">
                                      <p:cBhvr>
                                        <p:cTn id="128"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p:bldP spid="13" grpId="0"/>
      <p:bldP spid="14" grpId="0"/>
      <p:bldP spid="15" grpId="0"/>
      <p:bldP spid="16" grpId="0"/>
      <p:bldP spid="17" grpId="0"/>
      <p:bldP spid="18" grpId="0" animBg="1"/>
      <p:bldP spid="19" grpId="0" animBg="1"/>
      <p:bldP spid="20" grpId="0" animBg="1"/>
      <p:bldP spid="21" grpId="0" animBg="1"/>
      <p:bldP spid="22" grpId="0" animBg="1"/>
      <p:bldP spid="23" grpId="0" animBg="1"/>
      <p:bldP spid="24" grpId="0" animBg="1"/>
      <p:bldP spid="25" grpId="0"/>
      <p:bldP spid="26" grpId="0"/>
      <p:bldP spid="27" grpId="0"/>
      <p:bldP spid="28" grpId="0"/>
      <p:bldP spid="29" grpId="0"/>
      <p:bldP spid="30" grpId="0"/>
      <p:bldP spid="31"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Model and Solve following real life problem using graph theory </a:t>
            </a:r>
          </a:p>
        </p:txBody>
      </p:sp>
      <p:sp>
        <p:nvSpPr>
          <p:cNvPr id="5" name="Oval 4">
            <a:extLst>
              <a:ext uri="{FF2B5EF4-FFF2-40B4-BE49-F238E27FC236}">
                <a16:creationId xmlns:a16="http://schemas.microsoft.com/office/drawing/2014/main" id="{BDD11F87-DA81-9510-C1CB-0AF4093562CB}"/>
              </a:ext>
            </a:extLst>
          </p:cNvPr>
          <p:cNvSpPr/>
          <p:nvPr/>
        </p:nvSpPr>
        <p:spPr>
          <a:xfrm rot="5400000">
            <a:off x="4092258"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4793553"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5531445"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BDD11F87-DA81-9510-C1CB-0AF4093562CB}"/>
              </a:ext>
            </a:extLst>
          </p:cNvPr>
          <p:cNvSpPr/>
          <p:nvPr/>
        </p:nvSpPr>
        <p:spPr>
          <a:xfrm rot="5400000">
            <a:off x="6269337"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6966083"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DD11F87-DA81-9510-C1CB-0AF4093562CB}"/>
              </a:ext>
            </a:extLst>
          </p:cNvPr>
          <p:cNvSpPr/>
          <p:nvPr/>
        </p:nvSpPr>
        <p:spPr>
          <a:xfrm rot="5400000">
            <a:off x="7736935"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Rectangle 11"/>
          <p:cNvSpPr/>
          <p:nvPr/>
        </p:nvSpPr>
        <p:spPr>
          <a:xfrm>
            <a:off x="3991505" y="1658814"/>
            <a:ext cx="391454" cy="523220"/>
          </a:xfrm>
          <a:prstGeom prst="rect">
            <a:avLst/>
          </a:prstGeom>
        </p:spPr>
        <p:txBody>
          <a:bodyPr wrap="none">
            <a:spAutoFit/>
          </a:bodyPr>
          <a:lstStyle/>
          <a:p>
            <a:r>
              <a:rPr lang="en-US" sz="2800" dirty="0">
                <a:solidFill>
                  <a:srgbClr val="002060"/>
                </a:solidFill>
              </a:rPr>
              <a:t>A</a:t>
            </a:r>
          </a:p>
        </p:txBody>
      </p:sp>
      <p:sp>
        <p:nvSpPr>
          <p:cNvPr id="13" name="Rectangle 12"/>
          <p:cNvSpPr/>
          <p:nvPr/>
        </p:nvSpPr>
        <p:spPr>
          <a:xfrm>
            <a:off x="4591279" y="1658814"/>
            <a:ext cx="380232" cy="523220"/>
          </a:xfrm>
          <a:prstGeom prst="rect">
            <a:avLst/>
          </a:prstGeom>
        </p:spPr>
        <p:txBody>
          <a:bodyPr wrap="none">
            <a:spAutoFit/>
          </a:bodyPr>
          <a:lstStyle/>
          <a:p>
            <a:r>
              <a:rPr lang="en-US" sz="2800" dirty="0">
                <a:solidFill>
                  <a:srgbClr val="002060"/>
                </a:solidFill>
              </a:rPr>
              <a:t>B</a:t>
            </a:r>
          </a:p>
        </p:txBody>
      </p:sp>
      <p:sp>
        <p:nvSpPr>
          <p:cNvPr id="14" name="Rectangle 13"/>
          <p:cNvSpPr/>
          <p:nvPr/>
        </p:nvSpPr>
        <p:spPr>
          <a:xfrm>
            <a:off x="5329171" y="1658814"/>
            <a:ext cx="388248" cy="523220"/>
          </a:xfrm>
          <a:prstGeom prst="rect">
            <a:avLst/>
          </a:prstGeom>
        </p:spPr>
        <p:txBody>
          <a:bodyPr wrap="none">
            <a:spAutoFit/>
          </a:bodyPr>
          <a:lstStyle/>
          <a:p>
            <a:r>
              <a:rPr lang="en-US" sz="2800" dirty="0">
                <a:solidFill>
                  <a:srgbClr val="002060"/>
                </a:solidFill>
              </a:rPr>
              <a:t>C</a:t>
            </a:r>
          </a:p>
        </p:txBody>
      </p:sp>
      <p:sp>
        <p:nvSpPr>
          <p:cNvPr id="15" name="Rectangle 14"/>
          <p:cNvSpPr/>
          <p:nvPr/>
        </p:nvSpPr>
        <p:spPr>
          <a:xfrm>
            <a:off x="6083855" y="1658814"/>
            <a:ext cx="389850" cy="523220"/>
          </a:xfrm>
          <a:prstGeom prst="rect">
            <a:avLst/>
          </a:prstGeom>
        </p:spPr>
        <p:txBody>
          <a:bodyPr wrap="none">
            <a:spAutoFit/>
          </a:bodyPr>
          <a:lstStyle/>
          <a:p>
            <a:r>
              <a:rPr lang="en-US" sz="2800" dirty="0">
                <a:solidFill>
                  <a:srgbClr val="002060"/>
                </a:solidFill>
              </a:rPr>
              <a:t>D</a:t>
            </a:r>
          </a:p>
        </p:txBody>
      </p:sp>
      <p:sp>
        <p:nvSpPr>
          <p:cNvPr id="16" name="Rectangle 15"/>
          <p:cNvSpPr/>
          <p:nvPr/>
        </p:nvSpPr>
        <p:spPr>
          <a:xfrm>
            <a:off x="6757344" y="1658814"/>
            <a:ext cx="362600" cy="523220"/>
          </a:xfrm>
          <a:prstGeom prst="rect">
            <a:avLst/>
          </a:prstGeom>
        </p:spPr>
        <p:txBody>
          <a:bodyPr wrap="none">
            <a:spAutoFit/>
          </a:bodyPr>
          <a:lstStyle/>
          <a:p>
            <a:r>
              <a:rPr lang="en-US" sz="2800" dirty="0">
                <a:solidFill>
                  <a:srgbClr val="002060"/>
                </a:solidFill>
              </a:rPr>
              <a:t>E</a:t>
            </a:r>
          </a:p>
        </p:txBody>
      </p:sp>
      <p:sp>
        <p:nvSpPr>
          <p:cNvPr id="17" name="Rectangle 16"/>
          <p:cNvSpPr/>
          <p:nvPr/>
        </p:nvSpPr>
        <p:spPr>
          <a:xfrm>
            <a:off x="7497962" y="1658814"/>
            <a:ext cx="357790" cy="523220"/>
          </a:xfrm>
          <a:prstGeom prst="rect">
            <a:avLst/>
          </a:prstGeom>
        </p:spPr>
        <p:txBody>
          <a:bodyPr wrap="none">
            <a:spAutoFit/>
          </a:bodyPr>
          <a:lstStyle/>
          <a:p>
            <a:r>
              <a:rPr lang="en-US" sz="2800" dirty="0">
                <a:solidFill>
                  <a:srgbClr val="002060"/>
                </a:solidFill>
              </a:rPr>
              <a:t>F</a:t>
            </a:r>
          </a:p>
        </p:txBody>
      </p:sp>
      <p:sp>
        <p:nvSpPr>
          <p:cNvPr id="18" name="Oval 17">
            <a:extLst>
              <a:ext uri="{FF2B5EF4-FFF2-40B4-BE49-F238E27FC236}">
                <a16:creationId xmlns:a16="http://schemas.microsoft.com/office/drawing/2014/main" id="{BDD11F87-DA81-9510-C1CB-0AF4093562CB}"/>
              </a:ext>
            </a:extLst>
          </p:cNvPr>
          <p:cNvSpPr/>
          <p:nvPr/>
        </p:nvSpPr>
        <p:spPr>
          <a:xfrm rot="5400000">
            <a:off x="3590524"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4291819"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5029711"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1" name="Oval 20">
            <a:extLst>
              <a:ext uri="{FF2B5EF4-FFF2-40B4-BE49-F238E27FC236}">
                <a16:creationId xmlns:a16="http://schemas.microsoft.com/office/drawing/2014/main" id="{BDD11F87-DA81-9510-C1CB-0AF4093562CB}"/>
              </a:ext>
            </a:extLst>
          </p:cNvPr>
          <p:cNvSpPr/>
          <p:nvPr/>
        </p:nvSpPr>
        <p:spPr>
          <a:xfrm rot="5400000">
            <a:off x="5767603"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 name="Oval 21">
            <a:extLst>
              <a:ext uri="{FF2B5EF4-FFF2-40B4-BE49-F238E27FC236}">
                <a16:creationId xmlns:a16="http://schemas.microsoft.com/office/drawing/2014/main" id="{BDD11F87-DA81-9510-C1CB-0AF4093562CB}"/>
              </a:ext>
            </a:extLst>
          </p:cNvPr>
          <p:cNvSpPr/>
          <p:nvPr/>
        </p:nvSpPr>
        <p:spPr>
          <a:xfrm rot="5400000">
            <a:off x="6464349"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3" name="Oval 22">
            <a:extLst>
              <a:ext uri="{FF2B5EF4-FFF2-40B4-BE49-F238E27FC236}">
                <a16:creationId xmlns:a16="http://schemas.microsoft.com/office/drawing/2014/main" id="{BDD11F87-DA81-9510-C1CB-0AF4093562CB}"/>
              </a:ext>
            </a:extLst>
          </p:cNvPr>
          <p:cNvSpPr/>
          <p:nvPr/>
        </p:nvSpPr>
        <p:spPr>
          <a:xfrm rot="5400000">
            <a:off x="7235201"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4" name="Oval 23">
            <a:extLst>
              <a:ext uri="{FF2B5EF4-FFF2-40B4-BE49-F238E27FC236}">
                <a16:creationId xmlns:a16="http://schemas.microsoft.com/office/drawing/2014/main" id="{BDD11F87-DA81-9510-C1CB-0AF4093562CB}"/>
              </a:ext>
            </a:extLst>
          </p:cNvPr>
          <p:cNvSpPr/>
          <p:nvPr/>
        </p:nvSpPr>
        <p:spPr>
          <a:xfrm rot="5400000">
            <a:off x="7934053"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5" name="Rectangle 24"/>
          <p:cNvSpPr/>
          <p:nvPr/>
        </p:nvSpPr>
        <p:spPr>
          <a:xfrm>
            <a:off x="3391010" y="4581063"/>
            <a:ext cx="356188" cy="523220"/>
          </a:xfrm>
          <a:prstGeom prst="rect">
            <a:avLst/>
          </a:prstGeom>
        </p:spPr>
        <p:txBody>
          <a:bodyPr wrap="none">
            <a:spAutoFit/>
          </a:bodyPr>
          <a:lstStyle/>
          <a:p>
            <a:r>
              <a:rPr lang="en-US" sz="2800" dirty="0">
                <a:solidFill>
                  <a:srgbClr val="002060"/>
                </a:solidFill>
              </a:rPr>
              <a:t>a</a:t>
            </a:r>
          </a:p>
        </p:txBody>
      </p:sp>
      <p:sp>
        <p:nvSpPr>
          <p:cNvPr id="26" name="Rectangle 25"/>
          <p:cNvSpPr/>
          <p:nvPr/>
        </p:nvSpPr>
        <p:spPr>
          <a:xfrm>
            <a:off x="4106512" y="4581063"/>
            <a:ext cx="360996" cy="523220"/>
          </a:xfrm>
          <a:prstGeom prst="rect">
            <a:avLst/>
          </a:prstGeom>
        </p:spPr>
        <p:txBody>
          <a:bodyPr wrap="none">
            <a:spAutoFit/>
          </a:bodyPr>
          <a:lstStyle/>
          <a:p>
            <a:r>
              <a:rPr lang="en-US" sz="2800" dirty="0">
                <a:solidFill>
                  <a:srgbClr val="002060"/>
                </a:solidFill>
              </a:rPr>
              <a:t>c</a:t>
            </a:r>
          </a:p>
        </p:txBody>
      </p:sp>
      <p:sp>
        <p:nvSpPr>
          <p:cNvPr id="27" name="Rectangle 26"/>
          <p:cNvSpPr/>
          <p:nvPr/>
        </p:nvSpPr>
        <p:spPr>
          <a:xfrm>
            <a:off x="4844404" y="4581063"/>
            <a:ext cx="362600" cy="523220"/>
          </a:xfrm>
          <a:prstGeom prst="rect">
            <a:avLst/>
          </a:prstGeom>
        </p:spPr>
        <p:txBody>
          <a:bodyPr wrap="none">
            <a:spAutoFit/>
          </a:bodyPr>
          <a:lstStyle/>
          <a:p>
            <a:r>
              <a:rPr lang="en-US" sz="2800" dirty="0">
                <a:solidFill>
                  <a:srgbClr val="002060"/>
                </a:solidFill>
              </a:rPr>
              <a:t>d</a:t>
            </a:r>
          </a:p>
        </p:txBody>
      </p:sp>
      <p:sp>
        <p:nvSpPr>
          <p:cNvPr id="28" name="Rectangle 27"/>
          <p:cNvSpPr/>
          <p:nvPr/>
        </p:nvSpPr>
        <p:spPr>
          <a:xfrm>
            <a:off x="5599088" y="4581063"/>
            <a:ext cx="360996" cy="523220"/>
          </a:xfrm>
          <a:prstGeom prst="rect">
            <a:avLst/>
          </a:prstGeom>
        </p:spPr>
        <p:txBody>
          <a:bodyPr wrap="none">
            <a:spAutoFit/>
          </a:bodyPr>
          <a:lstStyle/>
          <a:p>
            <a:r>
              <a:rPr lang="en-US" sz="2800" dirty="0">
                <a:solidFill>
                  <a:srgbClr val="002060"/>
                </a:solidFill>
              </a:rPr>
              <a:t>g</a:t>
            </a:r>
          </a:p>
        </p:txBody>
      </p:sp>
      <p:sp>
        <p:nvSpPr>
          <p:cNvPr id="29" name="Rectangle 28"/>
          <p:cNvSpPr/>
          <p:nvPr/>
        </p:nvSpPr>
        <p:spPr>
          <a:xfrm>
            <a:off x="6272577" y="4581063"/>
            <a:ext cx="357790" cy="523220"/>
          </a:xfrm>
          <a:prstGeom prst="rect">
            <a:avLst/>
          </a:prstGeom>
        </p:spPr>
        <p:txBody>
          <a:bodyPr wrap="none">
            <a:spAutoFit/>
          </a:bodyPr>
          <a:lstStyle/>
          <a:p>
            <a:r>
              <a:rPr lang="en-US" sz="2800" dirty="0">
                <a:solidFill>
                  <a:srgbClr val="002060"/>
                </a:solidFill>
              </a:rPr>
              <a:t>h</a:t>
            </a:r>
          </a:p>
        </p:txBody>
      </p:sp>
      <p:sp>
        <p:nvSpPr>
          <p:cNvPr id="30" name="Rectangle 29"/>
          <p:cNvSpPr/>
          <p:nvPr/>
        </p:nvSpPr>
        <p:spPr>
          <a:xfrm>
            <a:off x="7736935" y="4581063"/>
            <a:ext cx="290464" cy="523220"/>
          </a:xfrm>
          <a:prstGeom prst="rect">
            <a:avLst/>
          </a:prstGeom>
        </p:spPr>
        <p:txBody>
          <a:bodyPr wrap="none">
            <a:spAutoFit/>
          </a:bodyPr>
          <a:lstStyle/>
          <a:p>
            <a:r>
              <a:rPr lang="en-US" sz="2800" dirty="0">
                <a:solidFill>
                  <a:srgbClr val="002060"/>
                </a:solidFill>
              </a:rPr>
              <a:t>t</a:t>
            </a:r>
          </a:p>
        </p:txBody>
      </p:sp>
      <p:sp>
        <p:nvSpPr>
          <p:cNvPr id="31" name="Rectangle 30"/>
          <p:cNvSpPr/>
          <p:nvPr/>
        </p:nvSpPr>
        <p:spPr>
          <a:xfrm>
            <a:off x="7013195" y="4581063"/>
            <a:ext cx="360996" cy="523220"/>
          </a:xfrm>
          <a:prstGeom prst="rect">
            <a:avLst/>
          </a:prstGeom>
        </p:spPr>
        <p:txBody>
          <a:bodyPr wrap="none">
            <a:spAutoFit/>
          </a:bodyPr>
          <a:lstStyle/>
          <a:p>
            <a:r>
              <a:rPr lang="en-US" sz="2800" dirty="0">
                <a:solidFill>
                  <a:srgbClr val="002060"/>
                </a:solidFill>
              </a:rPr>
              <a:t>p</a:t>
            </a:r>
          </a:p>
        </p:txBody>
      </p:sp>
      <p:cxnSp>
        <p:nvCxnSpPr>
          <p:cNvPr id="32" name="Straight Connector 31">
            <a:extLst>
              <a:ext uri="{FF2B5EF4-FFF2-40B4-BE49-F238E27FC236}">
                <a16:creationId xmlns:a16="http://schemas.microsoft.com/office/drawing/2014/main" id="{6205DD86-315C-53B6-CEEF-A9919650168E}"/>
              </a:ext>
            </a:extLst>
          </p:cNvPr>
          <p:cNvCxnSpPr>
            <a:cxnSpLocks/>
            <a:stCxn id="5" idx="7"/>
            <a:endCxn id="20" idx="3"/>
          </p:cNvCxnSpPr>
          <p:nvPr/>
        </p:nvCxnSpPr>
        <p:spPr>
          <a:xfrm>
            <a:off x="4215170" y="2261690"/>
            <a:ext cx="835629"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stCxn id="5" idx="7"/>
            <a:endCxn id="22" idx="3"/>
          </p:cNvCxnSpPr>
          <p:nvPr/>
        </p:nvCxnSpPr>
        <p:spPr>
          <a:xfrm>
            <a:off x="4215170" y="2261690"/>
            <a:ext cx="2270267"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Straight Connector 70">
            <a:extLst>
              <a:ext uri="{FF2B5EF4-FFF2-40B4-BE49-F238E27FC236}">
                <a16:creationId xmlns:a16="http://schemas.microsoft.com/office/drawing/2014/main" id="{6205DD86-315C-53B6-CEEF-A9919650168E}"/>
              </a:ext>
            </a:extLst>
          </p:cNvPr>
          <p:cNvCxnSpPr>
            <a:cxnSpLocks/>
            <a:stCxn id="5" idx="7"/>
            <a:endCxn id="24" idx="3"/>
          </p:cNvCxnSpPr>
          <p:nvPr/>
        </p:nvCxnSpPr>
        <p:spPr>
          <a:xfrm>
            <a:off x="4215170" y="2261690"/>
            <a:ext cx="3739971"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6" idx="6"/>
            <a:endCxn id="21" idx="3"/>
          </p:cNvCxnSpPr>
          <p:nvPr/>
        </p:nvCxnSpPr>
        <p:spPr>
          <a:xfrm>
            <a:off x="4865553" y="2282778"/>
            <a:ext cx="923138"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6" idx="6"/>
            <a:endCxn id="23" idx="3"/>
          </p:cNvCxnSpPr>
          <p:nvPr/>
        </p:nvCxnSpPr>
        <p:spPr>
          <a:xfrm>
            <a:off x="4865553" y="2282778"/>
            <a:ext cx="2390736"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Straight Connector 83">
            <a:extLst>
              <a:ext uri="{FF2B5EF4-FFF2-40B4-BE49-F238E27FC236}">
                <a16:creationId xmlns:a16="http://schemas.microsoft.com/office/drawing/2014/main" id="{6205DD86-315C-53B6-CEEF-A9919650168E}"/>
              </a:ext>
            </a:extLst>
          </p:cNvPr>
          <p:cNvCxnSpPr>
            <a:cxnSpLocks/>
            <a:endCxn id="24" idx="3"/>
          </p:cNvCxnSpPr>
          <p:nvPr/>
        </p:nvCxnSpPr>
        <p:spPr>
          <a:xfrm>
            <a:off x="4865553" y="2282778"/>
            <a:ext cx="3089588"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6205DD86-315C-53B6-CEEF-A9919650168E}"/>
              </a:ext>
            </a:extLst>
          </p:cNvPr>
          <p:cNvCxnSpPr>
            <a:cxnSpLocks/>
            <a:stCxn id="8" idx="6"/>
            <a:endCxn id="18" idx="1"/>
          </p:cNvCxnSpPr>
          <p:nvPr/>
        </p:nvCxnSpPr>
        <p:spPr>
          <a:xfrm flipH="1">
            <a:off x="3713436" y="2282778"/>
            <a:ext cx="1890009"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Straight Connector 88">
            <a:extLst>
              <a:ext uri="{FF2B5EF4-FFF2-40B4-BE49-F238E27FC236}">
                <a16:creationId xmlns:a16="http://schemas.microsoft.com/office/drawing/2014/main" id="{6205DD86-315C-53B6-CEEF-A9919650168E}"/>
              </a:ext>
            </a:extLst>
          </p:cNvPr>
          <p:cNvCxnSpPr>
            <a:cxnSpLocks/>
            <a:stCxn id="8" idx="6"/>
            <a:endCxn id="21" idx="3"/>
          </p:cNvCxnSpPr>
          <p:nvPr/>
        </p:nvCxnSpPr>
        <p:spPr>
          <a:xfrm>
            <a:off x="5603445" y="2282778"/>
            <a:ext cx="185246"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6205DD86-315C-53B6-CEEF-A9919650168E}"/>
              </a:ext>
            </a:extLst>
          </p:cNvPr>
          <p:cNvCxnSpPr>
            <a:cxnSpLocks/>
            <a:stCxn id="8" idx="6"/>
            <a:endCxn id="22" idx="3"/>
          </p:cNvCxnSpPr>
          <p:nvPr/>
        </p:nvCxnSpPr>
        <p:spPr>
          <a:xfrm>
            <a:off x="5603445" y="2282778"/>
            <a:ext cx="881992"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Straight Connector 94">
            <a:extLst>
              <a:ext uri="{FF2B5EF4-FFF2-40B4-BE49-F238E27FC236}">
                <a16:creationId xmlns:a16="http://schemas.microsoft.com/office/drawing/2014/main" id="{6205DD86-315C-53B6-CEEF-A9919650168E}"/>
              </a:ext>
            </a:extLst>
          </p:cNvPr>
          <p:cNvCxnSpPr>
            <a:cxnSpLocks/>
            <a:stCxn id="9" idx="6"/>
            <a:endCxn id="24" idx="3"/>
          </p:cNvCxnSpPr>
          <p:nvPr/>
        </p:nvCxnSpPr>
        <p:spPr>
          <a:xfrm>
            <a:off x="6341337" y="2282778"/>
            <a:ext cx="1613804"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9" idx="6"/>
          </p:cNvCxnSpPr>
          <p:nvPr/>
        </p:nvCxnSpPr>
        <p:spPr>
          <a:xfrm>
            <a:off x="6341337" y="2282778"/>
            <a:ext cx="148699"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9" idx="6"/>
            <a:endCxn id="23" idx="3"/>
          </p:cNvCxnSpPr>
          <p:nvPr/>
        </p:nvCxnSpPr>
        <p:spPr>
          <a:xfrm>
            <a:off x="6341337" y="2282778"/>
            <a:ext cx="914952"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a:extLst>
              <a:ext uri="{FF2B5EF4-FFF2-40B4-BE49-F238E27FC236}">
                <a16:creationId xmlns:a16="http://schemas.microsoft.com/office/drawing/2014/main" id="{6205DD86-315C-53B6-CEEF-A9919650168E}"/>
              </a:ext>
            </a:extLst>
          </p:cNvPr>
          <p:cNvCxnSpPr>
            <a:cxnSpLocks/>
            <a:stCxn id="10" idx="5"/>
            <a:endCxn id="19" idx="1"/>
          </p:cNvCxnSpPr>
          <p:nvPr/>
        </p:nvCxnSpPr>
        <p:spPr>
          <a:xfrm flipH="1">
            <a:off x="4414731" y="2261690"/>
            <a:ext cx="2572440"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a:extLst>
              <a:ext uri="{FF2B5EF4-FFF2-40B4-BE49-F238E27FC236}">
                <a16:creationId xmlns:a16="http://schemas.microsoft.com/office/drawing/2014/main" id="{6205DD86-315C-53B6-CEEF-A9919650168E}"/>
              </a:ext>
            </a:extLst>
          </p:cNvPr>
          <p:cNvCxnSpPr>
            <a:cxnSpLocks/>
            <a:stCxn id="10" idx="5"/>
            <a:endCxn id="18" idx="1"/>
          </p:cNvCxnSpPr>
          <p:nvPr/>
        </p:nvCxnSpPr>
        <p:spPr>
          <a:xfrm flipH="1">
            <a:off x="3713436" y="2261690"/>
            <a:ext cx="3273735"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4" name="Straight Connector 113">
            <a:extLst>
              <a:ext uri="{FF2B5EF4-FFF2-40B4-BE49-F238E27FC236}">
                <a16:creationId xmlns:a16="http://schemas.microsoft.com/office/drawing/2014/main" id="{6205DD86-315C-53B6-CEEF-A9919650168E}"/>
              </a:ext>
            </a:extLst>
          </p:cNvPr>
          <p:cNvCxnSpPr>
            <a:cxnSpLocks/>
            <a:endCxn id="20" idx="2"/>
          </p:cNvCxnSpPr>
          <p:nvPr/>
        </p:nvCxnSpPr>
        <p:spPr>
          <a:xfrm flipH="1">
            <a:off x="5101711" y="2342848"/>
            <a:ext cx="1779172" cy="2094215"/>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6" name="Straight Connector 115">
            <a:extLst>
              <a:ext uri="{FF2B5EF4-FFF2-40B4-BE49-F238E27FC236}">
                <a16:creationId xmlns:a16="http://schemas.microsoft.com/office/drawing/2014/main" id="{6205DD86-315C-53B6-CEEF-A9919650168E}"/>
              </a:ext>
            </a:extLst>
          </p:cNvPr>
          <p:cNvCxnSpPr>
            <a:cxnSpLocks/>
            <a:stCxn id="11" idx="5"/>
            <a:endCxn id="19" idx="1"/>
          </p:cNvCxnSpPr>
          <p:nvPr/>
        </p:nvCxnSpPr>
        <p:spPr>
          <a:xfrm flipH="1">
            <a:off x="4414731" y="2261690"/>
            <a:ext cx="3343292"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9" name="Straight Connector 118">
            <a:extLst>
              <a:ext uri="{FF2B5EF4-FFF2-40B4-BE49-F238E27FC236}">
                <a16:creationId xmlns:a16="http://schemas.microsoft.com/office/drawing/2014/main" id="{6205DD86-315C-53B6-CEEF-A9919650168E}"/>
              </a:ext>
            </a:extLst>
          </p:cNvPr>
          <p:cNvCxnSpPr>
            <a:cxnSpLocks/>
            <a:stCxn id="11" idx="5"/>
            <a:endCxn id="20" idx="2"/>
          </p:cNvCxnSpPr>
          <p:nvPr/>
        </p:nvCxnSpPr>
        <p:spPr>
          <a:xfrm flipH="1">
            <a:off x="5101711" y="2261690"/>
            <a:ext cx="2656312"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2" name="Straight Connector 121">
            <a:extLst>
              <a:ext uri="{FF2B5EF4-FFF2-40B4-BE49-F238E27FC236}">
                <a16:creationId xmlns:a16="http://schemas.microsoft.com/office/drawing/2014/main" id="{6205DD86-315C-53B6-CEEF-A9919650168E}"/>
              </a:ext>
            </a:extLst>
          </p:cNvPr>
          <p:cNvCxnSpPr>
            <a:cxnSpLocks/>
            <a:stCxn id="11" idx="5"/>
            <a:endCxn id="23" idx="2"/>
          </p:cNvCxnSpPr>
          <p:nvPr/>
        </p:nvCxnSpPr>
        <p:spPr>
          <a:xfrm flipH="1">
            <a:off x="7307201" y="2261690"/>
            <a:ext cx="450822"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sp>
        <p:nvSpPr>
          <p:cNvPr id="127" name="Rectangle 126"/>
          <p:cNvSpPr/>
          <p:nvPr/>
        </p:nvSpPr>
        <p:spPr>
          <a:xfrm>
            <a:off x="3143993" y="814115"/>
            <a:ext cx="5391219" cy="523220"/>
          </a:xfrm>
          <a:prstGeom prst="rect">
            <a:avLst/>
          </a:prstGeom>
        </p:spPr>
        <p:txBody>
          <a:bodyPr wrap="none">
            <a:spAutoFit/>
          </a:bodyPr>
          <a:lstStyle/>
          <a:p>
            <a:r>
              <a:rPr lang="en-US" sz="2800" b="1" dirty="0">
                <a:solidFill>
                  <a:srgbClr val="002060"/>
                </a:solidFill>
              </a:rPr>
              <a:t>Solution of problem using matching </a:t>
            </a:r>
          </a:p>
        </p:txBody>
      </p:sp>
      <p:sp>
        <p:nvSpPr>
          <p:cNvPr id="3" name="Rectangle 2"/>
          <p:cNvSpPr/>
          <p:nvPr/>
        </p:nvSpPr>
        <p:spPr>
          <a:xfrm>
            <a:off x="1772175" y="5841761"/>
            <a:ext cx="8174033" cy="523220"/>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en-US" sz="2800" b="1" dirty="0">
                <a:solidFill>
                  <a:srgbClr val="002060"/>
                </a:solidFill>
              </a:rPr>
              <a:t>Yes, each of the students receive a book he or she likes</a:t>
            </a:r>
          </a:p>
        </p:txBody>
      </p:sp>
      <p:pic>
        <p:nvPicPr>
          <p:cNvPr id="49" name="Picture 48"/>
          <p:cNvPicPr>
            <a:picLocks noChangeAspect="1"/>
          </p:cNvPicPr>
          <p:nvPr/>
        </p:nvPicPr>
        <p:blipFill>
          <a:blip r:embed="rId2"/>
          <a:stretch>
            <a:fillRect/>
          </a:stretch>
        </p:blipFill>
        <p:spPr>
          <a:xfrm>
            <a:off x="8730732" y="1179000"/>
            <a:ext cx="2894474" cy="2175373"/>
          </a:xfrm>
          <a:prstGeom prst="rect">
            <a:avLst/>
          </a:prstGeom>
        </p:spPr>
      </p:pic>
    </p:spTree>
    <p:extLst>
      <p:ext uri="{BB962C8B-B14F-4D97-AF65-F5344CB8AC3E}">
        <p14:creationId xmlns:p14="http://schemas.microsoft.com/office/powerpoint/2010/main" val="228420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500" fill="hold"/>
                                        <p:tgtEl>
                                          <p:spTgt spid="32"/>
                                        </p:tgtEl>
                                        <p:attrNameLst>
                                          <p:attrName>stroke.color</p:attrName>
                                        </p:attrNameLst>
                                      </p:cBhvr>
                                      <p:to>
                                        <a:schemeClr val="accent2"/>
                                      </p:to>
                                    </p:animClr>
                                    <p:set>
                                      <p:cBhvr>
                                        <p:cTn id="7" dur="500" fill="hold"/>
                                        <p:tgtEl>
                                          <p:spTgt spid="32"/>
                                        </p:tgtEl>
                                        <p:attrNameLst>
                                          <p:attrName>stroke.on</p:attrName>
                                        </p:attrNameLst>
                                      </p:cBhvr>
                                      <p:to>
                                        <p:strVal val="true"/>
                                      </p:to>
                                    </p:set>
                                  </p:childTnLst>
                                </p:cTn>
                              </p:par>
                            </p:childTnLst>
                          </p:cTn>
                        </p:par>
                      </p:childTnLst>
                    </p:cTn>
                  </p:par>
                  <p:par>
                    <p:cTn id="8" fill="hold">
                      <p:stCondLst>
                        <p:cond delay="indefinite"/>
                      </p:stCondLst>
                      <p:childTnLst>
                        <p:par>
                          <p:cTn id="9" fill="hold">
                            <p:stCondLst>
                              <p:cond delay="0"/>
                            </p:stCondLst>
                            <p:childTnLst>
                              <p:par>
                                <p:cTn id="10" presetID="42" presetClass="exit" presetSubtype="0" fill="hold" nodeType="clickEffect">
                                  <p:stCondLst>
                                    <p:cond delay="0"/>
                                  </p:stCondLst>
                                  <p:childTnLst>
                                    <p:animEffect transition="out" filter="fade">
                                      <p:cBhvr>
                                        <p:cTn id="11" dur="1000"/>
                                        <p:tgtEl>
                                          <p:spTgt spid="68"/>
                                        </p:tgtEl>
                                      </p:cBhvr>
                                    </p:animEffect>
                                    <p:anim calcmode="lin" valueType="num">
                                      <p:cBhvr>
                                        <p:cTn id="12" dur="1000"/>
                                        <p:tgtEl>
                                          <p:spTgt spid="68"/>
                                        </p:tgtEl>
                                        <p:attrNameLst>
                                          <p:attrName>ppt_x</p:attrName>
                                        </p:attrNameLst>
                                      </p:cBhvr>
                                      <p:tavLst>
                                        <p:tav tm="0">
                                          <p:val>
                                            <p:strVal val="ppt_x"/>
                                          </p:val>
                                        </p:tav>
                                        <p:tav tm="100000">
                                          <p:val>
                                            <p:strVal val="ppt_x"/>
                                          </p:val>
                                        </p:tav>
                                      </p:tavLst>
                                    </p:anim>
                                    <p:anim calcmode="lin" valueType="num">
                                      <p:cBhvr>
                                        <p:cTn id="13" dur="1000"/>
                                        <p:tgtEl>
                                          <p:spTgt spid="68"/>
                                        </p:tgtEl>
                                        <p:attrNameLst>
                                          <p:attrName>ppt_y</p:attrName>
                                        </p:attrNameLst>
                                      </p:cBhvr>
                                      <p:tavLst>
                                        <p:tav tm="0">
                                          <p:val>
                                            <p:strVal val="ppt_y"/>
                                          </p:val>
                                        </p:tav>
                                        <p:tav tm="100000">
                                          <p:val>
                                            <p:strVal val="ppt_y+.1"/>
                                          </p:val>
                                        </p:tav>
                                      </p:tavLst>
                                    </p:anim>
                                    <p:set>
                                      <p:cBhvr>
                                        <p:cTn id="14" dur="1" fill="hold">
                                          <p:stCondLst>
                                            <p:cond delay="999"/>
                                          </p:stCondLst>
                                        </p:cTn>
                                        <p:tgtEl>
                                          <p:spTgt spid="68"/>
                                        </p:tgtEl>
                                        <p:attrNameLst>
                                          <p:attrName>style.visibility</p:attrName>
                                        </p:attrNameLst>
                                      </p:cBhvr>
                                      <p:to>
                                        <p:strVal val="hidden"/>
                                      </p:to>
                                    </p:set>
                                  </p:childTnLst>
                                </p:cTn>
                              </p:par>
                              <p:par>
                                <p:cTn id="15" presetID="42" presetClass="exit" presetSubtype="0" fill="hold" nodeType="withEffect">
                                  <p:stCondLst>
                                    <p:cond delay="0"/>
                                  </p:stCondLst>
                                  <p:childTnLst>
                                    <p:animEffect transition="out" filter="fade">
                                      <p:cBhvr>
                                        <p:cTn id="16" dur="1000"/>
                                        <p:tgtEl>
                                          <p:spTgt spid="71"/>
                                        </p:tgtEl>
                                      </p:cBhvr>
                                    </p:animEffect>
                                    <p:anim calcmode="lin" valueType="num">
                                      <p:cBhvr>
                                        <p:cTn id="17" dur="1000"/>
                                        <p:tgtEl>
                                          <p:spTgt spid="71"/>
                                        </p:tgtEl>
                                        <p:attrNameLst>
                                          <p:attrName>ppt_x</p:attrName>
                                        </p:attrNameLst>
                                      </p:cBhvr>
                                      <p:tavLst>
                                        <p:tav tm="0">
                                          <p:val>
                                            <p:strVal val="ppt_x"/>
                                          </p:val>
                                        </p:tav>
                                        <p:tav tm="100000">
                                          <p:val>
                                            <p:strVal val="ppt_x"/>
                                          </p:val>
                                        </p:tav>
                                      </p:tavLst>
                                    </p:anim>
                                    <p:anim calcmode="lin" valueType="num">
                                      <p:cBhvr>
                                        <p:cTn id="18" dur="1000"/>
                                        <p:tgtEl>
                                          <p:spTgt spid="71"/>
                                        </p:tgtEl>
                                        <p:attrNameLst>
                                          <p:attrName>ppt_y</p:attrName>
                                        </p:attrNameLst>
                                      </p:cBhvr>
                                      <p:tavLst>
                                        <p:tav tm="0">
                                          <p:val>
                                            <p:strVal val="ppt_y"/>
                                          </p:val>
                                        </p:tav>
                                        <p:tav tm="100000">
                                          <p:val>
                                            <p:strVal val="ppt_y+.1"/>
                                          </p:val>
                                        </p:tav>
                                      </p:tavLst>
                                    </p:anim>
                                    <p:set>
                                      <p:cBhvr>
                                        <p:cTn id="19" dur="1" fill="hold">
                                          <p:stCondLst>
                                            <p:cond delay="999"/>
                                          </p:stCondLst>
                                        </p:cTn>
                                        <p:tgtEl>
                                          <p:spTgt spid="71"/>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42" presetClass="exit" presetSubtype="0" fill="hold" nodeType="clickEffect">
                                  <p:stCondLst>
                                    <p:cond delay="0"/>
                                  </p:stCondLst>
                                  <p:childTnLst>
                                    <p:animEffect transition="out" filter="fade">
                                      <p:cBhvr>
                                        <p:cTn id="23" dur="1000"/>
                                        <p:tgtEl>
                                          <p:spTgt spid="114"/>
                                        </p:tgtEl>
                                      </p:cBhvr>
                                    </p:animEffect>
                                    <p:anim calcmode="lin" valueType="num">
                                      <p:cBhvr>
                                        <p:cTn id="24" dur="1000"/>
                                        <p:tgtEl>
                                          <p:spTgt spid="114"/>
                                        </p:tgtEl>
                                        <p:attrNameLst>
                                          <p:attrName>ppt_x</p:attrName>
                                        </p:attrNameLst>
                                      </p:cBhvr>
                                      <p:tavLst>
                                        <p:tav tm="0">
                                          <p:val>
                                            <p:strVal val="ppt_x"/>
                                          </p:val>
                                        </p:tav>
                                        <p:tav tm="100000">
                                          <p:val>
                                            <p:strVal val="ppt_x"/>
                                          </p:val>
                                        </p:tav>
                                      </p:tavLst>
                                    </p:anim>
                                    <p:anim calcmode="lin" valueType="num">
                                      <p:cBhvr>
                                        <p:cTn id="25" dur="1000"/>
                                        <p:tgtEl>
                                          <p:spTgt spid="114"/>
                                        </p:tgtEl>
                                        <p:attrNameLst>
                                          <p:attrName>ppt_y</p:attrName>
                                        </p:attrNameLst>
                                      </p:cBhvr>
                                      <p:tavLst>
                                        <p:tav tm="0">
                                          <p:val>
                                            <p:strVal val="ppt_y"/>
                                          </p:val>
                                        </p:tav>
                                        <p:tav tm="100000">
                                          <p:val>
                                            <p:strVal val="ppt_y+.1"/>
                                          </p:val>
                                        </p:tav>
                                      </p:tavLst>
                                    </p:anim>
                                    <p:set>
                                      <p:cBhvr>
                                        <p:cTn id="26" dur="1" fill="hold">
                                          <p:stCondLst>
                                            <p:cond delay="999"/>
                                          </p:stCondLst>
                                        </p:cTn>
                                        <p:tgtEl>
                                          <p:spTgt spid="114"/>
                                        </p:tgtEl>
                                        <p:attrNameLst>
                                          <p:attrName>style.visibility</p:attrName>
                                        </p:attrNameLst>
                                      </p:cBhvr>
                                      <p:to>
                                        <p:strVal val="hidden"/>
                                      </p:to>
                                    </p:set>
                                  </p:childTnLst>
                                </p:cTn>
                              </p:par>
                              <p:par>
                                <p:cTn id="27" presetID="42" presetClass="exit" presetSubtype="0" fill="hold" nodeType="withEffect">
                                  <p:stCondLst>
                                    <p:cond delay="0"/>
                                  </p:stCondLst>
                                  <p:childTnLst>
                                    <p:animEffect transition="out" filter="fade">
                                      <p:cBhvr>
                                        <p:cTn id="28" dur="1000"/>
                                        <p:tgtEl>
                                          <p:spTgt spid="119"/>
                                        </p:tgtEl>
                                      </p:cBhvr>
                                    </p:animEffect>
                                    <p:anim calcmode="lin" valueType="num">
                                      <p:cBhvr>
                                        <p:cTn id="29" dur="1000"/>
                                        <p:tgtEl>
                                          <p:spTgt spid="119"/>
                                        </p:tgtEl>
                                        <p:attrNameLst>
                                          <p:attrName>ppt_x</p:attrName>
                                        </p:attrNameLst>
                                      </p:cBhvr>
                                      <p:tavLst>
                                        <p:tav tm="0">
                                          <p:val>
                                            <p:strVal val="ppt_x"/>
                                          </p:val>
                                        </p:tav>
                                        <p:tav tm="100000">
                                          <p:val>
                                            <p:strVal val="ppt_x"/>
                                          </p:val>
                                        </p:tav>
                                      </p:tavLst>
                                    </p:anim>
                                    <p:anim calcmode="lin" valueType="num">
                                      <p:cBhvr>
                                        <p:cTn id="30" dur="1000"/>
                                        <p:tgtEl>
                                          <p:spTgt spid="119"/>
                                        </p:tgtEl>
                                        <p:attrNameLst>
                                          <p:attrName>ppt_y</p:attrName>
                                        </p:attrNameLst>
                                      </p:cBhvr>
                                      <p:tavLst>
                                        <p:tav tm="0">
                                          <p:val>
                                            <p:strVal val="ppt_y"/>
                                          </p:val>
                                        </p:tav>
                                        <p:tav tm="100000">
                                          <p:val>
                                            <p:strVal val="ppt_y+.1"/>
                                          </p:val>
                                        </p:tav>
                                      </p:tavLst>
                                    </p:anim>
                                    <p:set>
                                      <p:cBhvr>
                                        <p:cTn id="31" dur="1" fill="hold">
                                          <p:stCondLst>
                                            <p:cond delay="999"/>
                                          </p:stCondLst>
                                        </p:cTn>
                                        <p:tgtEl>
                                          <p:spTgt spid="11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7" presetClass="emph" presetSubtype="2" fill="hold" nodeType="clickEffect">
                                  <p:stCondLst>
                                    <p:cond delay="0"/>
                                  </p:stCondLst>
                                  <p:childTnLst>
                                    <p:animClr clrSpc="rgb" dir="cw">
                                      <p:cBhvr>
                                        <p:cTn id="35" dur="500" fill="hold"/>
                                        <p:tgtEl>
                                          <p:spTgt spid="78"/>
                                        </p:tgtEl>
                                        <p:attrNameLst>
                                          <p:attrName>stroke.color</p:attrName>
                                        </p:attrNameLst>
                                      </p:cBhvr>
                                      <p:to>
                                        <a:schemeClr val="accent2"/>
                                      </p:to>
                                    </p:animClr>
                                    <p:set>
                                      <p:cBhvr>
                                        <p:cTn id="36" dur="500" fill="hold"/>
                                        <p:tgtEl>
                                          <p:spTgt spid="78"/>
                                        </p:tgtEl>
                                        <p:attrNameLst>
                                          <p:attrName>stroke.on</p:attrName>
                                        </p:attrNameLst>
                                      </p:cBhvr>
                                      <p:to>
                                        <p:strVal val="true"/>
                                      </p:to>
                                    </p:set>
                                  </p:childTnLst>
                                </p:cTn>
                              </p:par>
                            </p:childTnLst>
                          </p:cTn>
                        </p:par>
                      </p:childTnLst>
                    </p:cTn>
                  </p:par>
                  <p:par>
                    <p:cTn id="37" fill="hold">
                      <p:stCondLst>
                        <p:cond delay="indefinite"/>
                      </p:stCondLst>
                      <p:childTnLst>
                        <p:par>
                          <p:cTn id="38" fill="hold">
                            <p:stCondLst>
                              <p:cond delay="0"/>
                            </p:stCondLst>
                            <p:childTnLst>
                              <p:par>
                                <p:cTn id="39" presetID="42" presetClass="exit" presetSubtype="0" fill="hold" nodeType="clickEffect">
                                  <p:stCondLst>
                                    <p:cond delay="0"/>
                                  </p:stCondLst>
                                  <p:childTnLst>
                                    <p:animEffect transition="out" filter="fade">
                                      <p:cBhvr>
                                        <p:cTn id="40" dur="1000"/>
                                        <p:tgtEl>
                                          <p:spTgt spid="84"/>
                                        </p:tgtEl>
                                      </p:cBhvr>
                                    </p:animEffect>
                                    <p:anim calcmode="lin" valueType="num">
                                      <p:cBhvr>
                                        <p:cTn id="41" dur="1000"/>
                                        <p:tgtEl>
                                          <p:spTgt spid="84"/>
                                        </p:tgtEl>
                                        <p:attrNameLst>
                                          <p:attrName>ppt_x</p:attrName>
                                        </p:attrNameLst>
                                      </p:cBhvr>
                                      <p:tavLst>
                                        <p:tav tm="0">
                                          <p:val>
                                            <p:strVal val="ppt_x"/>
                                          </p:val>
                                        </p:tav>
                                        <p:tav tm="100000">
                                          <p:val>
                                            <p:strVal val="ppt_x"/>
                                          </p:val>
                                        </p:tav>
                                      </p:tavLst>
                                    </p:anim>
                                    <p:anim calcmode="lin" valueType="num">
                                      <p:cBhvr>
                                        <p:cTn id="42" dur="1000"/>
                                        <p:tgtEl>
                                          <p:spTgt spid="84"/>
                                        </p:tgtEl>
                                        <p:attrNameLst>
                                          <p:attrName>ppt_y</p:attrName>
                                        </p:attrNameLst>
                                      </p:cBhvr>
                                      <p:tavLst>
                                        <p:tav tm="0">
                                          <p:val>
                                            <p:strVal val="ppt_y"/>
                                          </p:val>
                                        </p:tav>
                                        <p:tav tm="100000">
                                          <p:val>
                                            <p:strVal val="ppt_y+.1"/>
                                          </p:val>
                                        </p:tav>
                                      </p:tavLst>
                                    </p:anim>
                                    <p:set>
                                      <p:cBhvr>
                                        <p:cTn id="43" dur="1" fill="hold">
                                          <p:stCondLst>
                                            <p:cond delay="999"/>
                                          </p:stCondLst>
                                        </p:cTn>
                                        <p:tgtEl>
                                          <p:spTgt spid="84"/>
                                        </p:tgtEl>
                                        <p:attrNameLst>
                                          <p:attrName>style.visibility</p:attrName>
                                        </p:attrNameLst>
                                      </p:cBhvr>
                                      <p:to>
                                        <p:strVal val="hidden"/>
                                      </p:to>
                                    </p:set>
                                  </p:childTnLst>
                                </p:cTn>
                              </p:par>
                              <p:par>
                                <p:cTn id="44" presetID="42" presetClass="exit" presetSubtype="0" fill="hold" nodeType="withEffect">
                                  <p:stCondLst>
                                    <p:cond delay="0"/>
                                  </p:stCondLst>
                                  <p:childTnLst>
                                    <p:animEffect transition="out" filter="fade">
                                      <p:cBhvr>
                                        <p:cTn id="45" dur="1000"/>
                                        <p:tgtEl>
                                          <p:spTgt spid="81"/>
                                        </p:tgtEl>
                                      </p:cBhvr>
                                    </p:animEffect>
                                    <p:anim calcmode="lin" valueType="num">
                                      <p:cBhvr>
                                        <p:cTn id="46" dur="1000"/>
                                        <p:tgtEl>
                                          <p:spTgt spid="81"/>
                                        </p:tgtEl>
                                        <p:attrNameLst>
                                          <p:attrName>ppt_x</p:attrName>
                                        </p:attrNameLst>
                                      </p:cBhvr>
                                      <p:tavLst>
                                        <p:tav tm="0">
                                          <p:val>
                                            <p:strVal val="ppt_x"/>
                                          </p:val>
                                        </p:tav>
                                        <p:tav tm="100000">
                                          <p:val>
                                            <p:strVal val="ppt_x"/>
                                          </p:val>
                                        </p:tav>
                                      </p:tavLst>
                                    </p:anim>
                                    <p:anim calcmode="lin" valueType="num">
                                      <p:cBhvr>
                                        <p:cTn id="47" dur="1000"/>
                                        <p:tgtEl>
                                          <p:spTgt spid="81"/>
                                        </p:tgtEl>
                                        <p:attrNameLst>
                                          <p:attrName>ppt_y</p:attrName>
                                        </p:attrNameLst>
                                      </p:cBhvr>
                                      <p:tavLst>
                                        <p:tav tm="0">
                                          <p:val>
                                            <p:strVal val="ppt_y"/>
                                          </p:val>
                                        </p:tav>
                                        <p:tav tm="100000">
                                          <p:val>
                                            <p:strVal val="ppt_y+.1"/>
                                          </p:val>
                                        </p:tav>
                                      </p:tavLst>
                                    </p:anim>
                                    <p:set>
                                      <p:cBhvr>
                                        <p:cTn id="48" dur="1" fill="hold">
                                          <p:stCondLst>
                                            <p:cond delay="999"/>
                                          </p:stCondLst>
                                        </p:cTn>
                                        <p:tgtEl>
                                          <p:spTgt spid="81"/>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42" presetClass="exit" presetSubtype="0" fill="hold" nodeType="clickEffect">
                                  <p:stCondLst>
                                    <p:cond delay="0"/>
                                  </p:stCondLst>
                                  <p:childTnLst>
                                    <p:animEffect transition="out" filter="fade">
                                      <p:cBhvr>
                                        <p:cTn id="52" dur="1000"/>
                                        <p:tgtEl>
                                          <p:spTgt spid="89"/>
                                        </p:tgtEl>
                                      </p:cBhvr>
                                    </p:animEffect>
                                    <p:anim calcmode="lin" valueType="num">
                                      <p:cBhvr>
                                        <p:cTn id="53" dur="1000"/>
                                        <p:tgtEl>
                                          <p:spTgt spid="89"/>
                                        </p:tgtEl>
                                        <p:attrNameLst>
                                          <p:attrName>ppt_x</p:attrName>
                                        </p:attrNameLst>
                                      </p:cBhvr>
                                      <p:tavLst>
                                        <p:tav tm="0">
                                          <p:val>
                                            <p:strVal val="ppt_x"/>
                                          </p:val>
                                        </p:tav>
                                        <p:tav tm="100000">
                                          <p:val>
                                            <p:strVal val="ppt_x"/>
                                          </p:val>
                                        </p:tav>
                                      </p:tavLst>
                                    </p:anim>
                                    <p:anim calcmode="lin" valueType="num">
                                      <p:cBhvr>
                                        <p:cTn id="54" dur="1000"/>
                                        <p:tgtEl>
                                          <p:spTgt spid="89"/>
                                        </p:tgtEl>
                                        <p:attrNameLst>
                                          <p:attrName>ppt_y</p:attrName>
                                        </p:attrNameLst>
                                      </p:cBhvr>
                                      <p:tavLst>
                                        <p:tav tm="0">
                                          <p:val>
                                            <p:strVal val="ppt_y"/>
                                          </p:val>
                                        </p:tav>
                                        <p:tav tm="100000">
                                          <p:val>
                                            <p:strVal val="ppt_y+.1"/>
                                          </p:val>
                                        </p:tav>
                                      </p:tavLst>
                                    </p:anim>
                                    <p:set>
                                      <p:cBhvr>
                                        <p:cTn id="55" dur="1" fill="hold">
                                          <p:stCondLst>
                                            <p:cond delay="999"/>
                                          </p:stCondLst>
                                        </p:cTn>
                                        <p:tgtEl>
                                          <p:spTgt spid="89"/>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7" presetClass="emph" presetSubtype="2" fill="hold" nodeType="clickEffect">
                                  <p:stCondLst>
                                    <p:cond delay="0"/>
                                  </p:stCondLst>
                                  <p:childTnLst>
                                    <p:animClr clrSpc="rgb" dir="cw">
                                      <p:cBhvr>
                                        <p:cTn id="59" dur="500" fill="hold"/>
                                        <p:tgtEl>
                                          <p:spTgt spid="86"/>
                                        </p:tgtEl>
                                        <p:attrNameLst>
                                          <p:attrName>stroke.color</p:attrName>
                                        </p:attrNameLst>
                                      </p:cBhvr>
                                      <p:to>
                                        <a:schemeClr val="accent2"/>
                                      </p:to>
                                    </p:animClr>
                                    <p:set>
                                      <p:cBhvr>
                                        <p:cTn id="60" dur="500" fill="hold"/>
                                        <p:tgtEl>
                                          <p:spTgt spid="86"/>
                                        </p:tgtEl>
                                        <p:attrNameLst>
                                          <p:attrName>stroke.on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42" presetClass="exit" presetSubtype="0" fill="hold" nodeType="clickEffect">
                                  <p:stCondLst>
                                    <p:cond delay="0"/>
                                  </p:stCondLst>
                                  <p:childTnLst>
                                    <p:animEffect transition="out" filter="fade">
                                      <p:cBhvr>
                                        <p:cTn id="64" dur="1000"/>
                                        <p:tgtEl>
                                          <p:spTgt spid="111"/>
                                        </p:tgtEl>
                                      </p:cBhvr>
                                    </p:animEffect>
                                    <p:anim calcmode="lin" valueType="num">
                                      <p:cBhvr>
                                        <p:cTn id="65" dur="1000"/>
                                        <p:tgtEl>
                                          <p:spTgt spid="111"/>
                                        </p:tgtEl>
                                        <p:attrNameLst>
                                          <p:attrName>ppt_x</p:attrName>
                                        </p:attrNameLst>
                                      </p:cBhvr>
                                      <p:tavLst>
                                        <p:tav tm="0">
                                          <p:val>
                                            <p:strVal val="ppt_x"/>
                                          </p:val>
                                        </p:tav>
                                        <p:tav tm="100000">
                                          <p:val>
                                            <p:strVal val="ppt_x"/>
                                          </p:val>
                                        </p:tav>
                                      </p:tavLst>
                                    </p:anim>
                                    <p:anim calcmode="lin" valueType="num">
                                      <p:cBhvr>
                                        <p:cTn id="66" dur="1000"/>
                                        <p:tgtEl>
                                          <p:spTgt spid="111"/>
                                        </p:tgtEl>
                                        <p:attrNameLst>
                                          <p:attrName>ppt_y</p:attrName>
                                        </p:attrNameLst>
                                      </p:cBhvr>
                                      <p:tavLst>
                                        <p:tav tm="0">
                                          <p:val>
                                            <p:strVal val="ppt_y"/>
                                          </p:val>
                                        </p:tav>
                                        <p:tav tm="100000">
                                          <p:val>
                                            <p:strVal val="ppt_y+.1"/>
                                          </p:val>
                                        </p:tav>
                                      </p:tavLst>
                                    </p:anim>
                                    <p:set>
                                      <p:cBhvr>
                                        <p:cTn id="67" dur="1" fill="hold">
                                          <p:stCondLst>
                                            <p:cond delay="999"/>
                                          </p:stCondLst>
                                        </p:cTn>
                                        <p:tgtEl>
                                          <p:spTgt spid="111"/>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42" presetClass="exit" presetSubtype="0" fill="hold" nodeType="clickEffect">
                                  <p:stCondLst>
                                    <p:cond delay="0"/>
                                  </p:stCondLst>
                                  <p:childTnLst>
                                    <p:animEffect transition="out" filter="fade">
                                      <p:cBhvr>
                                        <p:cTn id="71" dur="1000"/>
                                        <p:tgtEl>
                                          <p:spTgt spid="92"/>
                                        </p:tgtEl>
                                      </p:cBhvr>
                                    </p:animEffect>
                                    <p:anim calcmode="lin" valueType="num">
                                      <p:cBhvr>
                                        <p:cTn id="72" dur="1000"/>
                                        <p:tgtEl>
                                          <p:spTgt spid="92"/>
                                        </p:tgtEl>
                                        <p:attrNameLst>
                                          <p:attrName>ppt_x</p:attrName>
                                        </p:attrNameLst>
                                      </p:cBhvr>
                                      <p:tavLst>
                                        <p:tav tm="0">
                                          <p:val>
                                            <p:strVal val="ppt_x"/>
                                          </p:val>
                                        </p:tav>
                                        <p:tav tm="100000">
                                          <p:val>
                                            <p:strVal val="ppt_x"/>
                                          </p:val>
                                        </p:tav>
                                      </p:tavLst>
                                    </p:anim>
                                    <p:anim calcmode="lin" valueType="num">
                                      <p:cBhvr>
                                        <p:cTn id="73" dur="1000"/>
                                        <p:tgtEl>
                                          <p:spTgt spid="92"/>
                                        </p:tgtEl>
                                        <p:attrNameLst>
                                          <p:attrName>ppt_y</p:attrName>
                                        </p:attrNameLst>
                                      </p:cBhvr>
                                      <p:tavLst>
                                        <p:tav tm="0">
                                          <p:val>
                                            <p:strVal val="ppt_y"/>
                                          </p:val>
                                        </p:tav>
                                        <p:tav tm="100000">
                                          <p:val>
                                            <p:strVal val="ppt_y+.1"/>
                                          </p:val>
                                        </p:tav>
                                      </p:tavLst>
                                    </p:anim>
                                    <p:set>
                                      <p:cBhvr>
                                        <p:cTn id="74" dur="1" fill="hold">
                                          <p:stCondLst>
                                            <p:cond delay="999"/>
                                          </p:stCondLst>
                                        </p:cTn>
                                        <p:tgtEl>
                                          <p:spTgt spid="92"/>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7" presetClass="emph" presetSubtype="2" fill="hold" nodeType="clickEffect">
                                  <p:stCondLst>
                                    <p:cond delay="0"/>
                                  </p:stCondLst>
                                  <p:childTnLst>
                                    <p:animClr clrSpc="rgb" dir="cw">
                                      <p:cBhvr>
                                        <p:cTn id="78" dur="500" fill="hold"/>
                                        <p:tgtEl>
                                          <p:spTgt spid="96"/>
                                        </p:tgtEl>
                                        <p:attrNameLst>
                                          <p:attrName>stroke.color</p:attrName>
                                        </p:attrNameLst>
                                      </p:cBhvr>
                                      <p:to>
                                        <a:schemeClr val="accent2"/>
                                      </p:to>
                                    </p:animClr>
                                    <p:set>
                                      <p:cBhvr>
                                        <p:cTn id="79" dur="500" fill="hold"/>
                                        <p:tgtEl>
                                          <p:spTgt spid="96"/>
                                        </p:tgtEl>
                                        <p:attrNameLst>
                                          <p:attrName>stroke.on</p:attrName>
                                        </p:attrNameLst>
                                      </p:cBhvr>
                                      <p:to>
                                        <p:strVal val="true"/>
                                      </p:to>
                                    </p:set>
                                  </p:childTnLst>
                                </p:cTn>
                              </p:par>
                            </p:childTnLst>
                          </p:cTn>
                        </p:par>
                      </p:childTnLst>
                    </p:cTn>
                  </p:par>
                  <p:par>
                    <p:cTn id="80" fill="hold">
                      <p:stCondLst>
                        <p:cond delay="indefinite"/>
                      </p:stCondLst>
                      <p:childTnLst>
                        <p:par>
                          <p:cTn id="81" fill="hold">
                            <p:stCondLst>
                              <p:cond delay="0"/>
                            </p:stCondLst>
                            <p:childTnLst>
                              <p:par>
                                <p:cTn id="82" presetID="42" presetClass="exit" presetSubtype="0" fill="hold" nodeType="clickEffect">
                                  <p:stCondLst>
                                    <p:cond delay="0"/>
                                  </p:stCondLst>
                                  <p:childTnLst>
                                    <p:animEffect transition="out" filter="fade">
                                      <p:cBhvr>
                                        <p:cTn id="83" dur="1000"/>
                                        <p:tgtEl>
                                          <p:spTgt spid="97"/>
                                        </p:tgtEl>
                                      </p:cBhvr>
                                    </p:animEffect>
                                    <p:anim calcmode="lin" valueType="num">
                                      <p:cBhvr>
                                        <p:cTn id="84" dur="1000"/>
                                        <p:tgtEl>
                                          <p:spTgt spid="97"/>
                                        </p:tgtEl>
                                        <p:attrNameLst>
                                          <p:attrName>ppt_x</p:attrName>
                                        </p:attrNameLst>
                                      </p:cBhvr>
                                      <p:tavLst>
                                        <p:tav tm="0">
                                          <p:val>
                                            <p:strVal val="ppt_x"/>
                                          </p:val>
                                        </p:tav>
                                        <p:tav tm="100000">
                                          <p:val>
                                            <p:strVal val="ppt_x"/>
                                          </p:val>
                                        </p:tav>
                                      </p:tavLst>
                                    </p:anim>
                                    <p:anim calcmode="lin" valueType="num">
                                      <p:cBhvr>
                                        <p:cTn id="85" dur="1000"/>
                                        <p:tgtEl>
                                          <p:spTgt spid="97"/>
                                        </p:tgtEl>
                                        <p:attrNameLst>
                                          <p:attrName>ppt_y</p:attrName>
                                        </p:attrNameLst>
                                      </p:cBhvr>
                                      <p:tavLst>
                                        <p:tav tm="0">
                                          <p:val>
                                            <p:strVal val="ppt_y"/>
                                          </p:val>
                                        </p:tav>
                                        <p:tav tm="100000">
                                          <p:val>
                                            <p:strVal val="ppt_y+.1"/>
                                          </p:val>
                                        </p:tav>
                                      </p:tavLst>
                                    </p:anim>
                                    <p:set>
                                      <p:cBhvr>
                                        <p:cTn id="86" dur="1" fill="hold">
                                          <p:stCondLst>
                                            <p:cond delay="999"/>
                                          </p:stCondLst>
                                        </p:cTn>
                                        <p:tgtEl>
                                          <p:spTgt spid="97"/>
                                        </p:tgtEl>
                                        <p:attrNameLst>
                                          <p:attrName>style.visibility</p:attrName>
                                        </p:attrNameLst>
                                      </p:cBhvr>
                                      <p:to>
                                        <p:strVal val="hidden"/>
                                      </p:to>
                                    </p:set>
                                  </p:childTnLst>
                                </p:cTn>
                              </p:par>
                              <p:par>
                                <p:cTn id="87" presetID="42" presetClass="exit" presetSubtype="0" fill="hold" nodeType="withEffect">
                                  <p:stCondLst>
                                    <p:cond delay="0"/>
                                  </p:stCondLst>
                                  <p:childTnLst>
                                    <p:animEffect transition="out" filter="fade">
                                      <p:cBhvr>
                                        <p:cTn id="88" dur="1000"/>
                                        <p:tgtEl>
                                          <p:spTgt spid="95"/>
                                        </p:tgtEl>
                                      </p:cBhvr>
                                    </p:animEffect>
                                    <p:anim calcmode="lin" valueType="num">
                                      <p:cBhvr>
                                        <p:cTn id="89" dur="1000"/>
                                        <p:tgtEl>
                                          <p:spTgt spid="95"/>
                                        </p:tgtEl>
                                        <p:attrNameLst>
                                          <p:attrName>ppt_x</p:attrName>
                                        </p:attrNameLst>
                                      </p:cBhvr>
                                      <p:tavLst>
                                        <p:tav tm="0">
                                          <p:val>
                                            <p:strVal val="ppt_x"/>
                                          </p:val>
                                        </p:tav>
                                        <p:tav tm="100000">
                                          <p:val>
                                            <p:strVal val="ppt_x"/>
                                          </p:val>
                                        </p:tav>
                                      </p:tavLst>
                                    </p:anim>
                                    <p:anim calcmode="lin" valueType="num">
                                      <p:cBhvr>
                                        <p:cTn id="90" dur="1000"/>
                                        <p:tgtEl>
                                          <p:spTgt spid="95"/>
                                        </p:tgtEl>
                                        <p:attrNameLst>
                                          <p:attrName>ppt_y</p:attrName>
                                        </p:attrNameLst>
                                      </p:cBhvr>
                                      <p:tavLst>
                                        <p:tav tm="0">
                                          <p:val>
                                            <p:strVal val="ppt_y"/>
                                          </p:val>
                                        </p:tav>
                                        <p:tav tm="100000">
                                          <p:val>
                                            <p:strVal val="ppt_y+.1"/>
                                          </p:val>
                                        </p:tav>
                                      </p:tavLst>
                                    </p:anim>
                                    <p:set>
                                      <p:cBhvr>
                                        <p:cTn id="91" dur="1" fill="hold">
                                          <p:stCondLst>
                                            <p:cond delay="999"/>
                                          </p:stCondLst>
                                        </p:cTn>
                                        <p:tgtEl>
                                          <p:spTgt spid="95"/>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7" presetClass="emph" presetSubtype="2" fill="hold" nodeType="clickEffect">
                                  <p:stCondLst>
                                    <p:cond delay="0"/>
                                  </p:stCondLst>
                                  <p:childTnLst>
                                    <p:animClr clrSpc="rgb" dir="cw">
                                      <p:cBhvr>
                                        <p:cTn id="95" dur="500" fill="hold"/>
                                        <p:tgtEl>
                                          <p:spTgt spid="106"/>
                                        </p:tgtEl>
                                        <p:attrNameLst>
                                          <p:attrName>stroke.color</p:attrName>
                                        </p:attrNameLst>
                                      </p:cBhvr>
                                      <p:to>
                                        <a:schemeClr val="accent2"/>
                                      </p:to>
                                    </p:animClr>
                                    <p:set>
                                      <p:cBhvr>
                                        <p:cTn id="96" dur="500" fill="hold"/>
                                        <p:tgtEl>
                                          <p:spTgt spid="106"/>
                                        </p:tgtEl>
                                        <p:attrNameLst>
                                          <p:attrName>stroke.on</p:attrName>
                                        </p:attrNameLst>
                                      </p:cBhvr>
                                      <p:to>
                                        <p:strVal val="true"/>
                                      </p:to>
                                    </p:set>
                                  </p:childTnLst>
                                </p:cTn>
                              </p:par>
                            </p:childTnLst>
                          </p:cTn>
                        </p:par>
                      </p:childTnLst>
                    </p:cTn>
                  </p:par>
                  <p:par>
                    <p:cTn id="97" fill="hold">
                      <p:stCondLst>
                        <p:cond delay="indefinite"/>
                      </p:stCondLst>
                      <p:childTnLst>
                        <p:par>
                          <p:cTn id="98" fill="hold">
                            <p:stCondLst>
                              <p:cond delay="0"/>
                            </p:stCondLst>
                            <p:childTnLst>
                              <p:par>
                                <p:cTn id="99" presetID="42" presetClass="exit" presetSubtype="0" fill="hold" nodeType="clickEffect">
                                  <p:stCondLst>
                                    <p:cond delay="0"/>
                                  </p:stCondLst>
                                  <p:childTnLst>
                                    <p:animEffect transition="out" filter="fade">
                                      <p:cBhvr>
                                        <p:cTn id="100" dur="1000"/>
                                        <p:tgtEl>
                                          <p:spTgt spid="116"/>
                                        </p:tgtEl>
                                      </p:cBhvr>
                                    </p:animEffect>
                                    <p:anim calcmode="lin" valueType="num">
                                      <p:cBhvr>
                                        <p:cTn id="101" dur="1000"/>
                                        <p:tgtEl>
                                          <p:spTgt spid="116"/>
                                        </p:tgtEl>
                                        <p:attrNameLst>
                                          <p:attrName>ppt_x</p:attrName>
                                        </p:attrNameLst>
                                      </p:cBhvr>
                                      <p:tavLst>
                                        <p:tav tm="0">
                                          <p:val>
                                            <p:strVal val="ppt_x"/>
                                          </p:val>
                                        </p:tav>
                                        <p:tav tm="100000">
                                          <p:val>
                                            <p:strVal val="ppt_x"/>
                                          </p:val>
                                        </p:tav>
                                      </p:tavLst>
                                    </p:anim>
                                    <p:anim calcmode="lin" valueType="num">
                                      <p:cBhvr>
                                        <p:cTn id="102" dur="1000"/>
                                        <p:tgtEl>
                                          <p:spTgt spid="116"/>
                                        </p:tgtEl>
                                        <p:attrNameLst>
                                          <p:attrName>ppt_y</p:attrName>
                                        </p:attrNameLst>
                                      </p:cBhvr>
                                      <p:tavLst>
                                        <p:tav tm="0">
                                          <p:val>
                                            <p:strVal val="ppt_y"/>
                                          </p:val>
                                        </p:tav>
                                        <p:tav tm="100000">
                                          <p:val>
                                            <p:strVal val="ppt_y+.1"/>
                                          </p:val>
                                        </p:tav>
                                      </p:tavLst>
                                    </p:anim>
                                    <p:set>
                                      <p:cBhvr>
                                        <p:cTn id="103" dur="1" fill="hold">
                                          <p:stCondLst>
                                            <p:cond delay="999"/>
                                          </p:stCondLst>
                                        </p:cTn>
                                        <p:tgtEl>
                                          <p:spTgt spid="116"/>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7" presetClass="emph" presetSubtype="2" fill="hold" nodeType="clickEffect">
                                  <p:stCondLst>
                                    <p:cond delay="0"/>
                                  </p:stCondLst>
                                  <p:childTnLst>
                                    <p:animClr clrSpc="rgb" dir="cw">
                                      <p:cBhvr>
                                        <p:cTn id="107" dur="500" fill="hold"/>
                                        <p:tgtEl>
                                          <p:spTgt spid="122"/>
                                        </p:tgtEl>
                                        <p:attrNameLst>
                                          <p:attrName>stroke.color</p:attrName>
                                        </p:attrNameLst>
                                      </p:cBhvr>
                                      <p:to>
                                        <a:schemeClr val="accent2"/>
                                      </p:to>
                                    </p:animClr>
                                    <p:set>
                                      <p:cBhvr>
                                        <p:cTn id="108" dur="500" fill="hold"/>
                                        <p:tgtEl>
                                          <p:spTgt spid="122"/>
                                        </p:tgtEl>
                                        <p:attrNameLst>
                                          <p:attrName>stroke.on</p:attrName>
                                        </p:attrNameLst>
                                      </p:cBhvr>
                                      <p:to>
                                        <p:strVal val="tru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Conclusion </a:t>
            </a:r>
          </a:p>
        </p:txBody>
      </p:sp>
      <p:sp>
        <p:nvSpPr>
          <p:cNvPr id="3" name="Rectangle 2"/>
          <p:cNvSpPr/>
          <p:nvPr/>
        </p:nvSpPr>
        <p:spPr>
          <a:xfrm>
            <a:off x="2233983" y="5082140"/>
            <a:ext cx="8174033" cy="523220"/>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en-US" sz="2800" b="1" dirty="0">
                <a:solidFill>
                  <a:srgbClr val="002060"/>
                </a:solidFill>
              </a:rPr>
              <a:t>Yes, each of the students receive a book he or she likes</a:t>
            </a:r>
          </a:p>
        </p:txBody>
      </p:sp>
      <p:pic>
        <p:nvPicPr>
          <p:cNvPr id="49" name="Picture 48"/>
          <p:cNvPicPr>
            <a:picLocks noChangeAspect="1"/>
          </p:cNvPicPr>
          <p:nvPr/>
        </p:nvPicPr>
        <p:blipFill>
          <a:blip r:embed="rId2"/>
          <a:stretch>
            <a:fillRect/>
          </a:stretch>
        </p:blipFill>
        <p:spPr>
          <a:xfrm>
            <a:off x="1459270" y="1545922"/>
            <a:ext cx="4410000" cy="3314382"/>
          </a:xfrm>
          <a:prstGeom prst="rect">
            <a:avLst/>
          </a:prstGeom>
        </p:spPr>
      </p:pic>
      <p:pic>
        <p:nvPicPr>
          <p:cNvPr id="4" name="Picture 3"/>
          <p:cNvPicPr>
            <a:picLocks noChangeAspect="1"/>
          </p:cNvPicPr>
          <p:nvPr/>
        </p:nvPicPr>
        <p:blipFill>
          <a:blip r:embed="rId3"/>
          <a:stretch>
            <a:fillRect/>
          </a:stretch>
        </p:blipFill>
        <p:spPr>
          <a:xfrm>
            <a:off x="6600055" y="1599314"/>
            <a:ext cx="4214225" cy="3200677"/>
          </a:xfrm>
          <a:prstGeom prst="rect">
            <a:avLst/>
          </a:prstGeom>
        </p:spPr>
      </p:pic>
      <p:sp>
        <p:nvSpPr>
          <p:cNvPr id="7" name="Rectangle 6"/>
          <p:cNvSpPr/>
          <p:nvPr/>
        </p:nvSpPr>
        <p:spPr>
          <a:xfrm>
            <a:off x="2818145" y="1062476"/>
            <a:ext cx="2563270" cy="523220"/>
          </a:xfrm>
          <a:prstGeom prst="rect">
            <a:avLst/>
          </a:prstGeom>
        </p:spPr>
        <p:txBody>
          <a:bodyPr wrap="square">
            <a:spAutoFit/>
          </a:bodyPr>
          <a:lstStyle/>
          <a:p>
            <a:r>
              <a:rPr lang="en-US" sz="2800" b="1" dirty="0">
                <a:solidFill>
                  <a:srgbClr val="002060"/>
                </a:solidFill>
              </a:rPr>
              <a:t>Given Situation</a:t>
            </a:r>
          </a:p>
        </p:txBody>
      </p:sp>
      <p:sp>
        <p:nvSpPr>
          <p:cNvPr id="52" name="Rectangle 51"/>
          <p:cNvSpPr/>
          <p:nvPr/>
        </p:nvSpPr>
        <p:spPr>
          <a:xfrm>
            <a:off x="7968565" y="1076094"/>
            <a:ext cx="1477203" cy="523220"/>
          </a:xfrm>
          <a:prstGeom prst="rect">
            <a:avLst/>
          </a:prstGeom>
        </p:spPr>
        <p:txBody>
          <a:bodyPr wrap="square">
            <a:spAutoFit/>
          </a:bodyPr>
          <a:lstStyle/>
          <a:p>
            <a:r>
              <a:rPr lang="en-US" sz="2800" b="1" dirty="0">
                <a:solidFill>
                  <a:srgbClr val="002060"/>
                </a:solidFill>
              </a:rPr>
              <a:t>Solution</a:t>
            </a:r>
          </a:p>
        </p:txBody>
      </p:sp>
      <p:cxnSp>
        <p:nvCxnSpPr>
          <p:cNvPr id="34" name="Straight Connector 33"/>
          <p:cNvCxnSpPr/>
          <p:nvPr/>
        </p:nvCxnSpPr>
        <p:spPr>
          <a:xfrm>
            <a:off x="6321000" y="1599314"/>
            <a:ext cx="0" cy="2991296"/>
          </a:xfrm>
          <a:prstGeom prst="line">
            <a:avLst/>
          </a:prstGeom>
          <a:ln w="38100"/>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2173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Model and Solve problem using graph theory </a:t>
            </a:r>
          </a:p>
        </p:txBody>
      </p:sp>
      <p:sp>
        <p:nvSpPr>
          <p:cNvPr id="3" name="Content Placeholder 2"/>
          <p:cNvSpPr>
            <a:spLocks noGrp="1"/>
          </p:cNvSpPr>
          <p:nvPr>
            <p:ph idx="1"/>
          </p:nvPr>
        </p:nvSpPr>
        <p:spPr/>
        <p:txBody>
          <a:bodyPr/>
          <a:lstStyle/>
          <a:p>
            <a:r>
              <a:rPr lang="en-US" dirty="0"/>
              <a:t>Seven seniors:  B, D, F, J, K, L, M, are applying for the jobs: a, c, e, p, r, s, t. </a:t>
            </a:r>
          </a:p>
          <a:p>
            <a:r>
              <a:rPr lang="en-US" dirty="0"/>
              <a:t>where:</a:t>
            </a:r>
          </a:p>
          <a:p>
            <a:pPr lvl="1">
              <a:buFont typeface="Arial" panose="020B0604020202020204" pitchFamily="34" charset="0"/>
              <a:buChar char="•"/>
            </a:pPr>
            <a:r>
              <a:rPr lang="en-US" dirty="0"/>
              <a:t>a: Accountant </a:t>
            </a:r>
          </a:p>
          <a:p>
            <a:pPr lvl="1">
              <a:buFont typeface="Arial" panose="020B0604020202020204" pitchFamily="34" charset="0"/>
              <a:buChar char="•"/>
            </a:pPr>
            <a:r>
              <a:rPr lang="en-US" dirty="0"/>
              <a:t>c: Consultant </a:t>
            </a:r>
          </a:p>
          <a:p>
            <a:pPr lvl="1">
              <a:buFont typeface="Arial" panose="020B0604020202020204" pitchFamily="34" charset="0"/>
              <a:buChar char="•"/>
            </a:pPr>
            <a:r>
              <a:rPr lang="en-US" dirty="0"/>
              <a:t>e: Editor </a:t>
            </a:r>
          </a:p>
          <a:p>
            <a:pPr lvl="1">
              <a:buFont typeface="Arial" panose="020B0604020202020204" pitchFamily="34" charset="0"/>
              <a:buChar char="•"/>
            </a:pPr>
            <a:r>
              <a:rPr lang="en-US" dirty="0"/>
              <a:t>p: Programmer </a:t>
            </a:r>
          </a:p>
          <a:p>
            <a:pPr lvl="1">
              <a:buFont typeface="Arial" panose="020B0604020202020204" pitchFamily="34" charset="0"/>
              <a:buChar char="•"/>
            </a:pPr>
            <a:r>
              <a:rPr lang="en-US" dirty="0"/>
              <a:t>r: Reporter </a:t>
            </a:r>
          </a:p>
          <a:p>
            <a:pPr lvl="1">
              <a:buFont typeface="Arial" panose="020B0604020202020204" pitchFamily="34" charset="0"/>
              <a:buChar char="•"/>
            </a:pPr>
            <a:r>
              <a:rPr lang="en-US" dirty="0"/>
              <a:t>s: Secretary </a:t>
            </a:r>
          </a:p>
          <a:p>
            <a:pPr lvl="1">
              <a:buFont typeface="Arial" panose="020B0604020202020204" pitchFamily="34" charset="0"/>
              <a:buChar char="•"/>
            </a:pPr>
            <a:r>
              <a:rPr lang="en-US" dirty="0"/>
              <a:t>t: Teacher </a:t>
            </a:r>
          </a:p>
          <a:p>
            <a:r>
              <a:rPr lang="en-US" dirty="0"/>
              <a:t>Only one position is available for each job.</a:t>
            </a:r>
          </a:p>
        </p:txBody>
      </p:sp>
    </p:spTree>
    <p:extLst>
      <p:ext uri="{BB962C8B-B14F-4D97-AF65-F5344CB8AC3E}">
        <p14:creationId xmlns:p14="http://schemas.microsoft.com/office/powerpoint/2010/main" val="4241373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Model Student Preferences using graph theory </a:t>
            </a:r>
          </a:p>
        </p:txBody>
      </p:sp>
      <p:sp>
        <p:nvSpPr>
          <p:cNvPr id="5" name="Oval 4">
            <a:extLst>
              <a:ext uri="{FF2B5EF4-FFF2-40B4-BE49-F238E27FC236}">
                <a16:creationId xmlns:a16="http://schemas.microsoft.com/office/drawing/2014/main" id="{BDD11F87-DA81-9510-C1CB-0AF4093562CB}"/>
              </a:ext>
            </a:extLst>
          </p:cNvPr>
          <p:cNvSpPr/>
          <p:nvPr/>
        </p:nvSpPr>
        <p:spPr>
          <a:xfrm rot="5400000">
            <a:off x="6696735" y="23910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7398030" y="23910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8135922" y="23910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8873814" y="23910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BDD11F87-DA81-9510-C1CB-0AF4093562CB}"/>
              </a:ext>
            </a:extLst>
          </p:cNvPr>
          <p:cNvSpPr/>
          <p:nvPr/>
        </p:nvSpPr>
        <p:spPr>
          <a:xfrm rot="5400000">
            <a:off x="9570560" y="23910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10341412" y="23910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Rectangle 10"/>
          <p:cNvSpPr/>
          <p:nvPr/>
        </p:nvSpPr>
        <p:spPr>
          <a:xfrm>
            <a:off x="6595982" y="1911064"/>
            <a:ext cx="380232" cy="523220"/>
          </a:xfrm>
          <a:prstGeom prst="rect">
            <a:avLst/>
          </a:prstGeom>
        </p:spPr>
        <p:txBody>
          <a:bodyPr wrap="none">
            <a:spAutoFit/>
          </a:bodyPr>
          <a:lstStyle/>
          <a:p>
            <a:r>
              <a:rPr lang="en-US" sz="2800" dirty="0">
                <a:solidFill>
                  <a:srgbClr val="002060"/>
                </a:solidFill>
              </a:rPr>
              <a:t>B</a:t>
            </a:r>
          </a:p>
        </p:txBody>
      </p:sp>
      <p:sp>
        <p:nvSpPr>
          <p:cNvPr id="12" name="Rectangle 11"/>
          <p:cNvSpPr/>
          <p:nvPr/>
        </p:nvSpPr>
        <p:spPr>
          <a:xfrm>
            <a:off x="7195756" y="1911064"/>
            <a:ext cx="389850" cy="523220"/>
          </a:xfrm>
          <a:prstGeom prst="rect">
            <a:avLst/>
          </a:prstGeom>
        </p:spPr>
        <p:txBody>
          <a:bodyPr wrap="none">
            <a:spAutoFit/>
          </a:bodyPr>
          <a:lstStyle/>
          <a:p>
            <a:r>
              <a:rPr lang="en-US" sz="2800" dirty="0">
                <a:solidFill>
                  <a:srgbClr val="002060"/>
                </a:solidFill>
              </a:rPr>
              <a:t>D</a:t>
            </a:r>
          </a:p>
        </p:txBody>
      </p:sp>
      <p:sp>
        <p:nvSpPr>
          <p:cNvPr id="13" name="Rectangle 12"/>
          <p:cNvSpPr/>
          <p:nvPr/>
        </p:nvSpPr>
        <p:spPr>
          <a:xfrm>
            <a:off x="7933648" y="1911064"/>
            <a:ext cx="357790" cy="523220"/>
          </a:xfrm>
          <a:prstGeom prst="rect">
            <a:avLst/>
          </a:prstGeom>
        </p:spPr>
        <p:txBody>
          <a:bodyPr wrap="none">
            <a:spAutoFit/>
          </a:bodyPr>
          <a:lstStyle/>
          <a:p>
            <a:r>
              <a:rPr lang="en-US" sz="2800" dirty="0">
                <a:solidFill>
                  <a:srgbClr val="002060"/>
                </a:solidFill>
              </a:rPr>
              <a:t>F</a:t>
            </a:r>
          </a:p>
        </p:txBody>
      </p:sp>
      <p:sp>
        <p:nvSpPr>
          <p:cNvPr id="14" name="Rectangle 13"/>
          <p:cNvSpPr/>
          <p:nvPr/>
        </p:nvSpPr>
        <p:spPr>
          <a:xfrm>
            <a:off x="8783582" y="1901539"/>
            <a:ext cx="357790" cy="523220"/>
          </a:xfrm>
          <a:prstGeom prst="rect">
            <a:avLst/>
          </a:prstGeom>
        </p:spPr>
        <p:txBody>
          <a:bodyPr wrap="none">
            <a:spAutoFit/>
          </a:bodyPr>
          <a:lstStyle/>
          <a:p>
            <a:r>
              <a:rPr lang="en-US" sz="2800" dirty="0">
                <a:solidFill>
                  <a:srgbClr val="002060"/>
                </a:solidFill>
              </a:rPr>
              <a:t>J</a:t>
            </a:r>
          </a:p>
        </p:txBody>
      </p:sp>
      <p:sp>
        <p:nvSpPr>
          <p:cNvPr id="15" name="Rectangle 14"/>
          <p:cNvSpPr/>
          <p:nvPr/>
        </p:nvSpPr>
        <p:spPr>
          <a:xfrm>
            <a:off x="9495171" y="1911064"/>
            <a:ext cx="380232" cy="523220"/>
          </a:xfrm>
          <a:prstGeom prst="rect">
            <a:avLst/>
          </a:prstGeom>
        </p:spPr>
        <p:txBody>
          <a:bodyPr wrap="none">
            <a:spAutoFit/>
          </a:bodyPr>
          <a:lstStyle/>
          <a:p>
            <a:r>
              <a:rPr lang="en-US" sz="2800" dirty="0">
                <a:solidFill>
                  <a:srgbClr val="002060"/>
                </a:solidFill>
              </a:rPr>
              <a:t>K</a:t>
            </a:r>
          </a:p>
        </p:txBody>
      </p:sp>
      <p:sp>
        <p:nvSpPr>
          <p:cNvPr id="16" name="Rectangle 15"/>
          <p:cNvSpPr/>
          <p:nvPr/>
        </p:nvSpPr>
        <p:spPr>
          <a:xfrm>
            <a:off x="10254839" y="1901539"/>
            <a:ext cx="356188" cy="523220"/>
          </a:xfrm>
          <a:prstGeom prst="rect">
            <a:avLst/>
          </a:prstGeom>
        </p:spPr>
        <p:txBody>
          <a:bodyPr wrap="none">
            <a:spAutoFit/>
          </a:bodyPr>
          <a:lstStyle/>
          <a:p>
            <a:r>
              <a:rPr lang="en-US" sz="2800" dirty="0">
                <a:solidFill>
                  <a:srgbClr val="002060"/>
                </a:solidFill>
              </a:rPr>
              <a:t>L</a:t>
            </a:r>
          </a:p>
        </p:txBody>
      </p:sp>
      <p:sp>
        <p:nvSpPr>
          <p:cNvPr id="17" name="Oval 16">
            <a:extLst>
              <a:ext uri="{FF2B5EF4-FFF2-40B4-BE49-F238E27FC236}">
                <a16:creationId xmlns:a16="http://schemas.microsoft.com/office/drawing/2014/main" id="{BDD11F87-DA81-9510-C1CB-0AF4093562CB}"/>
              </a:ext>
            </a:extLst>
          </p:cNvPr>
          <p:cNvSpPr/>
          <p:nvPr/>
        </p:nvSpPr>
        <p:spPr>
          <a:xfrm rot="5400000">
            <a:off x="6918901" y="46893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 name="Oval 17">
            <a:extLst>
              <a:ext uri="{FF2B5EF4-FFF2-40B4-BE49-F238E27FC236}">
                <a16:creationId xmlns:a16="http://schemas.microsoft.com/office/drawing/2014/main" id="{BDD11F87-DA81-9510-C1CB-0AF4093562CB}"/>
              </a:ext>
            </a:extLst>
          </p:cNvPr>
          <p:cNvSpPr/>
          <p:nvPr/>
        </p:nvSpPr>
        <p:spPr>
          <a:xfrm rot="5400000">
            <a:off x="7620196" y="46893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8358088" y="46893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9095980" y="46893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1" name="Oval 20">
            <a:extLst>
              <a:ext uri="{FF2B5EF4-FFF2-40B4-BE49-F238E27FC236}">
                <a16:creationId xmlns:a16="http://schemas.microsoft.com/office/drawing/2014/main" id="{BDD11F87-DA81-9510-C1CB-0AF4093562CB}"/>
              </a:ext>
            </a:extLst>
          </p:cNvPr>
          <p:cNvSpPr/>
          <p:nvPr/>
        </p:nvSpPr>
        <p:spPr>
          <a:xfrm rot="5400000">
            <a:off x="9792726" y="46893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 name="Oval 21">
            <a:extLst>
              <a:ext uri="{FF2B5EF4-FFF2-40B4-BE49-F238E27FC236}">
                <a16:creationId xmlns:a16="http://schemas.microsoft.com/office/drawing/2014/main" id="{BDD11F87-DA81-9510-C1CB-0AF4093562CB}"/>
              </a:ext>
            </a:extLst>
          </p:cNvPr>
          <p:cNvSpPr/>
          <p:nvPr/>
        </p:nvSpPr>
        <p:spPr>
          <a:xfrm rot="5400000">
            <a:off x="10563578" y="46893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3" name="Oval 22">
            <a:extLst>
              <a:ext uri="{FF2B5EF4-FFF2-40B4-BE49-F238E27FC236}">
                <a16:creationId xmlns:a16="http://schemas.microsoft.com/office/drawing/2014/main" id="{BDD11F87-DA81-9510-C1CB-0AF4093562CB}"/>
              </a:ext>
            </a:extLst>
          </p:cNvPr>
          <p:cNvSpPr/>
          <p:nvPr/>
        </p:nvSpPr>
        <p:spPr>
          <a:xfrm rot="5400000">
            <a:off x="11262430" y="46893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4" name="Rectangle 23"/>
          <p:cNvSpPr/>
          <p:nvPr/>
        </p:nvSpPr>
        <p:spPr>
          <a:xfrm>
            <a:off x="6719387" y="4833313"/>
            <a:ext cx="356188" cy="523220"/>
          </a:xfrm>
          <a:prstGeom prst="rect">
            <a:avLst/>
          </a:prstGeom>
        </p:spPr>
        <p:txBody>
          <a:bodyPr wrap="none">
            <a:spAutoFit/>
          </a:bodyPr>
          <a:lstStyle/>
          <a:p>
            <a:r>
              <a:rPr lang="en-US" sz="2800" dirty="0">
                <a:solidFill>
                  <a:srgbClr val="002060"/>
                </a:solidFill>
              </a:rPr>
              <a:t>a</a:t>
            </a:r>
          </a:p>
        </p:txBody>
      </p:sp>
      <p:sp>
        <p:nvSpPr>
          <p:cNvPr id="25" name="Rectangle 24"/>
          <p:cNvSpPr/>
          <p:nvPr/>
        </p:nvSpPr>
        <p:spPr>
          <a:xfrm>
            <a:off x="7434889" y="4833313"/>
            <a:ext cx="360996" cy="523220"/>
          </a:xfrm>
          <a:prstGeom prst="rect">
            <a:avLst/>
          </a:prstGeom>
        </p:spPr>
        <p:txBody>
          <a:bodyPr wrap="none">
            <a:spAutoFit/>
          </a:bodyPr>
          <a:lstStyle/>
          <a:p>
            <a:r>
              <a:rPr lang="en-US" sz="2800" dirty="0">
                <a:solidFill>
                  <a:srgbClr val="002060"/>
                </a:solidFill>
              </a:rPr>
              <a:t>c</a:t>
            </a:r>
          </a:p>
        </p:txBody>
      </p:sp>
      <p:sp>
        <p:nvSpPr>
          <p:cNvPr id="26" name="Rectangle 25"/>
          <p:cNvSpPr/>
          <p:nvPr/>
        </p:nvSpPr>
        <p:spPr>
          <a:xfrm>
            <a:off x="8172781" y="4833313"/>
            <a:ext cx="352982" cy="523220"/>
          </a:xfrm>
          <a:prstGeom prst="rect">
            <a:avLst/>
          </a:prstGeom>
        </p:spPr>
        <p:txBody>
          <a:bodyPr wrap="none">
            <a:spAutoFit/>
          </a:bodyPr>
          <a:lstStyle/>
          <a:p>
            <a:r>
              <a:rPr lang="en-US" sz="2800" dirty="0">
                <a:solidFill>
                  <a:srgbClr val="002060"/>
                </a:solidFill>
              </a:rPr>
              <a:t>e</a:t>
            </a:r>
          </a:p>
        </p:txBody>
      </p:sp>
      <p:sp>
        <p:nvSpPr>
          <p:cNvPr id="27" name="Rectangle 26"/>
          <p:cNvSpPr/>
          <p:nvPr/>
        </p:nvSpPr>
        <p:spPr>
          <a:xfrm>
            <a:off x="8927465" y="4833313"/>
            <a:ext cx="360996" cy="523220"/>
          </a:xfrm>
          <a:prstGeom prst="rect">
            <a:avLst/>
          </a:prstGeom>
        </p:spPr>
        <p:txBody>
          <a:bodyPr wrap="none">
            <a:spAutoFit/>
          </a:bodyPr>
          <a:lstStyle/>
          <a:p>
            <a:r>
              <a:rPr lang="en-US" sz="2800" dirty="0">
                <a:solidFill>
                  <a:srgbClr val="002060"/>
                </a:solidFill>
              </a:rPr>
              <a:t>p</a:t>
            </a:r>
          </a:p>
        </p:txBody>
      </p:sp>
      <p:sp>
        <p:nvSpPr>
          <p:cNvPr id="28" name="Rectangle 27"/>
          <p:cNvSpPr/>
          <p:nvPr/>
        </p:nvSpPr>
        <p:spPr>
          <a:xfrm>
            <a:off x="9600954" y="4833313"/>
            <a:ext cx="293670" cy="523220"/>
          </a:xfrm>
          <a:prstGeom prst="rect">
            <a:avLst/>
          </a:prstGeom>
        </p:spPr>
        <p:txBody>
          <a:bodyPr wrap="none">
            <a:spAutoFit/>
          </a:bodyPr>
          <a:lstStyle/>
          <a:p>
            <a:r>
              <a:rPr lang="en-US" sz="2800" dirty="0">
                <a:solidFill>
                  <a:srgbClr val="002060"/>
                </a:solidFill>
              </a:rPr>
              <a:t>r</a:t>
            </a:r>
          </a:p>
        </p:txBody>
      </p:sp>
      <p:sp>
        <p:nvSpPr>
          <p:cNvPr id="29" name="Rectangle 28"/>
          <p:cNvSpPr/>
          <p:nvPr/>
        </p:nvSpPr>
        <p:spPr>
          <a:xfrm>
            <a:off x="11065312" y="4833313"/>
            <a:ext cx="290464" cy="523220"/>
          </a:xfrm>
          <a:prstGeom prst="rect">
            <a:avLst/>
          </a:prstGeom>
        </p:spPr>
        <p:txBody>
          <a:bodyPr wrap="none">
            <a:spAutoFit/>
          </a:bodyPr>
          <a:lstStyle/>
          <a:p>
            <a:r>
              <a:rPr lang="en-US" sz="2800" dirty="0">
                <a:solidFill>
                  <a:srgbClr val="002060"/>
                </a:solidFill>
              </a:rPr>
              <a:t>t</a:t>
            </a:r>
          </a:p>
        </p:txBody>
      </p:sp>
      <p:sp>
        <p:nvSpPr>
          <p:cNvPr id="30" name="Rectangle 29"/>
          <p:cNvSpPr/>
          <p:nvPr/>
        </p:nvSpPr>
        <p:spPr>
          <a:xfrm>
            <a:off x="10341572" y="4833313"/>
            <a:ext cx="348172" cy="523220"/>
          </a:xfrm>
          <a:prstGeom prst="rect">
            <a:avLst/>
          </a:prstGeom>
        </p:spPr>
        <p:txBody>
          <a:bodyPr wrap="none">
            <a:spAutoFit/>
          </a:bodyPr>
          <a:lstStyle/>
          <a:p>
            <a:r>
              <a:rPr lang="en-US" sz="2800" dirty="0">
                <a:solidFill>
                  <a:srgbClr val="002060"/>
                </a:solidFill>
              </a:rPr>
              <a:t>s</a:t>
            </a:r>
          </a:p>
        </p:txBody>
      </p:sp>
      <p:sp>
        <p:nvSpPr>
          <p:cNvPr id="49" name="Rectangle 48"/>
          <p:cNvSpPr/>
          <p:nvPr/>
        </p:nvSpPr>
        <p:spPr>
          <a:xfrm>
            <a:off x="6617282" y="1252815"/>
            <a:ext cx="5190845" cy="523220"/>
          </a:xfrm>
          <a:prstGeom prst="rect">
            <a:avLst/>
          </a:prstGeom>
        </p:spPr>
        <p:txBody>
          <a:bodyPr wrap="none">
            <a:spAutoFit/>
          </a:bodyPr>
          <a:lstStyle/>
          <a:p>
            <a:r>
              <a:rPr lang="en-US" sz="2800" b="1" dirty="0">
                <a:solidFill>
                  <a:srgbClr val="002060"/>
                </a:solidFill>
              </a:rPr>
              <a:t>Modeling of problem using graph  </a:t>
            </a:r>
          </a:p>
        </p:txBody>
      </p:sp>
      <p:sp>
        <p:nvSpPr>
          <p:cNvPr id="51" name="Rectangle 50"/>
          <p:cNvSpPr/>
          <p:nvPr/>
        </p:nvSpPr>
        <p:spPr>
          <a:xfrm>
            <a:off x="11178764" y="1911064"/>
            <a:ext cx="455574" cy="523220"/>
          </a:xfrm>
          <a:prstGeom prst="rect">
            <a:avLst/>
          </a:prstGeom>
        </p:spPr>
        <p:txBody>
          <a:bodyPr wrap="none">
            <a:spAutoFit/>
          </a:bodyPr>
          <a:lstStyle/>
          <a:p>
            <a:r>
              <a:rPr lang="en-US" sz="2800" dirty="0">
                <a:solidFill>
                  <a:srgbClr val="002060"/>
                </a:solidFill>
              </a:rPr>
              <a:t>M</a:t>
            </a:r>
          </a:p>
        </p:txBody>
      </p:sp>
      <p:sp>
        <p:nvSpPr>
          <p:cNvPr id="52" name="Oval 51">
            <a:extLst>
              <a:ext uri="{FF2B5EF4-FFF2-40B4-BE49-F238E27FC236}">
                <a16:creationId xmlns:a16="http://schemas.microsoft.com/office/drawing/2014/main" id="{BDD11F87-DA81-9510-C1CB-0AF4093562CB}"/>
              </a:ext>
            </a:extLst>
          </p:cNvPr>
          <p:cNvSpPr/>
          <p:nvPr/>
        </p:nvSpPr>
        <p:spPr>
          <a:xfrm rot="5400000">
            <a:off x="11255812" y="24005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3" name="Straight Connector 52">
            <a:extLst>
              <a:ext uri="{FF2B5EF4-FFF2-40B4-BE49-F238E27FC236}">
                <a16:creationId xmlns:a16="http://schemas.microsoft.com/office/drawing/2014/main" id="{6205DD86-315C-53B6-CEEF-A9919650168E}"/>
              </a:ext>
            </a:extLst>
          </p:cNvPr>
          <p:cNvCxnSpPr>
            <a:cxnSpLocks/>
            <a:stCxn id="5" idx="7"/>
            <a:endCxn id="18" idx="3"/>
          </p:cNvCxnSpPr>
          <p:nvPr/>
        </p:nvCxnSpPr>
        <p:spPr>
          <a:xfrm>
            <a:off x="6819647" y="2513940"/>
            <a:ext cx="821637"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a:extLst>
              <a:ext uri="{FF2B5EF4-FFF2-40B4-BE49-F238E27FC236}">
                <a16:creationId xmlns:a16="http://schemas.microsoft.com/office/drawing/2014/main" id="{6205DD86-315C-53B6-CEEF-A9919650168E}"/>
              </a:ext>
            </a:extLst>
          </p:cNvPr>
          <p:cNvCxnSpPr>
            <a:cxnSpLocks/>
            <a:stCxn id="5" idx="7"/>
            <a:endCxn id="19" idx="3"/>
          </p:cNvCxnSpPr>
          <p:nvPr/>
        </p:nvCxnSpPr>
        <p:spPr>
          <a:xfrm>
            <a:off x="6819647" y="2513940"/>
            <a:ext cx="1559529"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205DD86-315C-53B6-CEEF-A9919650168E}"/>
              </a:ext>
            </a:extLst>
          </p:cNvPr>
          <p:cNvCxnSpPr>
            <a:cxnSpLocks/>
            <a:stCxn id="6" idx="6"/>
            <a:endCxn id="17" idx="1"/>
          </p:cNvCxnSpPr>
          <p:nvPr/>
        </p:nvCxnSpPr>
        <p:spPr>
          <a:xfrm flipH="1">
            <a:off x="7041813" y="2535028"/>
            <a:ext cx="428217" cy="2175373"/>
          </a:xfrm>
          <a:prstGeom prst="line">
            <a:avLst/>
          </a:prstGeom>
          <a:solidFill>
            <a:schemeClr val="bg1"/>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6" idx="6"/>
            <a:endCxn id="18" idx="2"/>
          </p:cNvCxnSpPr>
          <p:nvPr/>
        </p:nvCxnSpPr>
        <p:spPr>
          <a:xfrm>
            <a:off x="7470030" y="2535028"/>
            <a:ext cx="222166" cy="2154285"/>
          </a:xfrm>
          <a:prstGeom prst="line">
            <a:avLst/>
          </a:prstGeom>
          <a:solidFill>
            <a:schemeClr val="bg1"/>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6" idx="6"/>
            <a:endCxn id="20" idx="3"/>
          </p:cNvCxnSpPr>
          <p:nvPr/>
        </p:nvCxnSpPr>
        <p:spPr>
          <a:xfrm>
            <a:off x="7470030" y="2535028"/>
            <a:ext cx="1647038" cy="2175373"/>
          </a:xfrm>
          <a:prstGeom prst="line">
            <a:avLst/>
          </a:prstGeom>
          <a:solidFill>
            <a:schemeClr val="bg1"/>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endCxn id="22" idx="3"/>
          </p:cNvCxnSpPr>
          <p:nvPr/>
        </p:nvCxnSpPr>
        <p:spPr>
          <a:xfrm>
            <a:off x="7470030" y="2535028"/>
            <a:ext cx="3114636" cy="2175373"/>
          </a:xfrm>
          <a:prstGeom prst="line">
            <a:avLst/>
          </a:prstGeom>
          <a:solidFill>
            <a:schemeClr val="bg1"/>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0" name="Straight Connector 69">
            <a:extLst>
              <a:ext uri="{FF2B5EF4-FFF2-40B4-BE49-F238E27FC236}">
                <a16:creationId xmlns:a16="http://schemas.microsoft.com/office/drawing/2014/main" id="{6205DD86-315C-53B6-CEEF-A9919650168E}"/>
              </a:ext>
            </a:extLst>
          </p:cNvPr>
          <p:cNvCxnSpPr>
            <a:cxnSpLocks/>
            <a:endCxn id="23" idx="3"/>
          </p:cNvCxnSpPr>
          <p:nvPr/>
        </p:nvCxnSpPr>
        <p:spPr>
          <a:xfrm>
            <a:off x="7470030" y="2535028"/>
            <a:ext cx="3813488" cy="2175373"/>
          </a:xfrm>
          <a:prstGeom prst="line">
            <a:avLst/>
          </a:prstGeom>
          <a:solidFill>
            <a:schemeClr val="bg1"/>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a:extLst>
              <a:ext uri="{FF2B5EF4-FFF2-40B4-BE49-F238E27FC236}">
                <a16:creationId xmlns:a16="http://schemas.microsoft.com/office/drawing/2014/main" id="{6205DD86-315C-53B6-CEEF-A9919650168E}"/>
              </a:ext>
            </a:extLst>
          </p:cNvPr>
          <p:cNvCxnSpPr>
            <a:cxnSpLocks/>
            <a:stCxn id="7" idx="6"/>
            <a:endCxn id="18" idx="2"/>
          </p:cNvCxnSpPr>
          <p:nvPr/>
        </p:nvCxnSpPr>
        <p:spPr>
          <a:xfrm flipH="1">
            <a:off x="7692196" y="2535028"/>
            <a:ext cx="515726" cy="2154285"/>
          </a:xfrm>
          <a:prstGeom prst="line">
            <a:avLst/>
          </a:prstGeom>
          <a:solidFill>
            <a:schemeClr val="bg1"/>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a:extLst>
              <a:ext uri="{FF2B5EF4-FFF2-40B4-BE49-F238E27FC236}">
                <a16:creationId xmlns:a16="http://schemas.microsoft.com/office/drawing/2014/main" id="{6205DD86-315C-53B6-CEEF-A9919650168E}"/>
              </a:ext>
            </a:extLst>
          </p:cNvPr>
          <p:cNvCxnSpPr>
            <a:cxnSpLocks/>
            <a:stCxn id="7" idx="6"/>
            <a:endCxn id="21" idx="3"/>
          </p:cNvCxnSpPr>
          <p:nvPr/>
        </p:nvCxnSpPr>
        <p:spPr>
          <a:xfrm>
            <a:off x="8207922" y="2535028"/>
            <a:ext cx="1605892" cy="2175373"/>
          </a:xfrm>
          <a:prstGeom prst="line">
            <a:avLst/>
          </a:prstGeom>
          <a:solidFill>
            <a:schemeClr val="bg1"/>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p:cNvCxnSpPr>
          <p:nvPr/>
        </p:nvCxnSpPr>
        <p:spPr>
          <a:xfrm flipH="1">
            <a:off x="8435146" y="2535028"/>
            <a:ext cx="515726" cy="2154285"/>
          </a:xfrm>
          <a:prstGeom prst="line">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endCxn id="21" idx="3"/>
          </p:cNvCxnSpPr>
          <p:nvPr/>
        </p:nvCxnSpPr>
        <p:spPr>
          <a:xfrm>
            <a:off x="8950872" y="2535028"/>
            <a:ext cx="862942" cy="2175373"/>
          </a:xfrm>
          <a:prstGeom prst="line">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8" idx="6"/>
            <a:endCxn id="18" idx="2"/>
          </p:cNvCxnSpPr>
          <p:nvPr/>
        </p:nvCxnSpPr>
        <p:spPr>
          <a:xfrm flipH="1">
            <a:off x="7692196" y="2535028"/>
            <a:ext cx="1253618" cy="2154285"/>
          </a:xfrm>
          <a:prstGeom prst="line">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6205DD86-315C-53B6-CEEF-A9919650168E}"/>
              </a:ext>
            </a:extLst>
          </p:cNvPr>
          <p:cNvCxnSpPr>
            <a:cxnSpLocks/>
            <a:stCxn id="9" idx="5"/>
            <a:endCxn id="17" idx="1"/>
          </p:cNvCxnSpPr>
          <p:nvPr/>
        </p:nvCxnSpPr>
        <p:spPr>
          <a:xfrm flipH="1">
            <a:off x="7041813" y="2513940"/>
            <a:ext cx="2549835" cy="2196461"/>
          </a:xfrm>
          <a:prstGeom prst="line">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cxnSp>
      <p:cxnSp>
        <p:nvCxnSpPr>
          <p:cNvPr id="90" name="Straight Connector 89">
            <a:extLst>
              <a:ext uri="{FF2B5EF4-FFF2-40B4-BE49-F238E27FC236}">
                <a16:creationId xmlns:a16="http://schemas.microsoft.com/office/drawing/2014/main" id="{6205DD86-315C-53B6-CEEF-A9919650168E}"/>
              </a:ext>
            </a:extLst>
          </p:cNvPr>
          <p:cNvCxnSpPr>
            <a:cxnSpLocks/>
            <a:stCxn id="9" idx="5"/>
            <a:endCxn id="19" idx="2"/>
          </p:cNvCxnSpPr>
          <p:nvPr/>
        </p:nvCxnSpPr>
        <p:spPr>
          <a:xfrm flipH="1">
            <a:off x="8430088" y="2513940"/>
            <a:ext cx="1161560" cy="2175373"/>
          </a:xfrm>
          <a:prstGeom prst="line">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6205DD86-315C-53B6-CEEF-A9919650168E}"/>
              </a:ext>
            </a:extLst>
          </p:cNvPr>
          <p:cNvCxnSpPr>
            <a:cxnSpLocks/>
            <a:stCxn id="9" idx="5"/>
            <a:endCxn id="20" idx="2"/>
          </p:cNvCxnSpPr>
          <p:nvPr/>
        </p:nvCxnSpPr>
        <p:spPr>
          <a:xfrm flipH="1">
            <a:off x="9167980" y="2513940"/>
            <a:ext cx="423668" cy="2175373"/>
          </a:xfrm>
          <a:prstGeom prst="line">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9" idx="6"/>
            <a:endCxn id="22" idx="2"/>
          </p:cNvCxnSpPr>
          <p:nvPr/>
        </p:nvCxnSpPr>
        <p:spPr>
          <a:xfrm>
            <a:off x="9642560" y="2535028"/>
            <a:ext cx="993018" cy="2154285"/>
          </a:xfrm>
          <a:prstGeom prst="line">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Straight Connector 98">
            <a:extLst>
              <a:ext uri="{FF2B5EF4-FFF2-40B4-BE49-F238E27FC236}">
                <a16:creationId xmlns:a16="http://schemas.microsoft.com/office/drawing/2014/main" id="{6205DD86-315C-53B6-CEEF-A9919650168E}"/>
              </a:ext>
            </a:extLst>
          </p:cNvPr>
          <p:cNvCxnSpPr>
            <a:cxnSpLocks/>
            <a:stCxn id="10" idx="5"/>
            <a:endCxn id="19" idx="1"/>
          </p:cNvCxnSpPr>
          <p:nvPr/>
        </p:nvCxnSpPr>
        <p:spPr>
          <a:xfrm flipH="1">
            <a:off x="8481000" y="2513940"/>
            <a:ext cx="1881500" cy="2196461"/>
          </a:xfrm>
          <a:prstGeom prst="line">
            <a:avLst/>
          </a:prstGeom>
          <a:solidFill>
            <a:schemeClr val="bg1"/>
          </a:solid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3" name="Straight Connector 102">
            <a:extLst>
              <a:ext uri="{FF2B5EF4-FFF2-40B4-BE49-F238E27FC236}">
                <a16:creationId xmlns:a16="http://schemas.microsoft.com/office/drawing/2014/main" id="{6205DD86-315C-53B6-CEEF-A9919650168E}"/>
              </a:ext>
            </a:extLst>
          </p:cNvPr>
          <p:cNvCxnSpPr>
            <a:cxnSpLocks/>
            <a:stCxn id="10" idx="6"/>
            <a:endCxn id="21" idx="2"/>
          </p:cNvCxnSpPr>
          <p:nvPr/>
        </p:nvCxnSpPr>
        <p:spPr>
          <a:xfrm flipH="1">
            <a:off x="9864726" y="2535028"/>
            <a:ext cx="548686" cy="2154285"/>
          </a:xfrm>
          <a:prstGeom prst="line">
            <a:avLst/>
          </a:prstGeom>
          <a:solidFill>
            <a:schemeClr val="bg1"/>
          </a:solid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a:extLst>
              <a:ext uri="{FF2B5EF4-FFF2-40B4-BE49-F238E27FC236}">
                <a16:creationId xmlns:a16="http://schemas.microsoft.com/office/drawing/2014/main" id="{6205DD86-315C-53B6-CEEF-A9919650168E}"/>
              </a:ext>
            </a:extLst>
          </p:cNvPr>
          <p:cNvCxnSpPr>
            <a:cxnSpLocks/>
            <a:stCxn id="52" idx="6"/>
            <a:endCxn id="22" idx="2"/>
          </p:cNvCxnSpPr>
          <p:nvPr/>
        </p:nvCxnSpPr>
        <p:spPr>
          <a:xfrm flipH="1">
            <a:off x="10635578" y="2544553"/>
            <a:ext cx="692234" cy="21447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a:extLst>
              <a:ext uri="{FF2B5EF4-FFF2-40B4-BE49-F238E27FC236}">
                <a16:creationId xmlns:a16="http://schemas.microsoft.com/office/drawing/2014/main" id="{6205DD86-315C-53B6-CEEF-A9919650168E}"/>
              </a:ext>
            </a:extLst>
          </p:cNvPr>
          <p:cNvCxnSpPr>
            <a:cxnSpLocks/>
            <a:stCxn id="52" idx="6"/>
            <a:endCxn id="23" idx="2"/>
          </p:cNvCxnSpPr>
          <p:nvPr/>
        </p:nvCxnSpPr>
        <p:spPr>
          <a:xfrm>
            <a:off x="11327812" y="2544553"/>
            <a:ext cx="6618" cy="21447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2" name="Straight Connector 111">
            <a:extLst>
              <a:ext uri="{FF2B5EF4-FFF2-40B4-BE49-F238E27FC236}">
                <a16:creationId xmlns:a16="http://schemas.microsoft.com/office/drawing/2014/main" id="{6205DD86-315C-53B6-CEEF-A9919650168E}"/>
              </a:ext>
            </a:extLst>
          </p:cNvPr>
          <p:cNvCxnSpPr>
            <a:cxnSpLocks/>
            <a:stCxn id="52" idx="6"/>
            <a:endCxn id="21" idx="2"/>
          </p:cNvCxnSpPr>
          <p:nvPr/>
        </p:nvCxnSpPr>
        <p:spPr>
          <a:xfrm flipH="1">
            <a:off x="9864726" y="2544553"/>
            <a:ext cx="1463086" cy="21447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5" name="Straight Connector 114">
            <a:extLst>
              <a:ext uri="{FF2B5EF4-FFF2-40B4-BE49-F238E27FC236}">
                <a16:creationId xmlns:a16="http://schemas.microsoft.com/office/drawing/2014/main" id="{6205DD86-315C-53B6-CEEF-A9919650168E}"/>
              </a:ext>
            </a:extLst>
          </p:cNvPr>
          <p:cNvCxnSpPr>
            <a:cxnSpLocks/>
            <a:stCxn id="52" idx="5"/>
            <a:endCxn id="20" idx="1"/>
          </p:cNvCxnSpPr>
          <p:nvPr/>
        </p:nvCxnSpPr>
        <p:spPr>
          <a:xfrm flipH="1">
            <a:off x="9218892" y="2523465"/>
            <a:ext cx="2058008" cy="21869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pic>
        <p:nvPicPr>
          <p:cNvPr id="31" name="Picture 30"/>
          <p:cNvPicPr>
            <a:picLocks noChangeAspect="1"/>
          </p:cNvPicPr>
          <p:nvPr/>
        </p:nvPicPr>
        <p:blipFill>
          <a:blip r:embed="rId2"/>
          <a:stretch>
            <a:fillRect/>
          </a:stretch>
        </p:blipFill>
        <p:spPr>
          <a:xfrm>
            <a:off x="774310" y="1252815"/>
            <a:ext cx="4500000" cy="4107272"/>
          </a:xfrm>
          <a:prstGeom prst="rect">
            <a:avLst/>
          </a:prstGeom>
        </p:spPr>
      </p:pic>
    </p:spTree>
    <p:extLst>
      <p:ext uri="{BB962C8B-B14F-4D97-AF65-F5344CB8AC3E}">
        <p14:creationId xmlns:p14="http://schemas.microsoft.com/office/powerpoint/2010/main" val="1775539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53"/>
                                        </p:tgtEl>
                                        <p:attrNameLst>
                                          <p:attrName>style.visibility</p:attrName>
                                        </p:attrNameLst>
                                      </p:cBhvr>
                                      <p:to>
                                        <p:strVal val="visible"/>
                                      </p:to>
                                    </p:set>
                                    <p:animEffect transition="in" filter="wipe(up)">
                                      <p:cBhvr>
                                        <p:cTn id="71" dur="500"/>
                                        <p:tgtEl>
                                          <p:spTgt spid="53"/>
                                        </p:tgtEl>
                                      </p:cBhvr>
                                    </p:animEffect>
                                  </p:childTnLst>
                                </p:cTn>
                              </p:par>
                              <p:par>
                                <p:cTn id="72" presetID="22" presetClass="entr" presetSubtype="1" fill="hold" nodeType="with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wipe(up)">
                                      <p:cBhvr>
                                        <p:cTn id="74" dur="500"/>
                                        <p:tgtEl>
                                          <p:spTgt spid="5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wipe(up)">
                                      <p:cBhvr>
                                        <p:cTn id="79" dur="500"/>
                                        <p:tgtEl>
                                          <p:spTgt spid="59"/>
                                        </p:tgtEl>
                                      </p:cBhvr>
                                    </p:animEffect>
                                  </p:childTnLst>
                                </p:cTn>
                              </p:par>
                              <p:par>
                                <p:cTn id="80" presetID="22" presetClass="entr" presetSubtype="1" fill="hold" nodeType="withEffect">
                                  <p:stCondLst>
                                    <p:cond delay="0"/>
                                  </p:stCondLst>
                                  <p:childTnLst>
                                    <p:set>
                                      <p:cBhvr>
                                        <p:cTn id="81" dur="1" fill="hold">
                                          <p:stCondLst>
                                            <p:cond delay="0"/>
                                          </p:stCondLst>
                                        </p:cTn>
                                        <p:tgtEl>
                                          <p:spTgt spid="62"/>
                                        </p:tgtEl>
                                        <p:attrNameLst>
                                          <p:attrName>style.visibility</p:attrName>
                                        </p:attrNameLst>
                                      </p:cBhvr>
                                      <p:to>
                                        <p:strVal val="visible"/>
                                      </p:to>
                                    </p:set>
                                    <p:animEffect transition="in" filter="wipe(up)">
                                      <p:cBhvr>
                                        <p:cTn id="82" dur="500"/>
                                        <p:tgtEl>
                                          <p:spTgt spid="62"/>
                                        </p:tgtEl>
                                      </p:cBhvr>
                                    </p:animEffect>
                                  </p:childTnLst>
                                </p:cTn>
                              </p:par>
                              <p:par>
                                <p:cTn id="83" presetID="22" presetClass="entr" presetSubtype="1" fill="hold" nodeType="withEffect">
                                  <p:stCondLst>
                                    <p:cond delay="0"/>
                                  </p:stCondLst>
                                  <p:childTnLst>
                                    <p:set>
                                      <p:cBhvr>
                                        <p:cTn id="84" dur="1" fill="hold">
                                          <p:stCondLst>
                                            <p:cond delay="0"/>
                                          </p:stCondLst>
                                        </p:cTn>
                                        <p:tgtEl>
                                          <p:spTgt spid="65"/>
                                        </p:tgtEl>
                                        <p:attrNameLst>
                                          <p:attrName>style.visibility</p:attrName>
                                        </p:attrNameLst>
                                      </p:cBhvr>
                                      <p:to>
                                        <p:strVal val="visible"/>
                                      </p:to>
                                    </p:set>
                                    <p:animEffect transition="in" filter="wipe(up)">
                                      <p:cBhvr>
                                        <p:cTn id="85" dur="500"/>
                                        <p:tgtEl>
                                          <p:spTgt spid="65"/>
                                        </p:tgtEl>
                                      </p:cBhvr>
                                    </p:animEffect>
                                  </p:childTnLst>
                                </p:cTn>
                              </p:par>
                              <p:par>
                                <p:cTn id="86" presetID="22" presetClass="entr" presetSubtype="1" fill="hold"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wipe(up)">
                                      <p:cBhvr>
                                        <p:cTn id="88" dur="500"/>
                                        <p:tgtEl>
                                          <p:spTgt spid="70"/>
                                        </p:tgtEl>
                                      </p:cBhvr>
                                    </p:animEffect>
                                  </p:childTnLst>
                                </p:cTn>
                              </p:par>
                              <p:par>
                                <p:cTn id="89" presetID="22" presetClass="entr" presetSubtype="1" fill="hold" nodeType="withEffect">
                                  <p:stCondLst>
                                    <p:cond delay="0"/>
                                  </p:stCondLst>
                                  <p:childTnLst>
                                    <p:set>
                                      <p:cBhvr>
                                        <p:cTn id="90" dur="1" fill="hold">
                                          <p:stCondLst>
                                            <p:cond delay="0"/>
                                          </p:stCondLst>
                                        </p:cTn>
                                        <p:tgtEl>
                                          <p:spTgt spid="68"/>
                                        </p:tgtEl>
                                        <p:attrNameLst>
                                          <p:attrName>style.visibility</p:attrName>
                                        </p:attrNameLst>
                                      </p:cBhvr>
                                      <p:to>
                                        <p:strVal val="visible"/>
                                      </p:to>
                                    </p:set>
                                    <p:animEffect transition="in" filter="wipe(up)">
                                      <p:cBhvr>
                                        <p:cTn id="91" dur="500"/>
                                        <p:tgtEl>
                                          <p:spTgt spid="6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nodeType="clickEffect">
                                  <p:stCondLst>
                                    <p:cond delay="0"/>
                                  </p:stCondLst>
                                  <p:childTnLst>
                                    <p:set>
                                      <p:cBhvr>
                                        <p:cTn id="95" dur="1" fill="hold">
                                          <p:stCondLst>
                                            <p:cond delay="0"/>
                                          </p:stCondLst>
                                        </p:cTn>
                                        <p:tgtEl>
                                          <p:spTgt spid="72"/>
                                        </p:tgtEl>
                                        <p:attrNameLst>
                                          <p:attrName>style.visibility</p:attrName>
                                        </p:attrNameLst>
                                      </p:cBhvr>
                                      <p:to>
                                        <p:strVal val="visible"/>
                                      </p:to>
                                    </p:set>
                                    <p:animEffect transition="in" filter="wipe(up)">
                                      <p:cBhvr>
                                        <p:cTn id="96" dur="500"/>
                                        <p:tgtEl>
                                          <p:spTgt spid="72"/>
                                        </p:tgtEl>
                                      </p:cBhvr>
                                    </p:animEffect>
                                  </p:childTnLst>
                                </p:cTn>
                              </p:par>
                              <p:par>
                                <p:cTn id="97" presetID="22" presetClass="entr" presetSubtype="1" fill="hold" nodeType="withEffect">
                                  <p:stCondLst>
                                    <p:cond delay="0"/>
                                  </p:stCondLst>
                                  <p:childTnLst>
                                    <p:set>
                                      <p:cBhvr>
                                        <p:cTn id="98" dur="1" fill="hold">
                                          <p:stCondLst>
                                            <p:cond delay="0"/>
                                          </p:stCondLst>
                                        </p:cTn>
                                        <p:tgtEl>
                                          <p:spTgt spid="75"/>
                                        </p:tgtEl>
                                        <p:attrNameLst>
                                          <p:attrName>style.visibility</p:attrName>
                                        </p:attrNameLst>
                                      </p:cBhvr>
                                      <p:to>
                                        <p:strVal val="visible"/>
                                      </p:to>
                                    </p:set>
                                    <p:animEffect transition="in" filter="wipe(up)">
                                      <p:cBhvr>
                                        <p:cTn id="99" dur="500"/>
                                        <p:tgtEl>
                                          <p:spTgt spid="75"/>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nodeType="clickEffect">
                                  <p:stCondLst>
                                    <p:cond delay="0"/>
                                  </p:stCondLst>
                                  <p:childTnLst>
                                    <p:set>
                                      <p:cBhvr>
                                        <p:cTn id="103" dur="1" fill="hold">
                                          <p:stCondLst>
                                            <p:cond delay="0"/>
                                          </p:stCondLst>
                                        </p:cTn>
                                        <p:tgtEl>
                                          <p:spTgt spid="83"/>
                                        </p:tgtEl>
                                        <p:attrNameLst>
                                          <p:attrName>style.visibility</p:attrName>
                                        </p:attrNameLst>
                                      </p:cBhvr>
                                      <p:to>
                                        <p:strVal val="visible"/>
                                      </p:to>
                                    </p:set>
                                    <p:animEffect transition="in" filter="wipe(up)">
                                      <p:cBhvr>
                                        <p:cTn id="104" dur="500"/>
                                        <p:tgtEl>
                                          <p:spTgt spid="83"/>
                                        </p:tgtEl>
                                      </p:cBhvr>
                                    </p:animEffect>
                                  </p:childTnLst>
                                </p:cTn>
                              </p:par>
                              <p:par>
                                <p:cTn id="105" presetID="22" presetClass="entr" presetSubtype="1" fill="hold" nodeType="withEffect">
                                  <p:stCondLst>
                                    <p:cond delay="0"/>
                                  </p:stCondLst>
                                  <p:childTnLst>
                                    <p:set>
                                      <p:cBhvr>
                                        <p:cTn id="106" dur="1" fill="hold">
                                          <p:stCondLst>
                                            <p:cond delay="0"/>
                                          </p:stCondLst>
                                        </p:cTn>
                                        <p:tgtEl>
                                          <p:spTgt spid="78"/>
                                        </p:tgtEl>
                                        <p:attrNameLst>
                                          <p:attrName>style.visibility</p:attrName>
                                        </p:attrNameLst>
                                      </p:cBhvr>
                                      <p:to>
                                        <p:strVal val="visible"/>
                                      </p:to>
                                    </p:set>
                                    <p:animEffect transition="in" filter="wipe(up)">
                                      <p:cBhvr>
                                        <p:cTn id="107" dur="500"/>
                                        <p:tgtEl>
                                          <p:spTgt spid="78"/>
                                        </p:tgtEl>
                                      </p:cBhvr>
                                    </p:animEffect>
                                  </p:childTnLst>
                                </p:cTn>
                              </p:par>
                              <p:par>
                                <p:cTn id="108" presetID="22" presetClass="entr" presetSubtype="1" fill="hold" nodeType="withEffect">
                                  <p:stCondLst>
                                    <p:cond delay="0"/>
                                  </p:stCondLst>
                                  <p:childTnLst>
                                    <p:set>
                                      <p:cBhvr>
                                        <p:cTn id="109" dur="1" fill="hold">
                                          <p:stCondLst>
                                            <p:cond delay="0"/>
                                          </p:stCondLst>
                                        </p:cTn>
                                        <p:tgtEl>
                                          <p:spTgt spid="79"/>
                                        </p:tgtEl>
                                        <p:attrNameLst>
                                          <p:attrName>style.visibility</p:attrName>
                                        </p:attrNameLst>
                                      </p:cBhvr>
                                      <p:to>
                                        <p:strVal val="visible"/>
                                      </p:to>
                                    </p:set>
                                    <p:animEffect transition="in" filter="wipe(up)">
                                      <p:cBhvr>
                                        <p:cTn id="110" dur="500"/>
                                        <p:tgtEl>
                                          <p:spTgt spid="79"/>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1" fill="hold" nodeType="clickEffect">
                                  <p:stCondLst>
                                    <p:cond delay="0"/>
                                  </p:stCondLst>
                                  <p:childTnLst>
                                    <p:set>
                                      <p:cBhvr>
                                        <p:cTn id="114" dur="1" fill="hold">
                                          <p:stCondLst>
                                            <p:cond delay="0"/>
                                          </p:stCondLst>
                                        </p:cTn>
                                        <p:tgtEl>
                                          <p:spTgt spid="86"/>
                                        </p:tgtEl>
                                        <p:attrNameLst>
                                          <p:attrName>style.visibility</p:attrName>
                                        </p:attrNameLst>
                                      </p:cBhvr>
                                      <p:to>
                                        <p:strVal val="visible"/>
                                      </p:to>
                                    </p:set>
                                    <p:animEffect transition="in" filter="wipe(up)">
                                      <p:cBhvr>
                                        <p:cTn id="115" dur="500"/>
                                        <p:tgtEl>
                                          <p:spTgt spid="86"/>
                                        </p:tgtEl>
                                      </p:cBhvr>
                                    </p:animEffect>
                                  </p:childTnLst>
                                </p:cTn>
                              </p:par>
                              <p:par>
                                <p:cTn id="116" presetID="22" presetClass="entr" presetSubtype="1" fill="hold" nodeType="withEffect">
                                  <p:stCondLst>
                                    <p:cond delay="0"/>
                                  </p:stCondLst>
                                  <p:childTnLst>
                                    <p:set>
                                      <p:cBhvr>
                                        <p:cTn id="117" dur="1" fill="hold">
                                          <p:stCondLst>
                                            <p:cond delay="0"/>
                                          </p:stCondLst>
                                        </p:cTn>
                                        <p:tgtEl>
                                          <p:spTgt spid="90"/>
                                        </p:tgtEl>
                                        <p:attrNameLst>
                                          <p:attrName>style.visibility</p:attrName>
                                        </p:attrNameLst>
                                      </p:cBhvr>
                                      <p:to>
                                        <p:strVal val="visible"/>
                                      </p:to>
                                    </p:set>
                                    <p:animEffect transition="in" filter="wipe(up)">
                                      <p:cBhvr>
                                        <p:cTn id="118" dur="500"/>
                                        <p:tgtEl>
                                          <p:spTgt spid="90"/>
                                        </p:tgtEl>
                                      </p:cBhvr>
                                    </p:animEffect>
                                  </p:childTnLst>
                                </p:cTn>
                              </p:par>
                              <p:par>
                                <p:cTn id="119" presetID="22" presetClass="entr" presetSubtype="1" fill="hold" nodeType="withEffect">
                                  <p:stCondLst>
                                    <p:cond delay="0"/>
                                  </p:stCondLst>
                                  <p:childTnLst>
                                    <p:set>
                                      <p:cBhvr>
                                        <p:cTn id="120" dur="1" fill="hold">
                                          <p:stCondLst>
                                            <p:cond delay="0"/>
                                          </p:stCondLst>
                                        </p:cTn>
                                        <p:tgtEl>
                                          <p:spTgt spid="93"/>
                                        </p:tgtEl>
                                        <p:attrNameLst>
                                          <p:attrName>style.visibility</p:attrName>
                                        </p:attrNameLst>
                                      </p:cBhvr>
                                      <p:to>
                                        <p:strVal val="visible"/>
                                      </p:to>
                                    </p:set>
                                    <p:animEffect transition="in" filter="wipe(up)">
                                      <p:cBhvr>
                                        <p:cTn id="121" dur="500"/>
                                        <p:tgtEl>
                                          <p:spTgt spid="93"/>
                                        </p:tgtEl>
                                      </p:cBhvr>
                                    </p:animEffect>
                                  </p:childTnLst>
                                </p:cTn>
                              </p:par>
                              <p:par>
                                <p:cTn id="122" presetID="22" presetClass="entr" presetSubtype="1" fill="hold" nodeType="withEffect">
                                  <p:stCondLst>
                                    <p:cond delay="0"/>
                                  </p:stCondLst>
                                  <p:childTnLst>
                                    <p:set>
                                      <p:cBhvr>
                                        <p:cTn id="123" dur="1" fill="hold">
                                          <p:stCondLst>
                                            <p:cond delay="0"/>
                                          </p:stCondLst>
                                        </p:cTn>
                                        <p:tgtEl>
                                          <p:spTgt spid="96"/>
                                        </p:tgtEl>
                                        <p:attrNameLst>
                                          <p:attrName>style.visibility</p:attrName>
                                        </p:attrNameLst>
                                      </p:cBhvr>
                                      <p:to>
                                        <p:strVal val="visible"/>
                                      </p:to>
                                    </p:set>
                                    <p:animEffect transition="in" filter="wipe(up)">
                                      <p:cBhvr>
                                        <p:cTn id="124" dur="500"/>
                                        <p:tgtEl>
                                          <p:spTgt spid="96"/>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1" fill="hold" nodeType="clickEffect">
                                  <p:stCondLst>
                                    <p:cond delay="0"/>
                                  </p:stCondLst>
                                  <p:childTnLst>
                                    <p:set>
                                      <p:cBhvr>
                                        <p:cTn id="128" dur="1" fill="hold">
                                          <p:stCondLst>
                                            <p:cond delay="0"/>
                                          </p:stCondLst>
                                        </p:cTn>
                                        <p:tgtEl>
                                          <p:spTgt spid="99"/>
                                        </p:tgtEl>
                                        <p:attrNameLst>
                                          <p:attrName>style.visibility</p:attrName>
                                        </p:attrNameLst>
                                      </p:cBhvr>
                                      <p:to>
                                        <p:strVal val="visible"/>
                                      </p:to>
                                    </p:set>
                                    <p:animEffect transition="in" filter="wipe(up)">
                                      <p:cBhvr>
                                        <p:cTn id="129" dur="500"/>
                                        <p:tgtEl>
                                          <p:spTgt spid="99"/>
                                        </p:tgtEl>
                                      </p:cBhvr>
                                    </p:animEffect>
                                  </p:childTnLst>
                                </p:cTn>
                              </p:par>
                              <p:par>
                                <p:cTn id="130" presetID="22" presetClass="entr" presetSubtype="1" fill="hold" nodeType="withEffect">
                                  <p:stCondLst>
                                    <p:cond delay="0"/>
                                  </p:stCondLst>
                                  <p:childTnLst>
                                    <p:set>
                                      <p:cBhvr>
                                        <p:cTn id="131" dur="1" fill="hold">
                                          <p:stCondLst>
                                            <p:cond delay="0"/>
                                          </p:stCondLst>
                                        </p:cTn>
                                        <p:tgtEl>
                                          <p:spTgt spid="103"/>
                                        </p:tgtEl>
                                        <p:attrNameLst>
                                          <p:attrName>style.visibility</p:attrName>
                                        </p:attrNameLst>
                                      </p:cBhvr>
                                      <p:to>
                                        <p:strVal val="visible"/>
                                      </p:to>
                                    </p:set>
                                    <p:animEffect transition="in" filter="wipe(up)">
                                      <p:cBhvr>
                                        <p:cTn id="132" dur="500"/>
                                        <p:tgtEl>
                                          <p:spTgt spid="103"/>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1" fill="hold" nodeType="clickEffect">
                                  <p:stCondLst>
                                    <p:cond delay="0"/>
                                  </p:stCondLst>
                                  <p:childTnLst>
                                    <p:set>
                                      <p:cBhvr>
                                        <p:cTn id="136" dur="1" fill="hold">
                                          <p:stCondLst>
                                            <p:cond delay="0"/>
                                          </p:stCondLst>
                                        </p:cTn>
                                        <p:tgtEl>
                                          <p:spTgt spid="115"/>
                                        </p:tgtEl>
                                        <p:attrNameLst>
                                          <p:attrName>style.visibility</p:attrName>
                                        </p:attrNameLst>
                                      </p:cBhvr>
                                      <p:to>
                                        <p:strVal val="visible"/>
                                      </p:to>
                                    </p:set>
                                    <p:animEffect transition="in" filter="wipe(up)">
                                      <p:cBhvr>
                                        <p:cTn id="137" dur="500"/>
                                        <p:tgtEl>
                                          <p:spTgt spid="115"/>
                                        </p:tgtEl>
                                      </p:cBhvr>
                                    </p:animEffect>
                                  </p:childTnLst>
                                </p:cTn>
                              </p:par>
                              <p:par>
                                <p:cTn id="138" presetID="22" presetClass="entr" presetSubtype="1" fill="hold" nodeType="withEffect">
                                  <p:stCondLst>
                                    <p:cond delay="0"/>
                                  </p:stCondLst>
                                  <p:childTnLst>
                                    <p:set>
                                      <p:cBhvr>
                                        <p:cTn id="139" dur="1" fill="hold">
                                          <p:stCondLst>
                                            <p:cond delay="0"/>
                                          </p:stCondLst>
                                        </p:cTn>
                                        <p:tgtEl>
                                          <p:spTgt spid="112"/>
                                        </p:tgtEl>
                                        <p:attrNameLst>
                                          <p:attrName>style.visibility</p:attrName>
                                        </p:attrNameLst>
                                      </p:cBhvr>
                                      <p:to>
                                        <p:strVal val="visible"/>
                                      </p:to>
                                    </p:set>
                                    <p:animEffect transition="in" filter="wipe(up)">
                                      <p:cBhvr>
                                        <p:cTn id="140" dur="500"/>
                                        <p:tgtEl>
                                          <p:spTgt spid="112"/>
                                        </p:tgtEl>
                                      </p:cBhvr>
                                    </p:animEffect>
                                  </p:childTnLst>
                                </p:cTn>
                              </p:par>
                              <p:par>
                                <p:cTn id="141" presetID="22" presetClass="entr" presetSubtype="1" fill="hold" nodeType="withEffect">
                                  <p:stCondLst>
                                    <p:cond delay="0"/>
                                  </p:stCondLst>
                                  <p:childTnLst>
                                    <p:set>
                                      <p:cBhvr>
                                        <p:cTn id="142" dur="1" fill="hold">
                                          <p:stCondLst>
                                            <p:cond delay="0"/>
                                          </p:stCondLst>
                                        </p:cTn>
                                        <p:tgtEl>
                                          <p:spTgt spid="106"/>
                                        </p:tgtEl>
                                        <p:attrNameLst>
                                          <p:attrName>style.visibility</p:attrName>
                                        </p:attrNameLst>
                                      </p:cBhvr>
                                      <p:to>
                                        <p:strVal val="visible"/>
                                      </p:to>
                                    </p:set>
                                    <p:animEffect transition="in" filter="wipe(up)">
                                      <p:cBhvr>
                                        <p:cTn id="143" dur="500"/>
                                        <p:tgtEl>
                                          <p:spTgt spid="106"/>
                                        </p:tgtEl>
                                      </p:cBhvr>
                                    </p:animEffect>
                                  </p:childTnLst>
                                </p:cTn>
                              </p:par>
                              <p:par>
                                <p:cTn id="144" presetID="22" presetClass="entr" presetSubtype="1" fill="hold" nodeType="withEffect">
                                  <p:stCondLst>
                                    <p:cond delay="0"/>
                                  </p:stCondLst>
                                  <p:childTnLst>
                                    <p:set>
                                      <p:cBhvr>
                                        <p:cTn id="145" dur="1" fill="hold">
                                          <p:stCondLst>
                                            <p:cond delay="0"/>
                                          </p:stCondLst>
                                        </p:cTn>
                                        <p:tgtEl>
                                          <p:spTgt spid="109"/>
                                        </p:tgtEl>
                                        <p:attrNameLst>
                                          <p:attrName>style.visibility</p:attrName>
                                        </p:attrNameLst>
                                      </p:cBhvr>
                                      <p:to>
                                        <p:strVal val="visible"/>
                                      </p:to>
                                    </p:set>
                                    <p:animEffect transition="in" filter="wipe(up)">
                                      <p:cBhvr>
                                        <p:cTn id="146"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p:bldP spid="12" grpId="0"/>
      <p:bldP spid="13" grpId="0"/>
      <p:bldP spid="14" grpId="0"/>
      <p:bldP spid="15" grpId="0"/>
      <p:bldP spid="16" grpId="0"/>
      <p:bldP spid="17" grpId="0" animBg="1"/>
      <p:bldP spid="18" grpId="0" animBg="1"/>
      <p:bldP spid="19" grpId="0" animBg="1"/>
      <p:bldP spid="20" grpId="0" animBg="1"/>
      <p:bldP spid="21" grpId="0" animBg="1"/>
      <p:bldP spid="22" grpId="0" animBg="1"/>
      <p:bldP spid="23" grpId="0" animBg="1"/>
      <p:bldP spid="24" grpId="0"/>
      <p:bldP spid="25" grpId="0"/>
      <p:bldP spid="26" grpId="0"/>
      <p:bldP spid="27" grpId="0"/>
      <p:bldP spid="28" grpId="0"/>
      <p:bldP spid="29" grpId="0"/>
      <p:bldP spid="30" grpId="0"/>
      <p:bldP spid="51" grpId="0"/>
      <p:bldP spid="5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Model and Solve following real life problem using graph theory </a:t>
            </a:r>
          </a:p>
        </p:txBody>
      </p:sp>
      <p:sp>
        <p:nvSpPr>
          <p:cNvPr id="54" name="Rectangle 53"/>
          <p:cNvSpPr/>
          <p:nvPr/>
        </p:nvSpPr>
        <p:spPr>
          <a:xfrm>
            <a:off x="2523010" y="1313375"/>
            <a:ext cx="4963218" cy="523220"/>
          </a:xfrm>
          <a:prstGeom prst="rect">
            <a:avLst/>
          </a:prstGeom>
        </p:spPr>
        <p:txBody>
          <a:bodyPr wrap="none">
            <a:spAutoFit/>
          </a:bodyPr>
          <a:lstStyle/>
          <a:p>
            <a:r>
              <a:rPr lang="en-US" sz="2800" b="1" dirty="0">
                <a:solidFill>
                  <a:srgbClr val="002060"/>
                </a:solidFill>
              </a:rPr>
              <a:t>Solution of problem using graph  </a:t>
            </a:r>
          </a:p>
        </p:txBody>
      </p:sp>
      <p:pic>
        <p:nvPicPr>
          <p:cNvPr id="3" name="Picture 2"/>
          <p:cNvPicPr>
            <a:picLocks noChangeAspect="1"/>
          </p:cNvPicPr>
          <p:nvPr/>
        </p:nvPicPr>
        <p:blipFill>
          <a:blip r:embed="rId2"/>
          <a:stretch>
            <a:fillRect/>
          </a:stretch>
        </p:blipFill>
        <p:spPr>
          <a:xfrm>
            <a:off x="8402035" y="1296632"/>
            <a:ext cx="3435515" cy="2393368"/>
          </a:xfrm>
          <a:prstGeom prst="rect">
            <a:avLst/>
          </a:prstGeom>
        </p:spPr>
      </p:pic>
      <p:sp>
        <p:nvSpPr>
          <p:cNvPr id="43" name="Oval 42">
            <a:extLst>
              <a:ext uri="{FF2B5EF4-FFF2-40B4-BE49-F238E27FC236}">
                <a16:creationId xmlns:a16="http://schemas.microsoft.com/office/drawing/2014/main" id="{BDD11F87-DA81-9510-C1CB-0AF4093562CB}"/>
              </a:ext>
            </a:extLst>
          </p:cNvPr>
          <p:cNvSpPr/>
          <p:nvPr/>
        </p:nvSpPr>
        <p:spPr>
          <a:xfrm rot="5400000">
            <a:off x="2634923" y="23943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4" name="Oval 43">
            <a:extLst>
              <a:ext uri="{FF2B5EF4-FFF2-40B4-BE49-F238E27FC236}">
                <a16:creationId xmlns:a16="http://schemas.microsoft.com/office/drawing/2014/main" id="{BDD11F87-DA81-9510-C1CB-0AF4093562CB}"/>
              </a:ext>
            </a:extLst>
          </p:cNvPr>
          <p:cNvSpPr/>
          <p:nvPr/>
        </p:nvSpPr>
        <p:spPr>
          <a:xfrm rot="5400000">
            <a:off x="3336218" y="23943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4074110" y="23943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6" name="Oval 45">
            <a:extLst>
              <a:ext uri="{FF2B5EF4-FFF2-40B4-BE49-F238E27FC236}">
                <a16:creationId xmlns:a16="http://schemas.microsoft.com/office/drawing/2014/main" id="{BDD11F87-DA81-9510-C1CB-0AF4093562CB}"/>
              </a:ext>
            </a:extLst>
          </p:cNvPr>
          <p:cNvSpPr/>
          <p:nvPr/>
        </p:nvSpPr>
        <p:spPr>
          <a:xfrm rot="5400000">
            <a:off x="4812002" y="23943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7" name="Oval 46">
            <a:extLst>
              <a:ext uri="{FF2B5EF4-FFF2-40B4-BE49-F238E27FC236}">
                <a16:creationId xmlns:a16="http://schemas.microsoft.com/office/drawing/2014/main" id="{BDD11F87-DA81-9510-C1CB-0AF4093562CB}"/>
              </a:ext>
            </a:extLst>
          </p:cNvPr>
          <p:cNvSpPr/>
          <p:nvPr/>
        </p:nvSpPr>
        <p:spPr>
          <a:xfrm rot="5400000">
            <a:off x="5508748" y="23943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8" name="Oval 47">
            <a:extLst>
              <a:ext uri="{FF2B5EF4-FFF2-40B4-BE49-F238E27FC236}">
                <a16:creationId xmlns:a16="http://schemas.microsoft.com/office/drawing/2014/main" id="{BDD11F87-DA81-9510-C1CB-0AF4093562CB}"/>
              </a:ext>
            </a:extLst>
          </p:cNvPr>
          <p:cNvSpPr/>
          <p:nvPr/>
        </p:nvSpPr>
        <p:spPr>
          <a:xfrm rot="5400000">
            <a:off x="6279600" y="23943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9" name="Rectangle 48"/>
          <p:cNvSpPr/>
          <p:nvPr/>
        </p:nvSpPr>
        <p:spPr>
          <a:xfrm>
            <a:off x="2534170" y="1914395"/>
            <a:ext cx="380232" cy="523220"/>
          </a:xfrm>
          <a:prstGeom prst="rect">
            <a:avLst/>
          </a:prstGeom>
        </p:spPr>
        <p:txBody>
          <a:bodyPr wrap="none">
            <a:spAutoFit/>
          </a:bodyPr>
          <a:lstStyle/>
          <a:p>
            <a:r>
              <a:rPr lang="en-US" sz="2800" dirty="0">
                <a:solidFill>
                  <a:srgbClr val="002060"/>
                </a:solidFill>
              </a:rPr>
              <a:t>B</a:t>
            </a:r>
          </a:p>
        </p:txBody>
      </p:sp>
      <p:sp>
        <p:nvSpPr>
          <p:cNvPr id="50" name="Rectangle 49"/>
          <p:cNvSpPr/>
          <p:nvPr/>
        </p:nvSpPr>
        <p:spPr>
          <a:xfrm>
            <a:off x="3133944" y="1914395"/>
            <a:ext cx="389850" cy="523220"/>
          </a:xfrm>
          <a:prstGeom prst="rect">
            <a:avLst/>
          </a:prstGeom>
        </p:spPr>
        <p:txBody>
          <a:bodyPr wrap="none">
            <a:spAutoFit/>
          </a:bodyPr>
          <a:lstStyle/>
          <a:p>
            <a:r>
              <a:rPr lang="en-US" sz="2800" dirty="0">
                <a:solidFill>
                  <a:srgbClr val="002060"/>
                </a:solidFill>
              </a:rPr>
              <a:t>D</a:t>
            </a:r>
          </a:p>
        </p:txBody>
      </p:sp>
      <p:sp>
        <p:nvSpPr>
          <p:cNvPr id="57" name="Rectangle 56"/>
          <p:cNvSpPr/>
          <p:nvPr/>
        </p:nvSpPr>
        <p:spPr>
          <a:xfrm>
            <a:off x="3871836" y="1914395"/>
            <a:ext cx="357790" cy="523220"/>
          </a:xfrm>
          <a:prstGeom prst="rect">
            <a:avLst/>
          </a:prstGeom>
        </p:spPr>
        <p:txBody>
          <a:bodyPr wrap="none">
            <a:spAutoFit/>
          </a:bodyPr>
          <a:lstStyle/>
          <a:p>
            <a:r>
              <a:rPr lang="en-US" sz="2800" dirty="0">
                <a:solidFill>
                  <a:srgbClr val="002060"/>
                </a:solidFill>
              </a:rPr>
              <a:t>F</a:t>
            </a:r>
          </a:p>
        </p:txBody>
      </p:sp>
      <p:sp>
        <p:nvSpPr>
          <p:cNvPr id="58" name="Rectangle 57"/>
          <p:cNvSpPr/>
          <p:nvPr/>
        </p:nvSpPr>
        <p:spPr>
          <a:xfrm>
            <a:off x="4721770" y="1904870"/>
            <a:ext cx="357790" cy="523220"/>
          </a:xfrm>
          <a:prstGeom prst="rect">
            <a:avLst/>
          </a:prstGeom>
        </p:spPr>
        <p:txBody>
          <a:bodyPr wrap="none">
            <a:spAutoFit/>
          </a:bodyPr>
          <a:lstStyle/>
          <a:p>
            <a:r>
              <a:rPr lang="en-US" sz="2800" dirty="0">
                <a:solidFill>
                  <a:srgbClr val="002060"/>
                </a:solidFill>
              </a:rPr>
              <a:t>J</a:t>
            </a:r>
          </a:p>
        </p:txBody>
      </p:sp>
      <p:sp>
        <p:nvSpPr>
          <p:cNvPr id="59" name="Rectangle 58"/>
          <p:cNvSpPr/>
          <p:nvPr/>
        </p:nvSpPr>
        <p:spPr>
          <a:xfrm>
            <a:off x="5433359" y="1914395"/>
            <a:ext cx="380232" cy="523220"/>
          </a:xfrm>
          <a:prstGeom prst="rect">
            <a:avLst/>
          </a:prstGeom>
        </p:spPr>
        <p:txBody>
          <a:bodyPr wrap="none">
            <a:spAutoFit/>
          </a:bodyPr>
          <a:lstStyle/>
          <a:p>
            <a:r>
              <a:rPr lang="en-US" sz="2800" dirty="0">
                <a:solidFill>
                  <a:srgbClr val="002060"/>
                </a:solidFill>
              </a:rPr>
              <a:t>K</a:t>
            </a:r>
          </a:p>
        </p:txBody>
      </p:sp>
      <p:sp>
        <p:nvSpPr>
          <p:cNvPr id="60" name="Rectangle 59"/>
          <p:cNvSpPr/>
          <p:nvPr/>
        </p:nvSpPr>
        <p:spPr>
          <a:xfrm>
            <a:off x="6193027" y="1904870"/>
            <a:ext cx="356188" cy="523220"/>
          </a:xfrm>
          <a:prstGeom prst="rect">
            <a:avLst/>
          </a:prstGeom>
        </p:spPr>
        <p:txBody>
          <a:bodyPr wrap="none">
            <a:spAutoFit/>
          </a:bodyPr>
          <a:lstStyle/>
          <a:p>
            <a:r>
              <a:rPr lang="en-US" sz="2800" dirty="0">
                <a:solidFill>
                  <a:srgbClr val="002060"/>
                </a:solidFill>
              </a:rPr>
              <a:t>L</a:t>
            </a:r>
          </a:p>
        </p:txBody>
      </p:sp>
      <p:sp>
        <p:nvSpPr>
          <p:cNvPr id="61" name="Oval 60">
            <a:extLst>
              <a:ext uri="{FF2B5EF4-FFF2-40B4-BE49-F238E27FC236}">
                <a16:creationId xmlns:a16="http://schemas.microsoft.com/office/drawing/2014/main" id="{BDD11F87-DA81-9510-C1CB-0AF4093562CB}"/>
              </a:ext>
            </a:extLst>
          </p:cNvPr>
          <p:cNvSpPr/>
          <p:nvPr/>
        </p:nvSpPr>
        <p:spPr>
          <a:xfrm rot="5400000">
            <a:off x="2857089" y="46926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2" name="Oval 61">
            <a:extLst>
              <a:ext uri="{FF2B5EF4-FFF2-40B4-BE49-F238E27FC236}">
                <a16:creationId xmlns:a16="http://schemas.microsoft.com/office/drawing/2014/main" id="{BDD11F87-DA81-9510-C1CB-0AF4093562CB}"/>
              </a:ext>
            </a:extLst>
          </p:cNvPr>
          <p:cNvSpPr/>
          <p:nvPr/>
        </p:nvSpPr>
        <p:spPr>
          <a:xfrm rot="5400000">
            <a:off x="3558384" y="46926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3" name="Oval 62">
            <a:extLst>
              <a:ext uri="{FF2B5EF4-FFF2-40B4-BE49-F238E27FC236}">
                <a16:creationId xmlns:a16="http://schemas.microsoft.com/office/drawing/2014/main" id="{BDD11F87-DA81-9510-C1CB-0AF4093562CB}"/>
              </a:ext>
            </a:extLst>
          </p:cNvPr>
          <p:cNvSpPr/>
          <p:nvPr/>
        </p:nvSpPr>
        <p:spPr>
          <a:xfrm rot="5400000">
            <a:off x="4296276" y="46926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4" name="Oval 63">
            <a:extLst>
              <a:ext uri="{FF2B5EF4-FFF2-40B4-BE49-F238E27FC236}">
                <a16:creationId xmlns:a16="http://schemas.microsoft.com/office/drawing/2014/main" id="{BDD11F87-DA81-9510-C1CB-0AF4093562CB}"/>
              </a:ext>
            </a:extLst>
          </p:cNvPr>
          <p:cNvSpPr/>
          <p:nvPr/>
        </p:nvSpPr>
        <p:spPr>
          <a:xfrm rot="5400000">
            <a:off x="5034168" y="46926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5" name="Oval 64">
            <a:extLst>
              <a:ext uri="{FF2B5EF4-FFF2-40B4-BE49-F238E27FC236}">
                <a16:creationId xmlns:a16="http://schemas.microsoft.com/office/drawing/2014/main" id="{BDD11F87-DA81-9510-C1CB-0AF4093562CB}"/>
              </a:ext>
            </a:extLst>
          </p:cNvPr>
          <p:cNvSpPr/>
          <p:nvPr/>
        </p:nvSpPr>
        <p:spPr>
          <a:xfrm rot="5400000">
            <a:off x="5730914" y="46926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6" name="Oval 65">
            <a:extLst>
              <a:ext uri="{FF2B5EF4-FFF2-40B4-BE49-F238E27FC236}">
                <a16:creationId xmlns:a16="http://schemas.microsoft.com/office/drawing/2014/main" id="{BDD11F87-DA81-9510-C1CB-0AF4093562CB}"/>
              </a:ext>
            </a:extLst>
          </p:cNvPr>
          <p:cNvSpPr/>
          <p:nvPr/>
        </p:nvSpPr>
        <p:spPr>
          <a:xfrm rot="5400000">
            <a:off x="6501766" y="46926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7" name="Oval 66">
            <a:extLst>
              <a:ext uri="{FF2B5EF4-FFF2-40B4-BE49-F238E27FC236}">
                <a16:creationId xmlns:a16="http://schemas.microsoft.com/office/drawing/2014/main" id="{BDD11F87-DA81-9510-C1CB-0AF4093562CB}"/>
              </a:ext>
            </a:extLst>
          </p:cNvPr>
          <p:cNvSpPr/>
          <p:nvPr/>
        </p:nvSpPr>
        <p:spPr>
          <a:xfrm rot="5400000">
            <a:off x="7200618" y="46926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8" name="Rectangle 67"/>
          <p:cNvSpPr/>
          <p:nvPr/>
        </p:nvSpPr>
        <p:spPr>
          <a:xfrm>
            <a:off x="2657575" y="4836644"/>
            <a:ext cx="356188" cy="523220"/>
          </a:xfrm>
          <a:prstGeom prst="rect">
            <a:avLst/>
          </a:prstGeom>
        </p:spPr>
        <p:txBody>
          <a:bodyPr wrap="none">
            <a:spAutoFit/>
          </a:bodyPr>
          <a:lstStyle/>
          <a:p>
            <a:r>
              <a:rPr lang="en-US" sz="2800" dirty="0">
                <a:solidFill>
                  <a:srgbClr val="002060"/>
                </a:solidFill>
              </a:rPr>
              <a:t>a</a:t>
            </a:r>
          </a:p>
        </p:txBody>
      </p:sp>
      <p:sp>
        <p:nvSpPr>
          <p:cNvPr id="69" name="Rectangle 68"/>
          <p:cNvSpPr/>
          <p:nvPr/>
        </p:nvSpPr>
        <p:spPr>
          <a:xfrm>
            <a:off x="3373077" y="4836644"/>
            <a:ext cx="360996" cy="523220"/>
          </a:xfrm>
          <a:prstGeom prst="rect">
            <a:avLst/>
          </a:prstGeom>
        </p:spPr>
        <p:txBody>
          <a:bodyPr wrap="none">
            <a:spAutoFit/>
          </a:bodyPr>
          <a:lstStyle/>
          <a:p>
            <a:r>
              <a:rPr lang="en-US" sz="2800" dirty="0">
                <a:solidFill>
                  <a:srgbClr val="002060"/>
                </a:solidFill>
              </a:rPr>
              <a:t>c</a:t>
            </a:r>
          </a:p>
        </p:txBody>
      </p:sp>
      <p:sp>
        <p:nvSpPr>
          <p:cNvPr id="70" name="Rectangle 69"/>
          <p:cNvSpPr/>
          <p:nvPr/>
        </p:nvSpPr>
        <p:spPr>
          <a:xfrm>
            <a:off x="4110969" y="4836644"/>
            <a:ext cx="352982" cy="523220"/>
          </a:xfrm>
          <a:prstGeom prst="rect">
            <a:avLst/>
          </a:prstGeom>
        </p:spPr>
        <p:txBody>
          <a:bodyPr wrap="none">
            <a:spAutoFit/>
          </a:bodyPr>
          <a:lstStyle/>
          <a:p>
            <a:r>
              <a:rPr lang="en-US" sz="2800" dirty="0">
                <a:solidFill>
                  <a:srgbClr val="002060"/>
                </a:solidFill>
              </a:rPr>
              <a:t>e</a:t>
            </a:r>
          </a:p>
        </p:txBody>
      </p:sp>
      <p:sp>
        <p:nvSpPr>
          <p:cNvPr id="71" name="Rectangle 70"/>
          <p:cNvSpPr/>
          <p:nvPr/>
        </p:nvSpPr>
        <p:spPr>
          <a:xfrm>
            <a:off x="4865653" y="4836644"/>
            <a:ext cx="360996" cy="523220"/>
          </a:xfrm>
          <a:prstGeom prst="rect">
            <a:avLst/>
          </a:prstGeom>
        </p:spPr>
        <p:txBody>
          <a:bodyPr wrap="none">
            <a:spAutoFit/>
          </a:bodyPr>
          <a:lstStyle/>
          <a:p>
            <a:r>
              <a:rPr lang="en-US" sz="2800" dirty="0">
                <a:solidFill>
                  <a:srgbClr val="002060"/>
                </a:solidFill>
              </a:rPr>
              <a:t>p</a:t>
            </a:r>
          </a:p>
        </p:txBody>
      </p:sp>
      <p:sp>
        <p:nvSpPr>
          <p:cNvPr id="73" name="Rectangle 72"/>
          <p:cNvSpPr/>
          <p:nvPr/>
        </p:nvSpPr>
        <p:spPr>
          <a:xfrm>
            <a:off x="5539142" y="4836644"/>
            <a:ext cx="293670" cy="523220"/>
          </a:xfrm>
          <a:prstGeom prst="rect">
            <a:avLst/>
          </a:prstGeom>
        </p:spPr>
        <p:txBody>
          <a:bodyPr wrap="none">
            <a:spAutoFit/>
          </a:bodyPr>
          <a:lstStyle/>
          <a:p>
            <a:r>
              <a:rPr lang="en-US" sz="2800" dirty="0">
                <a:solidFill>
                  <a:srgbClr val="002060"/>
                </a:solidFill>
              </a:rPr>
              <a:t>r</a:t>
            </a:r>
          </a:p>
        </p:txBody>
      </p:sp>
      <p:sp>
        <p:nvSpPr>
          <p:cNvPr id="74" name="Rectangle 73"/>
          <p:cNvSpPr/>
          <p:nvPr/>
        </p:nvSpPr>
        <p:spPr>
          <a:xfrm>
            <a:off x="7003500" y="4836644"/>
            <a:ext cx="290464" cy="523220"/>
          </a:xfrm>
          <a:prstGeom prst="rect">
            <a:avLst/>
          </a:prstGeom>
        </p:spPr>
        <p:txBody>
          <a:bodyPr wrap="none">
            <a:spAutoFit/>
          </a:bodyPr>
          <a:lstStyle/>
          <a:p>
            <a:r>
              <a:rPr lang="en-US" sz="2800" dirty="0">
                <a:solidFill>
                  <a:srgbClr val="002060"/>
                </a:solidFill>
              </a:rPr>
              <a:t>t</a:t>
            </a:r>
          </a:p>
        </p:txBody>
      </p:sp>
      <p:sp>
        <p:nvSpPr>
          <p:cNvPr id="76" name="Rectangle 75"/>
          <p:cNvSpPr/>
          <p:nvPr/>
        </p:nvSpPr>
        <p:spPr>
          <a:xfrm>
            <a:off x="6279760" y="4836644"/>
            <a:ext cx="348172" cy="523220"/>
          </a:xfrm>
          <a:prstGeom prst="rect">
            <a:avLst/>
          </a:prstGeom>
        </p:spPr>
        <p:txBody>
          <a:bodyPr wrap="none">
            <a:spAutoFit/>
          </a:bodyPr>
          <a:lstStyle/>
          <a:p>
            <a:r>
              <a:rPr lang="en-US" sz="2800" dirty="0">
                <a:solidFill>
                  <a:srgbClr val="002060"/>
                </a:solidFill>
              </a:rPr>
              <a:t>s</a:t>
            </a:r>
          </a:p>
        </p:txBody>
      </p:sp>
      <p:sp>
        <p:nvSpPr>
          <p:cNvPr id="77" name="Rectangle 76"/>
          <p:cNvSpPr/>
          <p:nvPr/>
        </p:nvSpPr>
        <p:spPr>
          <a:xfrm>
            <a:off x="7116952" y="1914395"/>
            <a:ext cx="455574" cy="523220"/>
          </a:xfrm>
          <a:prstGeom prst="rect">
            <a:avLst/>
          </a:prstGeom>
        </p:spPr>
        <p:txBody>
          <a:bodyPr wrap="none">
            <a:spAutoFit/>
          </a:bodyPr>
          <a:lstStyle/>
          <a:p>
            <a:r>
              <a:rPr lang="en-US" sz="2800" dirty="0">
                <a:solidFill>
                  <a:srgbClr val="002060"/>
                </a:solidFill>
              </a:rPr>
              <a:t>M</a:t>
            </a:r>
          </a:p>
        </p:txBody>
      </p:sp>
      <p:sp>
        <p:nvSpPr>
          <p:cNvPr id="80" name="Oval 79">
            <a:extLst>
              <a:ext uri="{FF2B5EF4-FFF2-40B4-BE49-F238E27FC236}">
                <a16:creationId xmlns:a16="http://schemas.microsoft.com/office/drawing/2014/main" id="{BDD11F87-DA81-9510-C1CB-0AF4093562CB}"/>
              </a:ext>
            </a:extLst>
          </p:cNvPr>
          <p:cNvSpPr/>
          <p:nvPr/>
        </p:nvSpPr>
        <p:spPr>
          <a:xfrm rot="5400000">
            <a:off x="7194000" y="24038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1" name="Straight Connector 80">
            <a:extLst>
              <a:ext uri="{FF2B5EF4-FFF2-40B4-BE49-F238E27FC236}">
                <a16:creationId xmlns:a16="http://schemas.microsoft.com/office/drawing/2014/main" id="{6205DD86-315C-53B6-CEEF-A9919650168E}"/>
              </a:ext>
            </a:extLst>
          </p:cNvPr>
          <p:cNvCxnSpPr>
            <a:cxnSpLocks/>
            <a:stCxn id="43" idx="7"/>
            <a:endCxn id="62" idx="3"/>
          </p:cNvCxnSpPr>
          <p:nvPr/>
        </p:nvCxnSpPr>
        <p:spPr>
          <a:xfrm>
            <a:off x="2757835" y="2517271"/>
            <a:ext cx="821637"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6205DD86-315C-53B6-CEEF-A9919650168E}"/>
              </a:ext>
            </a:extLst>
          </p:cNvPr>
          <p:cNvCxnSpPr>
            <a:cxnSpLocks/>
            <a:stCxn id="43" idx="7"/>
            <a:endCxn id="63" idx="3"/>
          </p:cNvCxnSpPr>
          <p:nvPr/>
        </p:nvCxnSpPr>
        <p:spPr>
          <a:xfrm>
            <a:off x="2757835" y="2517271"/>
            <a:ext cx="1559529"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Straight Connector 83">
            <a:extLst>
              <a:ext uri="{FF2B5EF4-FFF2-40B4-BE49-F238E27FC236}">
                <a16:creationId xmlns:a16="http://schemas.microsoft.com/office/drawing/2014/main" id="{6205DD86-315C-53B6-CEEF-A9919650168E}"/>
              </a:ext>
            </a:extLst>
          </p:cNvPr>
          <p:cNvCxnSpPr>
            <a:cxnSpLocks/>
            <a:stCxn id="44" idx="6"/>
            <a:endCxn id="61" idx="1"/>
          </p:cNvCxnSpPr>
          <p:nvPr/>
        </p:nvCxnSpPr>
        <p:spPr>
          <a:xfrm flipH="1">
            <a:off x="2980001" y="2538359"/>
            <a:ext cx="428217"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Straight Connector 84">
            <a:extLst>
              <a:ext uri="{FF2B5EF4-FFF2-40B4-BE49-F238E27FC236}">
                <a16:creationId xmlns:a16="http://schemas.microsoft.com/office/drawing/2014/main" id="{6205DD86-315C-53B6-CEEF-A9919650168E}"/>
              </a:ext>
            </a:extLst>
          </p:cNvPr>
          <p:cNvCxnSpPr>
            <a:cxnSpLocks/>
            <a:stCxn id="44" idx="6"/>
            <a:endCxn id="62" idx="2"/>
          </p:cNvCxnSpPr>
          <p:nvPr/>
        </p:nvCxnSpPr>
        <p:spPr>
          <a:xfrm>
            <a:off x="3408218" y="2538359"/>
            <a:ext cx="222166" cy="2154285"/>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6205DD86-315C-53B6-CEEF-A9919650168E}"/>
              </a:ext>
            </a:extLst>
          </p:cNvPr>
          <p:cNvCxnSpPr>
            <a:cxnSpLocks/>
            <a:stCxn id="44" idx="6"/>
            <a:endCxn id="64" idx="3"/>
          </p:cNvCxnSpPr>
          <p:nvPr/>
        </p:nvCxnSpPr>
        <p:spPr>
          <a:xfrm>
            <a:off x="3408218" y="2538359"/>
            <a:ext cx="1647038"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6205DD86-315C-53B6-CEEF-A9919650168E}"/>
              </a:ext>
            </a:extLst>
          </p:cNvPr>
          <p:cNvCxnSpPr>
            <a:cxnSpLocks/>
            <a:endCxn id="66" idx="3"/>
          </p:cNvCxnSpPr>
          <p:nvPr/>
        </p:nvCxnSpPr>
        <p:spPr>
          <a:xfrm>
            <a:off x="3408218" y="2538359"/>
            <a:ext cx="3114636"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8" name="Straight Connector 87">
            <a:extLst>
              <a:ext uri="{FF2B5EF4-FFF2-40B4-BE49-F238E27FC236}">
                <a16:creationId xmlns:a16="http://schemas.microsoft.com/office/drawing/2014/main" id="{6205DD86-315C-53B6-CEEF-A9919650168E}"/>
              </a:ext>
            </a:extLst>
          </p:cNvPr>
          <p:cNvCxnSpPr>
            <a:cxnSpLocks/>
            <a:stCxn id="44" idx="6"/>
            <a:endCxn id="67" idx="3"/>
          </p:cNvCxnSpPr>
          <p:nvPr/>
        </p:nvCxnSpPr>
        <p:spPr>
          <a:xfrm>
            <a:off x="3408218" y="2538359"/>
            <a:ext cx="3813488"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Straight Connector 88">
            <a:extLst>
              <a:ext uri="{FF2B5EF4-FFF2-40B4-BE49-F238E27FC236}">
                <a16:creationId xmlns:a16="http://schemas.microsoft.com/office/drawing/2014/main" id="{6205DD86-315C-53B6-CEEF-A9919650168E}"/>
              </a:ext>
            </a:extLst>
          </p:cNvPr>
          <p:cNvCxnSpPr>
            <a:cxnSpLocks/>
            <a:stCxn id="45" idx="6"/>
            <a:endCxn id="62" idx="2"/>
          </p:cNvCxnSpPr>
          <p:nvPr/>
        </p:nvCxnSpPr>
        <p:spPr>
          <a:xfrm flipH="1">
            <a:off x="3630384" y="2538359"/>
            <a:ext cx="515726" cy="2154285"/>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0" name="Straight Connector 89">
            <a:extLst>
              <a:ext uri="{FF2B5EF4-FFF2-40B4-BE49-F238E27FC236}">
                <a16:creationId xmlns:a16="http://schemas.microsoft.com/office/drawing/2014/main" id="{6205DD86-315C-53B6-CEEF-A9919650168E}"/>
              </a:ext>
            </a:extLst>
          </p:cNvPr>
          <p:cNvCxnSpPr>
            <a:cxnSpLocks/>
            <a:stCxn id="45" idx="6"/>
            <a:endCxn id="65" idx="3"/>
          </p:cNvCxnSpPr>
          <p:nvPr/>
        </p:nvCxnSpPr>
        <p:spPr>
          <a:xfrm>
            <a:off x="4146110" y="2538359"/>
            <a:ext cx="1605892"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6205DD86-315C-53B6-CEEF-A9919650168E}"/>
              </a:ext>
            </a:extLst>
          </p:cNvPr>
          <p:cNvCxnSpPr>
            <a:cxnSpLocks/>
          </p:cNvCxnSpPr>
          <p:nvPr/>
        </p:nvCxnSpPr>
        <p:spPr>
          <a:xfrm flipH="1">
            <a:off x="4373334" y="2538359"/>
            <a:ext cx="515726" cy="2154285"/>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6205DD86-315C-53B6-CEEF-A9919650168E}"/>
              </a:ext>
            </a:extLst>
          </p:cNvPr>
          <p:cNvCxnSpPr>
            <a:cxnSpLocks/>
            <a:endCxn id="65" idx="3"/>
          </p:cNvCxnSpPr>
          <p:nvPr/>
        </p:nvCxnSpPr>
        <p:spPr>
          <a:xfrm>
            <a:off x="4889060" y="2538359"/>
            <a:ext cx="862942"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6205DD86-315C-53B6-CEEF-A9919650168E}"/>
              </a:ext>
            </a:extLst>
          </p:cNvPr>
          <p:cNvCxnSpPr>
            <a:cxnSpLocks/>
            <a:stCxn id="46" idx="6"/>
            <a:endCxn id="62" idx="2"/>
          </p:cNvCxnSpPr>
          <p:nvPr/>
        </p:nvCxnSpPr>
        <p:spPr>
          <a:xfrm flipH="1">
            <a:off x="3630384" y="2538359"/>
            <a:ext cx="1253618" cy="2154285"/>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4" name="Straight Connector 93">
            <a:extLst>
              <a:ext uri="{FF2B5EF4-FFF2-40B4-BE49-F238E27FC236}">
                <a16:creationId xmlns:a16="http://schemas.microsoft.com/office/drawing/2014/main" id="{6205DD86-315C-53B6-CEEF-A9919650168E}"/>
              </a:ext>
            </a:extLst>
          </p:cNvPr>
          <p:cNvCxnSpPr>
            <a:cxnSpLocks/>
            <a:stCxn id="47" idx="5"/>
            <a:endCxn id="61" idx="1"/>
          </p:cNvCxnSpPr>
          <p:nvPr/>
        </p:nvCxnSpPr>
        <p:spPr>
          <a:xfrm flipH="1">
            <a:off x="2980001" y="2517271"/>
            <a:ext cx="2549835"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Straight Connector 94">
            <a:extLst>
              <a:ext uri="{FF2B5EF4-FFF2-40B4-BE49-F238E27FC236}">
                <a16:creationId xmlns:a16="http://schemas.microsoft.com/office/drawing/2014/main" id="{6205DD86-315C-53B6-CEEF-A9919650168E}"/>
              </a:ext>
            </a:extLst>
          </p:cNvPr>
          <p:cNvCxnSpPr>
            <a:cxnSpLocks/>
            <a:stCxn id="47" idx="5"/>
            <a:endCxn id="63" idx="2"/>
          </p:cNvCxnSpPr>
          <p:nvPr/>
        </p:nvCxnSpPr>
        <p:spPr>
          <a:xfrm flipH="1">
            <a:off x="4368276" y="2517271"/>
            <a:ext cx="1161560"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47" idx="5"/>
            <a:endCxn id="64" idx="2"/>
          </p:cNvCxnSpPr>
          <p:nvPr/>
        </p:nvCxnSpPr>
        <p:spPr>
          <a:xfrm flipH="1">
            <a:off x="5106168" y="2517271"/>
            <a:ext cx="423668"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47" idx="6"/>
            <a:endCxn id="66" idx="2"/>
          </p:cNvCxnSpPr>
          <p:nvPr/>
        </p:nvCxnSpPr>
        <p:spPr>
          <a:xfrm>
            <a:off x="5580748" y="2538359"/>
            <a:ext cx="993018" cy="2154285"/>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6205DD86-315C-53B6-CEEF-A9919650168E}"/>
              </a:ext>
            </a:extLst>
          </p:cNvPr>
          <p:cNvCxnSpPr>
            <a:cxnSpLocks/>
            <a:stCxn id="48" idx="5"/>
            <a:endCxn id="63" idx="1"/>
          </p:cNvCxnSpPr>
          <p:nvPr/>
        </p:nvCxnSpPr>
        <p:spPr>
          <a:xfrm flipH="1">
            <a:off x="4419188" y="2517271"/>
            <a:ext cx="1881500"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Straight Connector 99">
            <a:extLst>
              <a:ext uri="{FF2B5EF4-FFF2-40B4-BE49-F238E27FC236}">
                <a16:creationId xmlns:a16="http://schemas.microsoft.com/office/drawing/2014/main" id="{6205DD86-315C-53B6-CEEF-A9919650168E}"/>
              </a:ext>
            </a:extLst>
          </p:cNvPr>
          <p:cNvCxnSpPr>
            <a:cxnSpLocks/>
            <a:stCxn id="48" idx="6"/>
            <a:endCxn id="65" idx="2"/>
          </p:cNvCxnSpPr>
          <p:nvPr/>
        </p:nvCxnSpPr>
        <p:spPr>
          <a:xfrm flipH="1">
            <a:off x="5802914" y="2538359"/>
            <a:ext cx="548686" cy="2154285"/>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1" name="Straight Connector 100">
            <a:extLst>
              <a:ext uri="{FF2B5EF4-FFF2-40B4-BE49-F238E27FC236}">
                <a16:creationId xmlns:a16="http://schemas.microsoft.com/office/drawing/2014/main" id="{6205DD86-315C-53B6-CEEF-A9919650168E}"/>
              </a:ext>
            </a:extLst>
          </p:cNvPr>
          <p:cNvCxnSpPr>
            <a:cxnSpLocks/>
            <a:stCxn id="80" idx="6"/>
            <a:endCxn id="66" idx="2"/>
          </p:cNvCxnSpPr>
          <p:nvPr/>
        </p:nvCxnSpPr>
        <p:spPr>
          <a:xfrm flipH="1">
            <a:off x="6573766" y="2547884"/>
            <a:ext cx="692234" cy="2144760"/>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2" name="Straight Connector 101">
            <a:extLst>
              <a:ext uri="{FF2B5EF4-FFF2-40B4-BE49-F238E27FC236}">
                <a16:creationId xmlns:a16="http://schemas.microsoft.com/office/drawing/2014/main" id="{6205DD86-315C-53B6-CEEF-A9919650168E}"/>
              </a:ext>
            </a:extLst>
          </p:cNvPr>
          <p:cNvCxnSpPr>
            <a:cxnSpLocks/>
            <a:stCxn id="80" idx="6"/>
            <a:endCxn id="67" idx="2"/>
          </p:cNvCxnSpPr>
          <p:nvPr/>
        </p:nvCxnSpPr>
        <p:spPr>
          <a:xfrm>
            <a:off x="7266000" y="2547884"/>
            <a:ext cx="6618" cy="2144760"/>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4" name="Straight Connector 103">
            <a:extLst>
              <a:ext uri="{FF2B5EF4-FFF2-40B4-BE49-F238E27FC236}">
                <a16:creationId xmlns:a16="http://schemas.microsoft.com/office/drawing/2014/main" id="{6205DD86-315C-53B6-CEEF-A9919650168E}"/>
              </a:ext>
            </a:extLst>
          </p:cNvPr>
          <p:cNvCxnSpPr>
            <a:cxnSpLocks/>
            <a:stCxn id="80" idx="6"/>
            <a:endCxn id="65" idx="2"/>
          </p:cNvCxnSpPr>
          <p:nvPr/>
        </p:nvCxnSpPr>
        <p:spPr>
          <a:xfrm flipH="1">
            <a:off x="5802914" y="2547884"/>
            <a:ext cx="1463086" cy="2144760"/>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 name="Straight Connector 104">
            <a:extLst>
              <a:ext uri="{FF2B5EF4-FFF2-40B4-BE49-F238E27FC236}">
                <a16:creationId xmlns:a16="http://schemas.microsoft.com/office/drawing/2014/main" id="{6205DD86-315C-53B6-CEEF-A9919650168E}"/>
              </a:ext>
            </a:extLst>
          </p:cNvPr>
          <p:cNvCxnSpPr>
            <a:cxnSpLocks/>
            <a:stCxn id="80" idx="5"/>
            <a:endCxn id="64" idx="1"/>
          </p:cNvCxnSpPr>
          <p:nvPr/>
        </p:nvCxnSpPr>
        <p:spPr>
          <a:xfrm flipH="1">
            <a:off x="5157080" y="2526796"/>
            <a:ext cx="2058008" cy="2186936"/>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16532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9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9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9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9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9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9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9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9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0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0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0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04"/>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0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9" presetClass="emph" presetSubtype="0" fill="hold" nodeType="clickEffect">
                                  <p:stCondLst>
                                    <p:cond delay="0"/>
                                  </p:stCondLst>
                                  <p:childTnLst>
                                    <p:animClr clrSpc="rgb" dir="cw">
                                      <p:cBhvr override="childStyle">
                                        <p:cTn id="112" dur="500" fill="hold"/>
                                        <p:tgtEl>
                                          <p:spTgt spid="81"/>
                                        </p:tgtEl>
                                        <p:attrNameLst>
                                          <p:attrName>style.color</p:attrName>
                                        </p:attrNameLst>
                                      </p:cBhvr>
                                      <p:to>
                                        <a:schemeClr val="accent2"/>
                                      </p:to>
                                    </p:animClr>
                                    <p:animClr clrSpc="rgb" dir="cw">
                                      <p:cBhvr>
                                        <p:cTn id="113" dur="500" fill="hold"/>
                                        <p:tgtEl>
                                          <p:spTgt spid="81"/>
                                        </p:tgtEl>
                                        <p:attrNameLst>
                                          <p:attrName>fillcolor</p:attrName>
                                        </p:attrNameLst>
                                      </p:cBhvr>
                                      <p:to>
                                        <a:schemeClr val="accent2"/>
                                      </p:to>
                                    </p:animClr>
                                    <p:set>
                                      <p:cBhvr>
                                        <p:cTn id="114" dur="500" fill="hold"/>
                                        <p:tgtEl>
                                          <p:spTgt spid="81"/>
                                        </p:tgtEl>
                                        <p:attrNameLst>
                                          <p:attrName>fill.type</p:attrName>
                                        </p:attrNameLst>
                                      </p:cBhvr>
                                      <p:to>
                                        <p:strVal val="solid"/>
                                      </p:to>
                                    </p:set>
                                    <p:set>
                                      <p:cBhvr>
                                        <p:cTn id="115" dur="500" fill="hold"/>
                                        <p:tgtEl>
                                          <p:spTgt spid="81"/>
                                        </p:tgtEl>
                                        <p:attrNameLst>
                                          <p:attrName>fill.on</p:attrName>
                                        </p:attrNameLst>
                                      </p:cBhvr>
                                      <p:to>
                                        <p:strVal val="true"/>
                                      </p:to>
                                    </p:set>
                                  </p:childTnLst>
                                  <p:subTnLst>
                                    <p:animClr clrSpc="rgb" dir="cw">
                                      <p:cBhvr override="childStyle">
                                        <p:cTn dur="1" fill="hold" display="0" masterRel="nextClick" afterEffect="1"/>
                                        <p:tgtEl>
                                          <p:spTgt spid="81"/>
                                        </p:tgtEl>
                                        <p:attrNameLst>
                                          <p:attrName>ppt_c</p:attrName>
                                        </p:attrNameLst>
                                      </p:cBhvr>
                                      <p:to>
                                        <a:schemeClr val="accent2"/>
                                      </p:to>
                                    </p:animClr>
                                  </p:subTnLst>
                                </p:cTn>
                              </p:par>
                            </p:childTnLst>
                          </p:cTn>
                        </p:par>
                      </p:childTnLst>
                    </p:cTn>
                  </p:par>
                  <p:par>
                    <p:cTn id="116" fill="hold">
                      <p:stCondLst>
                        <p:cond delay="indefinite"/>
                      </p:stCondLst>
                      <p:childTnLst>
                        <p:par>
                          <p:cTn id="117" fill="hold">
                            <p:stCondLst>
                              <p:cond delay="0"/>
                            </p:stCondLst>
                            <p:childTnLst>
                              <p:par>
                                <p:cTn id="118" presetID="42" presetClass="exit" presetSubtype="0" fill="hold" nodeType="clickEffect">
                                  <p:stCondLst>
                                    <p:cond delay="0"/>
                                  </p:stCondLst>
                                  <p:childTnLst>
                                    <p:animEffect transition="out" filter="fade">
                                      <p:cBhvr>
                                        <p:cTn id="119" dur="1000"/>
                                        <p:tgtEl>
                                          <p:spTgt spid="82"/>
                                        </p:tgtEl>
                                      </p:cBhvr>
                                    </p:animEffect>
                                    <p:anim calcmode="lin" valueType="num">
                                      <p:cBhvr>
                                        <p:cTn id="120" dur="1000"/>
                                        <p:tgtEl>
                                          <p:spTgt spid="82"/>
                                        </p:tgtEl>
                                        <p:attrNameLst>
                                          <p:attrName>ppt_x</p:attrName>
                                        </p:attrNameLst>
                                      </p:cBhvr>
                                      <p:tavLst>
                                        <p:tav tm="0">
                                          <p:val>
                                            <p:strVal val="ppt_x"/>
                                          </p:val>
                                        </p:tav>
                                        <p:tav tm="100000">
                                          <p:val>
                                            <p:strVal val="ppt_x"/>
                                          </p:val>
                                        </p:tav>
                                      </p:tavLst>
                                    </p:anim>
                                    <p:anim calcmode="lin" valueType="num">
                                      <p:cBhvr>
                                        <p:cTn id="121" dur="1000"/>
                                        <p:tgtEl>
                                          <p:spTgt spid="82"/>
                                        </p:tgtEl>
                                        <p:attrNameLst>
                                          <p:attrName>ppt_y</p:attrName>
                                        </p:attrNameLst>
                                      </p:cBhvr>
                                      <p:tavLst>
                                        <p:tav tm="0">
                                          <p:val>
                                            <p:strVal val="ppt_y"/>
                                          </p:val>
                                        </p:tav>
                                        <p:tav tm="100000">
                                          <p:val>
                                            <p:strVal val="ppt_y+.1"/>
                                          </p:val>
                                        </p:tav>
                                      </p:tavLst>
                                    </p:anim>
                                    <p:set>
                                      <p:cBhvr>
                                        <p:cTn id="122" dur="1" fill="hold">
                                          <p:stCondLst>
                                            <p:cond delay="999"/>
                                          </p:stCondLst>
                                        </p:cTn>
                                        <p:tgtEl>
                                          <p:spTgt spid="82"/>
                                        </p:tgtEl>
                                        <p:attrNameLst>
                                          <p:attrName>style.visibility</p:attrName>
                                        </p:attrNameLst>
                                      </p:cBhvr>
                                      <p:to>
                                        <p:strVal val="hidden"/>
                                      </p:to>
                                    </p:set>
                                  </p:childTnLst>
                                </p:cTn>
                              </p:par>
                              <p:par>
                                <p:cTn id="123" presetID="42" presetClass="exit" presetSubtype="0" fill="hold" nodeType="withEffect">
                                  <p:stCondLst>
                                    <p:cond delay="0"/>
                                  </p:stCondLst>
                                  <p:childTnLst>
                                    <p:animEffect transition="out" filter="fade">
                                      <p:cBhvr>
                                        <p:cTn id="124" dur="1000"/>
                                        <p:tgtEl>
                                          <p:spTgt spid="85"/>
                                        </p:tgtEl>
                                      </p:cBhvr>
                                    </p:animEffect>
                                    <p:anim calcmode="lin" valueType="num">
                                      <p:cBhvr>
                                        <p:cTn id="125" dur="1000"/>
                                        <p:tgtEl>
                                          <p:spTgt spid="85"/>
                                        </p:tgtEl>
                                        <p:attrNameLst>
                                          <p:attrName>ppt_x</p:attrName>
                                        </p:attrNameLst>
                                      </p:cBhvr>
                                      <p:tavLst>
                                        <p:tav tm="0">
                                          <p:val>
                                            <p:strVal val="ppt_x"/>
                                          </p:val>
                                        </p:tav>
                                        <p:tav tm="100000">
                                          <p:val>
                                            <p:strVal val="ppt_x"/>
                                          </p:val>
                                        </p:tav>
                                      </p:tavLst>
                                    </p:anim>
                                    <p:anim calcmode="lin" valueType="num">
                                      <p:cBhvr>
                                        <p:cTn id="126" dur="1000"/>
                                        <p:tgtEl>
                                          <p:spTgt spid="85"/>
                                        </p:tgtEl>
                                        <p:attrNameLst>
                                          <p:attrName>ppt_y</p:attrName>
                                        </p:attrNameLst>
                                      </p:cBhvr>
                                      <p:tavLst>
                                        <p:tav tm="0">
                                          <p:val>
                                            <p:strVal val="ppt_y"/>
                                          </p:val>
                                        </p:tav>
                                        <p:tav tm="100000">
                                          <p:val>
                                            <p:strVal val="ppt_y+.1"/>
                                          </p:val>
                                        </p:tav>
                                      </p:tavLst>
                                    </p:anim>
                                    <p:set>
                                      <p:cBhvr>
                                        <p:cTn id="127" dur="1" fill="hold">
                                          <p:stCondLst>
                                            <p:cond delay="999"/>
                                          </p:stCondLst>
                                        </p:cTn>
                                        <p:tgtEl>
                                          <p:spTgt spid="85"/>
                                        </p:tgtEl>
                                        <p:attrNameLst>
                                          <p:attrName>style.visibility</p:attrName>
                                        </p:attrNameLst>
                                      </p:cBhvr>
                                      <p:to>
                                        <p:strVal val="hidden"/>
                                      </p:to>
                                    </p:set>
                                  </p:childTnLst>
                                </p:cTn>
                              </p:par>
                              <p:par>
                                <p:cTn id="128" presetID="42" presetClass="exit" presetSubtype="0" fill="hold" nodeType="withEffect">
                                  <p:stCondLst>
                                    <p:cond delay="0"/>
                                  </p:stCondLst>
                                  <p:childTnLst>
                                    <p:animEffect transition="out" filter="fade">
                                      <p:cBhvr>
                                        <p:cTn id="129" dur="1000"/>
                                        <p:tgtEl>
                                          <p:spTgt spid="89"/>
                                        </p:tgtEl>
                                      </p:cBhvr>
                                    </p:animEffect>
                                    <p:anim calcmode="lin" valueType="num">
                                      <p:cBhvr>
                                        <p:cTn id="130" dur="1000"/>
                                        <p:tgtEl>
                                          <p:spTgt spid="89"/>
                                        </p:tgtEl>
                                        <p:attrNameLst>
                                          <p:attrName>ppt_x</p:attrName>
                                        </p:attrNameLst>
                                      </p:cBhvr>
                                      <p:tavLst>
                                        <p:tav tm="0">
                                          <p:val>
                                            <p:strVal val="ppt_x"/>
                                          </p:val>
                                        </p:tav>
                                        <p:tav tm="100000">
                                          <p:val>
                                            <p:strVal val="ppt_x"/>
                                          </p:val>
                                        </p:tav>
                                      </p:tavLst>
                                    </p:anim>
                                    <p:anim calcmode="lin" valueType="num">
                                      <p:cBhvr>
                                        <p:cTn id="131" dur="1000"/>
                                        <p:tgtEl>
                                          <p:spTgt spid="89"/>
                                        </p:tgtEl>
                                        <p:attrNameLst>
                                          <p:attrName>ppt_y</p:attrName>
                                        </p:attrNameLst>
                                      </p:cBhvr>
                                      <p:tavLst>
                                        <p:tav tm="0">
                                          <p:val>
                                            <p:strVal val="ppt_y"/>
                                          </p:val>
                                        </p:tav>
                                        <p:tav tm="100000">
                                          <p:val>
                                            <p:strVal val="ppt_y+.1"/>
                                          </p:val>
                                        </p:tav>
                                      </p:tavLst>
                                    </p:anim>
                                    <p:set>
                                      <p:cBhvr>
                                        <p:cTn id="132" dur="1" fill="hold">
                                          <p:stCondLst>
                                            <p:cond delay="999"/>
                                          </p:stCondLst>
                                        </p:cTn>
                                        <p:tgtEl>
                                          <p:spTgt spid="89"/>
                                        </p:tgtEl>
                                        <p:attrNameLst>
                                          <p:attrName>style.visibility</p:attrName>
                                        </p:attrNameLst>
                                      </p:cBhvr>
                                      <p:to>
                                        <p:strVal val="hidden"/>
                                      </p:to>
                                    </p:set>
                                  </p:childTnLst>
                                </p:cTn>
                              </p:par>
                              <p:par>
                                <p:cTn id="133" presetID="42" presetClass="exit" presetSubtype="0" fill="hold" nodeType="withEffect">
                                  <p:stCondLst>
                                    <p:cond delay="0"/>
                                  </p:stCondLst>
                                  <p:childTnLst>
                                    <p:animEffect transition="out" filter="fade">
                                      <p:cBhvr>
                                        <p:cTn id="134" dur="1000"/>
                                        <p:tgtEl>
                                          <p:spTgt spid="93"/>
                                        </p:tgtEl>
                                      </p:cBhvr>
                                    </p:animEffect>
                                    <p:anim calcmode="lin" valueType="num">
                                      <p:cBhvr>
                                        <p:cTn id="135" dur="1000"/>
                                        <p:tgtEl>
                                          <p:spTgt spid="93"/>
                                        </p:tgtEl>
                                        <p:attrNameLst>
                                          <p:attrName>ppt_x</p:attrName>
                                        </p:attrNameLst>
                                      </p:cBhvr>
                                      <p:tavLst>
                                        <p:tav tm="0">
                                          <p:val>
                                            <p:strVal val="ppt_x"/>
                                          </p:val>
                                        </p:tav>
                                        <p:tav tm="100000">
                                          <p:val>
                                            <p:strVal val="ppt_x"/>
                                          </p:val>
                                        </p:tav>
                                      </p:tavLst>
                                    </p:anim>
                                    <p:anim calcmode="lin" valueType="num">
                                      <p:cBhvr>
                                        <p:cTn id="136" dur="1000"/>
                                        <p:tgtEl>
                                          <p:spTgt spid="93"/>
                                        </p:tgtEl>
                                        <p:attrNameLst>
                                          <p:attrName>ppt_y</p:attrName>
                                        </p:attrNameLst>
                                      </p:cBhvr>
                                      <p:tavLst>
                                        <p:tav tm="0">
                                          <p:val>
                                            <p:strVal val="ppt_y"/>
                                          </p:val>
                                        </p:tav>
                                        <p:tav tm="100000">
                                          <p:val>
                                            <p:strVal val="ppt_y+.1"/>
                                          </p:val>
                                        </p:tav>
                                      </p:tavLst>
                                    </p:anim>
                                    <p:set>
                                      <p:cBhvr>
                                        <p:cTn id="137" dur="1" fill="hold">
                                          <p:stCondLst>
                                            <p:cond delay="999"/>
                                          </p:stCondLst>
                                        </p:cTn>
                                        <p:tgtEl>
                                          <p:spTgt spid="93"/>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19" presetClass="emph" presetSubtype="0" fill="hold" nodeType="clickEffect">
                                  <p:stCondLst>
                                    <p:cond delay="0"/>
                                  </p:stCondLst>
                                  <p:childTnLst>
                                    <p:animClr clrSpc="rgb" dir="cw">
                                      <p:cBhvr override="childStyle">
                                        <p:cTn id="141" dur="500" fill="hold"/>
                                        <p:tgtEl>
                                          <p:spTgt spid="84"/>
                                        </p:tgtEl>
                                        <p:attrNameLst>
                                          <p:attrName>style.color</p:attrName>
                                        </p:attrNameLst>
                                      </p:cBhvr>
                                      <p:to>
                                        <a:schemeClr val="accent2"/>
                                      </p:to>
                                    </p:animClr>
                                    <p:animClr clrSpc="rgb" dir="cw">
                                      <p:cBhvr>
                                        <p:cTn id="142" dur="500" fill="hold"/>
                                        <p:tgtEl>
                                          <p:spTgt spid="84"/>
                                        </p:tgtEl>
                                        <p:attrNameLst>
                                          <p:attrName>fillcolor</p:attrName>
                                        </p:attrNameLst>
                                      </p:cBhvr>
                                      <p:to>
                                        <a:schemeClr val="accent2"/>
                                      </p:to>
                                    </p:animClr>
                                    <p:set>
                                      <p:cBhvr>
                                        <p:cTn id="143" dur="500" fill="hold"/>
                                        <p:tgtEl>
                                          <p:spTgt spid="84"/>
                                        </p:tgtEl>
                                        <p:attrNameLst>
                                          <p:attrName>fill.type</p:attrName>
                                        </p:attrNameLst>
                                      </p:cBhvr>
                                      <p:to>
                                        <p:strVal val="solid"/>
                                      </p:to>
                                    </p:set>
                                    <p:set>
                                      <p:cBhvr>
                                        <p:cTn id="144" dur="500" fill="hold"/>
                                        <p:tgtEl>
                                          <p:spTgt spid="84"/>
                                        </p:tgtEl>
                                        <p:attrNameLst>
                                          <p:attrName>fill.on</p:attrName>
                                        </p:attrNameLst>
                                      </p:cBhvr>
                                      <p:to>
                                        <p:strVal val="true"/>
                                      </p:to>
                                    </p:set>
                                  </p:childTnLst>
                                  <p:subTnLst>
                                    <p:animClr clrSpc="rgb" dir="cw">
                                      <p:cBhvr override="childStyle">
                                        <p:cTn dur="1" fill="hold" display="0" masterRel="nextClick" afterEffect="1"/>
                                        <p:tgtEl>
                                          <p:spTgt spid="84"/>
                                        </p:tgtEl>
                                        <p:attrNameLst>
                                          <p:attrName>ppt_c</p:attrName>
                                        </p:attrNameLst>
                                      </p:cBhvr>
                                      <p:to>
                                        <a:schemeClr val="accent2"/>
                                      </p:to>
                                    </p:animClr>
                                  </p:subTnLst>
                                </p:cTn>
                              </p:par>
                            </p:childTnLst>
                          </p:cTn>
                        </p:par>
                      </p:childTnLst>
                    </p:cTn>
                  </p:par>
                  <p:par>
                    <p:cTn id="145" fill="hold">
                      <p:stCondLst>
                        <p:cond delay="indefinite"/>
                      </p:stCondLst>
                      <p:childTnLst>
                        <p:par>
                          <p:cTn id="146" fill="hold">
                            <p:stCondLst>
                              <p:cond delay="0"/>
                            </p:stCondLst>
                            <p:childTnLst>
                              <p:par>
                                <p:cTn id="147" presetID="42" presetClass="exit" presetSubtype="0" fill="hold" nodeType="clickEffect">
                                  <p:stCondLst>
                                    <p:cond delay="0"/>
                                  </p:stCondLst>
                                  <p:childTnLst>
                                    <p:animEffect transition="out" filter="fade">
                                      <p:cBhvr>
                                        <p:cTn id="148" dur="1000"/>
                                        <p:tgtEl>
                                          <p:spTgt spid="85"/>
                                        </p:tgtEl>
                                      </p:cBhvr>
                                    </p:animEffect>
                                    <p:anim calcmode="lin" valueType="num">
                                      <p:cBhvr>
                                        <p:cTn id="149" dur="1000"/>
                                        <p:tgtEl>
                                          <p:spTgt spid="85"/>
                                        </p:tgtEl>
                                        <p:attrNameLst>
                                          <p:attrName>ppt_x</p:attrName>
                                        </p:attrNameLst>
                                      </p:cBhvr>
                                      <p:tavLst>
                                        <p:tav tm="0">
                                          <p:val>
                                            <p:strVal val="ppt_x"/>
                                          </p:val>
                                        </p:tav>
                                        <p:tav tm="100000">
                                          <p:val>
                                            <p:strVal val="ppt_x"/>
                                          </p:val>
                                        </p:tav>
                                      </p:tavLst>
                                    </p:anim>
                                    <p:anim calcmode="lin" valueType="num">
                                      <p:cBhvr>
                                        <p:cTn id="150" dur="1000"/>
                                        <p:tgtEl>
                                          <p:spTgt spid="85"/>
                                        </p:tgtEl>
                                        <p:attrNameLst>
                                          <p:attrName>ppt_y</p:attrName>
                                        </p:attrNameLst>
                                      </p:cBhvr>
                                      <p:tavLst>
                                        <p:tav tm="0">
                                          <p:val>
                                            <p:strVal val="ppt_y"/>
                                          </p:val>
                                        </p:tav>
                                        <p:tav tm="100000">
                                          <p:val>
                                            <p:strVal val="ppt_y+.1"/>
                                          </p:val>
                                        </p:tav>
                                      </p:tavLst>
                                    </p:anim>
                                    <p:set>
                                      <p:cBhvr>
                                        <p:cTn id="151" dur="1" fill="hold">
                                          <p:stCondLst>
                                            <p:cond delay="999"/>
                                          </p:stCondLst>
                                        </p:cTn>
                                        <p:tgtEl>
                                          <p:spTgt spid="85"/>
                                        </p:tgtEl>
                                        <p:attrNameLst>
                                          <p:attrName>style.visibility</p:attrName>
                                        </p:attrNameLst>
                                      </p:cBhvr>
                                      <p:to>
                                        <p:strVal val="hidden"/>
                                      </p:to>
                                    </p:set>
                                  </p:childTnLst>
                                </p:cTn>
                              </p:par>
                              <p:par>
                                <p:cTn id="152" presetID="42" presetClass="exit" presetSubtype="0" fill="hold" nodeType="withEffect">
                                  <p:stCondLst>
                                    <p:cond delay="0"/>
                                  </p:stCondLst>
                                  <p:childTnLst>
                                    <p:animEffect transition="out" filter="fade">
                                      <p:cBhvr>
                                        <p:cTn id="153" dur="1000"/>
                                        <p:tgtEl>
                                          <p:spTgt spid="86"/>
                                        </p:tgtEl>
                                      </p:cBhvr>
                                    </p:animEffect>
                                    <p:anim calcmode="lin" valueType="num">
                                      <p:cBhvr>
                                        <p:cTn id="154" dur="1000"/>
                                        <p:tgtEl>
                                          <p:spTgt spid="86"/>
                                        </p:tgtEl>
                                        <p:attrNameLst>
                                          <p:attrName>ppt_x</p:attrName>
                                        </p:attrNameLst>
                                      </p:cBhvr>
                                      <p:tavLst>
                                        <p:tav tm="0">
                                          <p:val>
                                            <p:strVal val="ppt_x"/>
                                          </p:val>
                                        </p:tav>
                                        <p:tav tm="100000">
                                          <p:val>
                                            <p:strVal val="ppt_x"/>
                                          </p:val>
                                        </p:tav>
                                      </p:tavLst>
                                    </p:anim>
                                    <p:anim calcmode="lin" valueType="num">
                                      <p:cBhvr>
                                        <p:cTn id="155" dur="1000"/>
                                        <p:tgtEl>
                                          <p:spTgt spid="86"/>
                                        </p:tgtEl>
                                        <p:attrNameLst>
                                          <p:attrName>ppt_y</p:attrName>
                                        </p:attrNameLst>
                                      </p:cBhvr>
                                      <p:tavLst>
                                        <p:tav tm="0">
                                          <p:val>
                                            <p:strVal val="ppt_y"/>
                                          </p:val>
                                        </p:tav>
                                        <p:tav tm="100000">
                                          <p:val>
                                            <p:strVal val="ppt_y+.1"/>
                                          </p:val>
                                        </p:tav>
                                      </p:tavLst>
                                    </p:anim>
                                    <p:set>
                                      <p:cBhvr>
                                        <p:cTn id="156" dur="1" fill="hold">
                                          <p:stCondLst>
                                            <p:cond delay="999"/>
                                          </p:stCondLst>
                                        </p:cTn>
                                        <p:tgtEl>
                                          <p:spTgt spid="86"/>
                                        </p:tgtEl>
                                        <p:attrNameLst>
                                          <p:attrName>style.visibility</p:attrName>
                                        </p:attrNameLst>
                                      </p:cBhvr>
                                      <p:to>
                                        <p:strVal val="hidden"/>
                                      </p:to>
                                    </p:set>
                                  </p:childTnLst>
                                </p:cTn>
                              </p:par>
                              <p:par>
                                <p:cTn id="157" presetID="42" presetClass="exit" presetSubtype="0" fill="hold" nodeType="withEffect">
                                  <p:stCondLst>
                                    <p:cond delay="0"/>
                                  </p:stCondLst>
                                  <p:childTnLst>
                                    <p:animEffect transition="out" filter="fade">
                                      <p:cBhvr>
                                        <p:cTn id="158" dur="1000"/>
                                        <p:tgtEl>
                                          <p:spTgt spid="87"/>
                                        </p:tgtEl>
                                      </p:cBhvr>
                                    </p:animEffect>
                                    <p:anim calcmode="lin" valueType="num">
                                      <p:cBhvr>
                                        <p:cTn id="159" dur="1000"/>
                                        <p:tgtEl>
                                          <p:spTgt spid="87"/>
                                        </p:tgtEl>
                                        <p:attrNameLst>
                                          <p:attrName>ppt_x</p:attrName>
                                        </p:attrNameLst>
                                      </p:cBhvr>
                                      <p:tavLst>
                                        <p:tav tm="0">
                                          <p:val>
                                            <p:strVal val="ppt_x"/>
                                          </p:val>
                                        </p:tav>
                                        <p:tav tm="100000">
                                          <p:val>
                                            <p:strVal val="ppt_x"/>
                                          </p:val>
                                        </p:tav>
                                      </p:tavLst>
                                    </p:anim>
                                    <p:anim calcmode="lin" valueType="num">
                                      <p:cBhvr>
                                        <p:cTn id="160" dur="1000"/>
                                        <p:tgtEl>
                                          <p:spTgt spid="87"/>
                                        </p:tgtEl>
                                        <p:attrNameLst>
                                          <p:attrName>ppt_y</p:attrName>
                                        </p:attrNameLst>
                                      </p:cBhvr>
                                      <p:tavLst>
                                        <p:tav tm="0">
                                          <p:val>
                                            <p:strVal val="ppt_y"/>
                                          </p:val>
                                        </p:tav>
                                        <p:tav tm="100000">
                                          <p:val>
                                            <p:strVal val="ppt_y+.1"/>
                                          </p:val>
                                        </p:tav>
                                      </p:tavLst>
                                    </p:anim>
                                    <p:set>
                                      <p:cBhvr>
                                        <p:cTn id="161" dur="1" fill="hold">
                                          <p:stCondLst>
                                            <p:cond delay="999"/>
                                          </p:stCondLst>
                                        </p:cTn>
                                        <p:tgtEl>
                                          <p:spTgt spid="87"/>
                                        </p:tgtEl>
                                        <p:attrNameLst>
                                          <p:attrName>style.visibility</p:attrName>
                                        </p:attrNameLst>
                                      </p:cBhvr>
                                      <p:to>
                                        <p:strVal val="hidden"/>
                                      </p:to>
                                    </p:set>
                                  </p:childTnLst>
                                </p:cTn>
                              </p:par>
                              <p:par>
                                <p:cTn id="162" presetID="42" presetClass="exit" presetSubtype="0" fill="hold" nodeType="withEffect">
                                  <p:stCondLst>
                                    <p:cond delay="0"/>
                                  </p:stCondLst>
                                  <p:childTnLst>
                                    <p:animEffect transition="out" filter="fade">
                                      <p:cBhvr>
                                        <p:cTn id="163" dur="1000"/>
                                        <p:tgtEl>
                                          <p:spTgt spid="88"/>
                                        </p:tgtEl>
                                      </p:cBhvr>
                                    </p:animEffect>
                                    <p:anim calcmode="lin" valueType="num">
                                      <p:cBhvr>
                                        <p:cTn id="164" dur="1000"/>
                                        <p:tgtEl>
                                          <p:spTgt spid="88"/>
                                        </p:tgtEl>
                                        <p:attrNameLst>
                                          <p:attrName>ppt_x</p:attrName>
                                        </p:attrNameLst>
                                      </p:cBhvr>
                                      <p:tavLst>
                                        <p:tav tm="0">
                                          <p:val>
                                            <p:strVal val="ppt_x"/>
                                          </p:val>
                                        </p:tav>
                                        <p:tav tm="100000">
                                          <p:val>
                                            <p:strVal val="ppt_x"/>
                                          </p:val>
                                        </p:tav>
                                      </p:tavLst>
                                    </p:anim>
                                    <p:anim calcmode="lin" valueType="num">
                                      <p:cBhvr>
                                        <p:cTn id="165" dur="1000"/>
                                        <p:tgtEl>
                                          <p:spTgt spid="88"/>
                                        </p:tgtEl>
                                        <p:attrNameLst>
                                          <p:attrName>ppt_y</p:attrName>
                                        </p:attrNameLst>
                                      </p:cBhvr>
                                      <p:tavLst>
                                        <p:tav tm="0">
                                          <p:val>
                                            <p:strVal val="ppt_y"/>
                                          </p:val>
                                        </p:tav>
                                        <p:tav tm="100000">
                                          <p:val>
                                            <p:strVal val="ppt_y+.1"/>
                                          </p:val>
                                        </p:tav>
                                      </p:tavLst>
                                    </p:anim>
                                    <p:set>
                                      <p:cBhvr>
                                        <p:cTn id="166" dur="1" fill="hold">
                                          <p:stCondLst>
                                            <p:cond delay="999"/>
                                          </p:stCondLst>
                                        </p:cTn>
                                        <p:tgtEl>
                                          <p:spTgt spid="88"/>
                                        </p:tgtEl>
                                        <p:attrNameLst>
                                          <p:attrName>style.visibility</p:attrName>
                                        </p:attrNameLst>
                                      </p:cBhvr>
                                      <p:to>
                                        <p:strVal val="hidden"/>
                                      </p:to>
                                    </p:set>
                                  </p:childTnLst>
                                </p:cTn>
                              </p:par>
                              <p:par>
                                <p:cTn id="167" presetID="42" presetClass="exit" presetSubtype="0" fill="hold" nodeType="withEffect">
                                  <p:stCondLst>
                                    <p:cond delay="0"/>
                                  </p:stCondLst>
                                  <p:childTnLst>
                                    <p:animEffect transition="out" filter="fade">
                                      <p:cBhvr>
                                        <p:cTn id="168" dur="1000"/>
                                        <p:tgtEl>
                                          <p:spTgt spid="94"/>
                                        </p:tgtEl>
                                      </p:cBhvr>
                                    </p:animEffect>
                                    <p:anim calcmode="lin" valueType="num">
                                      <p:cBhvr>
                                        <p:cTn id="169" dur="1000"/>
                                        <p:tgtEl>
                                          <p:spTgt spid="94"/>
                                        </p:tgtEl>
                                        <p:attrNameLst>
                                          <p:attrName>ppt_x</p:attrName>
                                        </p:attrNameLst>
                                      </p:cBhvr>
                                      <p:tavLst>
                                        <p:tav tm="0">
                                          <p:val>
                                            <p:strVal val="ppt_x"/>
                                          </p:val>
                                        </p:tav>
                                        <p:tav tm="100000">
                                          <p:val>
                                            <p:strVal val="ppt_x"/>
                                          </p:val>
                                        </p:tav>
                                      </p:tavLst>
                                    </p:anim>
                                    <p:anim calcmode="lin" valueType="num">
                                      <p:cBhvr>
                                        <p:cTn id="170" dur="1000"/>
                                        <p:tgtEl>
                                          <p:spTgt spid="94"/>
                                        </p:tgtEl>
                                        <p:attrNameLst>
                                          <p:attrName>ppt_y</p:attrName>
                                        </p:attrNameLst>
                                      </p:cBhvr>
                                      <p:tavLst>
                                        <p:tav tm="0">
                                          <p:val>
                                            <p:strVal val="ppt_y"/>
                                          </p:val>
                                        </p:tav>
                                        <p:tav tm="100000">
                                          <p:val>
                                            <p:strVal val="ppt_y+.1"/>
                                          </p:val>
                                        </p:tav>
                                      </p:tavLst>
                                    </p:anim>
                                    <p:set>
                                      <p:cBhvr>
                                        <p:cTn id="171" dur="1" fill="hold">
                                          <p:stCondLst>
                                            <p:cond delay="999"/>
                                          </p:stCondLst>
                                        </p:cTn>
                                        <p:tgtEl>
                                          <p:spTgt spid="94"/>
                                        </p:tgtEl>
                                        <p:attrNameLst>
                                          <p:attrName>style.visibility</p:attrName>
                                        </p:attrNameLst>
                                      </p:cBhvr>
                                      <p:to>
                                        <p:strVal val="hidden"/>
                                      </p:to>
                                    </p:set>
                                  </p:childTnLst>
                                </p:cTn>
                              </p:par>
                            </p:childTnLst>
                          </p:cTn>
                        </p:par>
                      </p:childTnLst>
                    </p:cTn>
                  </p:par>
                  <p:par>
                    <p:cTn id="172" fill="hold">
                      <p:stCondLst>
                        <p:cond delay="indefinite"/>
                      </p:stCondLst>
                      <p:childTnLst>
                        <p:par>
                          <p:cTn id="173" fill="hold">
                            <p:stCondLst>
                              <p:cond delay="0"/>
                            </p:stCondLst>
                            <p:childTnLst>
                              <p:par>
                                <p:cTn id="174" presetID="19" presetClass="emph" presetSubtype="0" fill="hold" nodeType="clickEffect">
                                  <p:stCondLst>
                                    <p:cond delay="0"/>
                                  </p:stCondLst>
                                  <p:childTnLst>
                                    <p:animClr clrSpc="rgb" dir="cw">
                                      <p:cBhvr override="childStyle">
                                        <p:cTn id="175" dur="500" fill="hold"/>
                                        <p:tgtEl>
                                          <p:spTgt spid="90"/>
                                        </p:tgtEl>
                                        <p:attrNameLst>
                                          <p:attrName>style.color</p:attrName>
                                        </p:attrNameLst>
                                      </p:cBhvr>
                                      <p:to>
                                        <a:schemeClr val="accent2"/>
                                      </p:to>
                                    </p:animClr>
                                    <p:animClr clrSpc="rgb" dir="cw">
                                      <p:cBhvr>
                                        <p:cTn id="176" dur="500" fill="hold"/>
                                        <p:tgtEl>
                                          <p:spTgt spid="90"/>
                                        </p:tgtEl>
                                        <p:attrNameLst>
                                          <p:attrName>fillcolor</p:attrName>
                                        </p:attrNameLst>
                                      </p:cBhvr>
                                      <p:to>
                                        <a:schemeClr val="accent2"/>
                                      </p:to>
                                    </p:animClr>
                                    <p:set>
                                      <p:cBhvr>
                                        <p:cTn id="177" dur="500" fill="hold"/>
                                        <p:tgtEl>
                                          <p:spTgt spid="90"/>
                                        </p:tgtEl>
                                        <p:attrNameLst>
                                          <p:attrName>fill.type</p:attrName>
                                        </p:attrNameLst>
                                      </p:cBhvr>
                                      <p:to>
                                        <p:strVal val="solid"/>
                                      </p:to>
                                    </p:set>
                                    <p:set>
                                      <p:cBhvr>
                                        <p:cTn id="178" dur="500" fill="hold"/>
                                        <p:tgtEl>
                                          <p:spTgt spid="90"/>
                                        </p:tgtEl>
                                        <p:attrNameLst>
                                          <p:attrName>fill.on</p:attrName>
                                        </p:attrNameLst>
                                      </p:cBhvr>
                                      <p:to>
                                        <p:strVal val="true"/>
                                      </p:to>
                                    </p:set>
                                  </p:childTnLst>
                                  <p:subTnLst>
                                    <p:animClr clrSpc="rgb" dir="cw">
                                      <p:cBhvr override="childStyle">
                                        <p:cTn dur="1" fill="hold" display="0" masterRel="nextClick" afterEffect="1"/>
                                        <p:tgtEl>
                                          <p:spTgt spid="90"/>
                                        </p:tgtEl>
                                        <p:attrNameLst>
                                          <p:attrName>ppt_c</p:attrName>
                                        </p:attrNameLst>
                                      </p:cBhvr>
                                      <p:to>
                                        <a:schemeClr val="accent2"/>
                                      </p:to>
                                    </p:animClr>
                                  </p:subTnLst>
                                </p:cTn>
                              </p:par>
                            </p:childTnLst>
                          </p:cTn>
                        </p:par>
                      </p:childTnLst>
                    </p:cTn>
                  </p:par>
                  <p:par>
                    <p:cTn id="179" fill="hold">
                      <p:stCondLst>
                        <p:cond delay="indefinite"/>
                      </p:stCondLst>
                      <p:childTnLst>
                        <p:par>
                          <p:cTn id="180" fill="hold">
                            <p:stCondLst>
                              <p:cond delay="0"/>
                            </p:stCondLst>
                            <p:childTnLst>
                              <p:par>
                                <p:cTn id="181" presetID="42" presetClass="exit" presetSubtype="0" fill="hold" nodeType="clickEffect">
                                  <p:stCondLst>
                                    <p:cond delay="0"/>
                                  </p:stCondLst>
                                  <p:childTnLst>
                                    <p:animEffect transition="out" filter="fade">
                                      <p:cBhvr>
                                        <p:cTn id="182" dur="1000"/>
                                        <p:tgtEl>
                                          <p:spTgt spid="92"/>
                                        </p:tgtEl>
                                      </p:cBhvr>
                                    </p:animEffect>
                                    <p:anim calcmode="lin" valueType="num">
                                      <p:cBhvr>
                                        <p:cTn id="183" dur="1000"/>
                                        <p:tgtEl>
                                          <p:spTgt spid="92"/>
                                        </p:tgtEl>
                                        <p:attrNameLst>
                                          <p:attrName>ppt_x</p:attrName>
                                        </p:attrNameLst>
                                      </p:cBhvr>
                                      <p:tavLst>
                                        <p:tav tm="0">
                                          <p:val>
                                            <p:strVal val="ppt_x"/>
                                          </p:val>
                                        </p:tav>
                                        <p:tav tm="100000">
                                          <p:val>
                                            <p:strVal val="ppt_x"/>
                                          </p:val>
                                        </p:tav>
                                      </p:tavLst>
                                    </p:anim>
                                    <p:anim calcmode="lin" valueType="num">
                                      <p:cBhvr>
                                        <p:cTn id="184" dur="1000"/>
                                        <p:tgtEl>
                                          <p:spTgt spid="92"/>
                                        </p:tgtEl>
                                        <p:attrNameLst>
                                          <p:attrName>ppt_y</p:attrName>
                                        </p:attrNameLst>
                                      </p:cBhvr>
                                      <p:tavLst>
                                        <p:tav tm="0">
                                          <p:val>
                                            <p:strVal val="ppt_y"/>
                                          </p:val>
                                        </p:tav>
                                        <p:tav tm="100000">
                                          <p:val>
                                            <p:strVal val="ppt_y+.1"/>
                                          </p:val>
                                        </p:tav>
                                      </p:tavLst>
                                    </p:anim>
                                    <p:set>
                                      <p:cBhvr>
                                        <p:cTn id="185" dur="1" fill="hold">
                                          <p:stCondLst>
                                            <p:cond delay="999"/>
                                          </p:stCondLst>
                                        </p:cTn>
                                        <p:tgtEl>
                                          <p:spTgt spid="92"/>
                                        </p:tgtEl>
                                        <p:attrNameLst>
                                          <p:attrName>style.visibility</p:attrName>
                                        </p:attrNameLst>
                                      </p:cBhvr>
                                      <p:to>
                                        <p:strVal val="hidden"/>
                                      </p:to>
                                    </p:set>
                                  </p:childTnLst>
                                </p:cTn>
                              </p:par>
                              <p:par>
                                <p:cTn id="186" presetID="42" presetClass="exit" presetSubtype="0" fill="hold" nodeType="withEffect">
                                  <p:stCondLst>
                                    <p:cond delay="0"/>
                                  </p:stCondLst>
                                  <p:childTnLst>
                                    <p:animEffect transition="out" filter="fade">
                                      <p:cBhvr>
                                        <p:cTn id="187" dur="1000"/>
                                        <p:tgtEl>
                                          <p:spTgt spid="100"/>
                                        </p:tgtEl>
                                      </p:cBhvr>
                                    </p:animEffect>
                                    <p:anim calcmode="lin" valueType="num">
                                      <p:cBhvr>
                                        <p:cTn id="188" dur="1000"/>
                                        <p:tgtEl>
                                          <p:spTgt spid="100"/>
                                        </p:tgtEl>
                                        <p:attrNameLst>
                                          <p:attrName>ppt_x</p:attrName>
                                        </p:attrNameLst>
                                      </p:cBhvr>
                                      <p:tavLst>
                                        <p:tav tm="0">
                                          <p:val>
                                            <p:strVal val="ppt_x"/>
                                          </p:val>
                                        </p:tav>
                                        <p:tav tm="100000">
                                          <p:val>
                                            <p:strVal val="ppt_x"/>
                                          </p:val>
                                        </p:tav>
                                      </p:tavLst>
                                    </p:anim>
                                    <p:anim calcmode="lin" valueType="num">
                                      <p:cBhvr>
                                        <p:cTn id="189" dur="1000"/>
                                        <p:tgtEl>
                                          <p:spTgt spid="100"/>
                                        </p:tgtEl>
                                        <p:attrNameLst>
                                          <p:attrName>ppt_y</p:attrName>
                                        </p:attrNameLst>
                                      </p:cBhvr>
                                      <p:tavLst>
                                        <p:tav tm="0">
                                          <p:val>
                                            <p:strVal val="ppt_y"/>
                                          </p:val>
                                        </p:tav>
                                        <p:tav tm="100000">
                                          <p:val>
                                            <p:strVal val="ppt_y+.1"/>
                                          </p:val>
                                        </p:tav>
                                      </p:tavLst>
                                    </p:anim>
                                    <p:set>
                                      <p:cBhvr>
                                        <p:cTn id="190" dur="1" fill="hold">
                                          <p:stCondLst>
                                            <p:cond delay="999"/>
                                          </p:stCondLst>
                                        </p:cTn>
                                        <p:tgtEl>
                                          <p:spTgt spid="100"/>
                                        </p:tgtEl>
                                        <p:attrNameLst>
                                          <p:attrName>style.visibility</p:attrName>
                                        </p:attrNameLst>
                                      </p:cBhvr>
                                      <p:to>
                                        <p:strVal val="hidden"/>
                                      </p:to>
                                    </p:set>
                                  </p:childTnLst>
                                </p:cTn>
                              </p:par>
                              <p:par>
                                <p:cTn id="191" presetID="42" presetClass="exit" presetSubtype="0" fill="hold" nodeType="withEffect">
                                  <p:stCondLst>
                                    <p:cond delay="0"/>
                                  </p:stCondLst>
                                  <p:childTnLst>
                                    <p:animEffect transition="out" filter="fade">
                                      <p:cBhvr>
                                        <p:cTn id="192" dur="1000"/>
                                        <p:tgtEl>
                                          <p:spTgt spid="104"/>
                                        </p:tgtEl>
                                      </p:cBhvr>
                                    </p:animEffect>
                                    <p:anim calcmode="lin" valueType="num">
                                      <p:cBhvr>
                                        <p:cTn id="193" dur="1000"/>
                                        <p:tgtEl>
                                          <p:spTgt spid="104"/>
                                        </p:tgtEl>
                                        <p:attrNameLst>
                                          <p:attrName>ppt_x</p:attrName>
                                        </p:attrNameLst>
                                      </p:cBhvr>
                                      <p:tavLst>
                                        <p:tav tm="0">
                                          <p:val>
                                            <p:strVal val="ppt_x"/>
                                          </p:val>
                                        </p:tav>
                                        <p:tav tm="100000">
                                          <p:val>
                                            <p:strVal val="ppt_x"/>
                                          </p:val>
                                        </p:tav>
                                      </p:tavLst>
                                    </p:anim>
                                    <p:anim calcmode="lin" valueType="num">
                                      <p:cBhvr>
                                        <p:cTn id="194" dur="1000"/>
                                        <p:tgtEl>
                                          <p:spTgt spid="104"/>
                                        </p:tgtEl>
                                        <p:attrNameLst>
                                          <p:attrName>ppt_y</p:attrName>
                                        </p:attrNameLst>
                                      </p:cBhvr>
                                      <p:tavLst>
                                        <p:tav tm="0">
                                          <p:val>
                                            <p:strVal val="ppt_y"/>
                                          </p:val>
                                        </p:tav>
                                        <p:tav tm="100000">
                                          <p:val>
                                            <p:strVal val="ppt_y+.1"/>
                                          </p:val>
                                        </p:tav>
                                      </p:tavLst>
                                    </p:anim>
                                    <p:set>
                                      <p:cBhvr>
                                        <p:cTn id="195" dur="1" fill="hold">
                                          <p:stCondLst>
                                            <p:cond delay="999"/>
                                          </p:stCondLst>
                                        </p:cTn>
                                        <p:tgtEl>
                                          <p:spTgt spid="1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43" grpId="0" animBg="1"/>
      <p:bldP spid="44" grpId="0" animBg="1"/>
      <p:bldP spid="45" grpId="0" animBg="1"/>
      <p:bldP spid="46" grpId="0" animBg="1"/>
      <p:bldP spid="47" grpId="0" animBg="1"/>
      <p:bldP spid="48" grpId="0" animBg="1"/>
      <p:bldP spid="49" grpId="0"/>
      <p:bldP spid="50" grpId="0"/>
      <p:bldP spid="57" grpId="0"/>
      <p:bldP spid="58" grpId="0"/>
      <p:bldP spid="59" grpId="0"/>
      <p:bldP spid="60" grpId="0"/>
      <p:bldP spid="61" grpId="0" animBg="1"/>
      <p:bldP spid="62" grpId="0" animBg="1"/>
      <p:bldP spid="63" grpId="0" animBg="1"/>
      <p:bldP spid="64" grpId="0" animBg="1"/>
      <p:bldP spid="65" grpId="0" animBg="1"/>
      <p:bldP spid="66" grpId="0" animBg="1"/>
      <p:bldP spid="67" grpId="0" animBg="1"/>
      <p:bldP spid="68" grpId="0"/>
      <p:bldP spid="69" grpId="0"/>
      <p:bldP spid="70" grpId="0"/>
      <p:bldP spid="71" grpId="0"/>
      <p:bldP spid="73" grpId="0"/>
      <p:bldP spid="74" grpId="0"/>
      <p:bldP spid="76" grpId="0"/>
      <p:bldP spid="77" grpId="0"/>
      <p:bldP spid="80"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Conclusion </a:t>
            </a:r>
          </a:p>
        </p:txBody>
      </p:sp>
      <p:sp>
        <p:nvSpPr>
          <p:cNvPr id="54" name="Rectangle 53"/>
          <p:cNvSpPr/>
          <p:nvPr/>
        </p:nvSpPr>
        <p:spPr>
          <a:xfrm>
            <a:off x="3647791" y="1296632"/>
            <a:ext cx="4963218" cy="523220"/>
          </a:xfrm>
          <a:prstGeom prst="rect">
            <a:avLst/>
          </a:prstGeom>
        </p:spPr>
        <p:txBody>
          <a:bodyPr wrap="none">
            <a:spAutoFit/>
          </a:bodyPr>
          <a:lstStyle/>
          <a:p>
            <a:r>
              <a:rPr lang="en-US" sz="2800" b="1" dirty="0">
                <a:solidFill>
                  <a:srgbClr val="002060"/>
                </a:solidFill>
              </a:rPr>
              <a:t>Solution of problem using graph  </a:t>
            </a:r>
          </a:p>
        </p:txBody>
      </p:sp>
      <p:sp>
        <p:nvSpPr>
          <p:cNvPr id="55" name="Rectangle 54"/>
          <p:cNvSpPr/>
          <p:nvPr/>
        </p:nvSpPr>
        <p:spPr>
          <a:xfrm>
            <a:off x="490788" y="5519364"/>
            <a:ext cx="10505395" cy="954107"/>
          </a:xfrm>
          <a:prstGeom prst="rect">
            <a:avLst/>
          </a:prstGeom>
        </p:spPr>
        <p:txBody>
          <a:bodyPr wrap="square">
            <a:spAutoFit/>
          </a:bodyPr>
          <a:lstStyle/>
          <a:p>
            <a:pPr algn="ctr"/>
            <a:r>
              <a:rPr lang="en-US" sz="2800" b="1" dirty="0">
                <a:solidFill>
                  <a:srgbClr val="002060"/>
                </a:solidFill>
              </a:rPr>
              <a:t>No, it is not possible for each student to be hired for a job for which he or she has applied</a:t>
            </a:r>
          </a:p>
        </p:txBody>
      </p:sp>
      <p:sp>
        <p:nvSpPr>
          <p:cNvPr id="43" name="Oval 42">
            <a:extLst>
              <a:ext uri="{FF2B5EF4-FFF2-40B4-BE49-F238E27FC236}">
                <a16:creationId xmlns:a16="http://schemas.microsoft.com/office/drawing/2014/main" id="{BDD11F87-DA81-9510-C1CB-0AF4093562CB}"/>
              </a:ext>
            </a:extLst>
          </p:cNvPr>
          <p:cNvSpPr/>
          <p:nvPr/>
        </p:nvSpPr>
        <p:spPr>
          <a:xfrm rot="5400000">
            <a:off x="3759704" y="23776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4" name="Oval 43">
            <a:extLst>
              <a:ext uri="{FF2B5EF4-FFF2-40B4-BE49-F238E27FC236}">
                <a16:creationId xmlns:a16="http://schemas.microsoft.com/office/drawing/2014/main" id="{BDD11F87-DA81-9510-C1CB-0AF4093562CB}"/>
              </a:ext>
            </a:extLst>
          </p:cNvPr>
          <p:cNvSpPr/>
          <p:nvPr/>
        </p:nvSpPr>
        <p:spPr>
          <a:xfrm rot="5400000">
            <a:off x="4460999" y="23776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5198891" y="23776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6" name="Oval 45">
            <a:extLst>
              <a:ext uri="{FF2B5EF4-FFF2-40B4-BE49-F238E27FC236}">
                <a16:creationId xmlns:a16="http://schemas.microsoft.com/office/drawing/2014/main" id="{BDD11F87-DA81-9510-C1CB-0AF4093562CB}"/>
              </a:ext>
            </a:extLst>
          </p:cNvPr>
          <p:cNvSpPr/>
          <p:nvPr/>
        </p:nvSpPr>
        <p:spPr>
          <a:xfrm rot="5400000">
            <a:off x="5936783" y="23776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7" name="Oval 46">
            <a:extLst>
              <a:ext uri="{FF2B5EF4-FFF2-40B4-BE49-F238E27FC236}">
                <a16:creationId xmlns:a16="http://schemas.microsoft.com/office/drawing/2014/main" id="{BDD11F87-DA81-9510-C1CB-0AF4093562CB}"/>
              </a:ext>
            </a:extLst>
          </p:cNvPr>
          <p:cNvSpPr/>
          <p:nvPr/>
        </p:nvSpPr>
        <p:spPr>
          <a:xfrm rot="5400000">
            <a:off x="6633529" y="23776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8" name="Oval 47">
            <a:extLst>
              <a:ext uri="{FF2B5EF4-FFF2-40B4-BE49-F238E27FC236}">
                <a16:creationId xmlns:a16="http://schemas.microsoft.com/office/drawing/2014/main" id="{BDD11F87-DA81-9510-C1CB-0AF4093562CB}"/>
              </a:ext>
            </a:extLst>
          </p:cNvPr>
          <p:cNvSpPr/>
          <p:nvPr/>
        </p:nvSpPr>
        <p:spPr>
          <a:xfrm rot="5400000">
            <a:off x="7404381" y="23776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9" name="Rectangle 48"/>
          <p:cNvSpPr/>
          <p:nvPr/>
        </p:nvSpPr>
        <p:spPr>
          <a:xfrm>
            <a:off x="3658951" y="1897652"/>
            <a:ext cx="380232" cy="523220"/>
          </a:xfrm>
          <a:prstGeom prst="rect">
            <a:avLst/>
          </a:prstGeom>
        </p:spPr>
        <p:txBody>
          <a:bodyPr wrap="none">
            <a:spAutoFit/>
          </a:bodyPr>
          <a:lstStyle/>
          <a:p>
            <a:r>
              <a:rPr lang="en-US" sz="2800" dirty="0">
                <a:solidFill>
                  <a:srgbClr val="002060"/>
                </a:solidFill>
              </a:rPr>
              <a:t>B</a:t>
            </a:r>
          </a:p>
        </p:txBody>
      </p:sp>
      <p:sp>
        <p:nvSpPr>
          <p:cNvPr id="50" name="Rectangle 49"/>
          <p:cNvSpPr/>
          <p:nvPr/>
        </p:nvSpPr>
        <p:spPr>
          <a:xfrm>
            <a:off x="4258725" y="1897652"/>
            <a:ext cx="389850" cy="523220"/>
          </a:xfrm>
          <a:prstGeom prst="rect">
            <a:avLst/>
          </a:prstGeom>
        </p:spPr>
        <p:txBody>
          <a:bodyPr wrap="none">
            <a:spAutoFit/>
          </a:bodyPr>
          <a:lstStyle/>
          <a:p>
            <a:r>
              <a:rPr lang="en-US" sz="2800" dirty="0">
                <a:solidFill>
                  <a:srgbClr val="002060"/>
                </a:solidFill>
              </a:rPr>
              <a:t>D</a:t>
            </a:r>
          </a:p>
        </p:txBody>
      </p:sp>
      <p:sp>
        <p:nvSpPr>
          <p:cNvPr id="57" name="Rectangle 56"/>
          <p:cNvSpPr/>
          <p:nvPr/>
        </p:nvSpPr>
        <p:spPr>
          <a:xfrm>
            <a:off x="4996617" y="1897652"/>
            <a:ext cx="357790" cy="523220"/>
          </a:xfrm>
          <a:prstGeom prst="rect">
            <a:avLst/>
          </a:prstGeom>
        </p:spPr>
        <p:txBody>
          <a:bodyPr wrap="none">
            <a:spAutoFit/>
          </a:bodyPr>
          <a:lstStyle/>
          <a:p>
            <a:r>
              <a:rPr lang="en-US" sz="2800" dirty="0">
                <a:solidFill>
                  <a:srgbClr val="002060"/>
                </a:solidFill>
              </a:rPr>
              <a:t>F</a:t>
            </a:r>
          </a:p>
        </p:txBody>
      </p:sp>
      <p:sp>
        <p:nvSpPr>
          <p:cNvPr id="58" name="Rectangle 57"/>
          <p:cNvSpPr/>
          <p:nvPr/>
        </p:nvSpPr>
        <p:spPr>
          <a:xfrm>
            <a:off x="5846551" y="1888127"/>
            <a:ext cx="357790" cy="523220"/>
          </a:xfrm>
          <a:prstGeom prst="rect">
            <a:avLst/>
          </a:prstGeom>
        </p:spPr>
        <p:txBody>
          <a:bodyPr wrap="none">
            <a:spAutoFit/>
          </a:bodyPr>
          <a:lstStyle/>
          <a:p>
            <a:r>
              <a:rPr lang="en-US" sz="2800" dirty="0">
                <a:solidFill>
                  <a:srgbClr val="002060"/>
                </a:solidFill>
              </a:rPr>
              <a:t>J</a:t>
            </a:r>
          </a:p>
        </p:txBody>
      </p:sp>
      <p:sp>
        <p:nvSpPr>
          <p:cNvPr id="59" name="Rectangle 58"/>
          <p:cNvSpPr/>
          <p:nvPr/>
        </p:nvSpPr>
        <p:spPr>
          <a:xfrm>
            <a:off x="6558140" y="1897652"/>
            <a:ext cx="380232" cy="523220"/>
          </a:xfrm>
          <a:prstGeom prst="rect">
            <a:avLst/>
          </a:prstGeom>
        </p:spPr>
        <p:txBody>
          <a:bodyPr wrap="none">
            <a:spAutoFit/>
          </a:bodyPr>
          <a:lstStyle/>
          <a:p>
            <a:r>
              <a:rPr lang="en-US" sz="2800" dirty="0">
                <a:solidFill>
                  <a:srgbClr val="002060"/>
                </a:solidFill>
              </a:rPr>
              <a:t>K</a:t>
            </a:r>
          </a:p>
        </p:txBody>
      </p:sp>
      <p:sp>
        <p:nvSpPr>
          <p:cNvPr id="60" name="Rectangle 59"/>
          <p:cNvSpPr/>
          <p:nvPr/>
        </p:nvSpPr>
        <p:spPr>
          <a:xfrm>
            <a:off x="7317808" y="1888127"/>
            <a:ext cx="356188" cy="523220"/>
          </a:xfrm>
          <a:prstGeom prst="rect">
            <a:avLst/>
          </a:prstGeom>
        </p:spPr>
        <p:txBody>
          <a:bodyPr wrap="none">
            <a:spAutoFit/>
          </a:bodyPr>
          <a:lstStyle/>
          <a:p>
            <a:r>
              <a:rPr lang="en-US" sz="2800" dirty="0">
                <a:solidFill>
                  <a:srgbClr val="002060"/>
                </a:solidFill>
              </a:rPr>
              <a:t>L</a:t>
            </a:r>
          </a:p>
        </p:txBody>
      </p:sp>
      <p:sp>
        <p:nvSpPr>
          <p:cNvPr id="61" name="Oval 60">
            <a:extLst>
              <a:ext uri="{FF2B5EF4-FFF2-40B4-BE49-F238E27FC236}">
                <a16:creationId xmlns:a16="http://schemas.microsoft.com/office/drawing/2014/main" id="{BDD11F87-DA81-9510-C1CB-0AF4093562CB}"/>
              </a:ext>
            </a:extLst>
          </p:cNvPr>
          <p:cNvSpPr/>
          <p:nvPr/>
        </p:nvSpPr>
        <p:spPr>
          <a:xfrm rot="5400000">
            <a:off x="3981870" y="46759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2" name="Oval 61">
            <a:extLst>
              <a:ext uri="{FF2B5EF4-FFF2-40B4-BE49-F238E27FC236}">
                <a16:creationId xmlns:a16="http://schemas.microsoft.com/office/drawing/2014/main" id="{BDD11F87-DA81-9510-C1CB-0AF4093562CB}"/>
              </a:ext>
            </a:extLst>
          </p:cNvPr>
          <p:cNvSpPr/>
          <p:nvPr/>
        </p:nvSpPr>
        <p:spPr>
          <a:xfrm rot="5400000">
            <a:off x="4683165" y="46759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3" name="Oval 62">
            <a:extLst>
              <a:ext uri="{FF2B5EF4-FFF2-40B4-BE49-F238E27FC236}">
                <a16:creationId xmlns:a16="http://schemas.microsoft.com/office/drawing/2014/main" id="{BDD11F87-DA81-9510-C1CB-0AF4093562CB}"/>
              </a:ext>
            </a:extLst>
          </p:cNvPr>
          <p:cNvSpPr/>
          <p:nvPr/>
        </p:nvSpPr>
        <p:spPr>
          <a:xfrm rot="5400000">
            <a:off x="5421057" y="46759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4" name="Oval 63">
            <a:extLst>
              <a:ext uri="{FF2B5EF4-FFF2-40B4-BE49-F238E27FC236}">
                <a16:creationId xmlns:a16="http://schemas.microsoft.com/office/drawing/2014/main" id="{BDD11F87-DA81-9510-C1CB-0AF4093562CB}"/>
              </a:ext>
            </a:extLst>
          </p:cNvPr>
          <p:cNvSpPr/>
          <p:nvPr/>
        </p:nvSpPr>
        <p:spPr>
          <a:xfrm rot="5400000">
            <a:off x="6158949" y="46759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5" name="Oval 64">
            <a:extLst>
              <a:ext uri="{FF2B5EF4-FFF2-40B4-BE49-F238E27FC236}">
                <a16:creationId xmlns:a16="http://schemas.microsoft.com/office/drawing/2014/main" id="{BDD11F87-DA81-9510-C1CB-0AF4093562CB}"/>
              </a:ext>
            </a:extLst>
          </p:cNvPr>
          <p:cNvSpPr/>
          <p:nvPr/>
        </p:nvSpPr>
        <p:spPr>
          <a:xfrm rot="5400000">
            <a:off x="6855695" y="46759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6" name="Oval 65">
            <a:extLst>
              <a:ext uri="{FF2B5EF4-FFF2-40B4-BE49-F238E27FC236}">
                <a16:creationId xmlns:a16="http://schemas.microsoft.com/office/drawing/2014/main" id="{BDD11F87-DA81-9510-C1CB-0AF4093562CB}"/>
              </a:ext>
            </a:extLst>
          </p:cNvPr>
          <p:cNvSpPr/>
          <p:nvPr/>
        </p:nvSpPr>
        <p:spPr>
          <a:xfrm rot="5400000">
            <a:off x="7626547" y="46759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7" name="Oval 66">
            <a:extLst>
              <a:ext uri="{FF2B5EF4-FFF2-40B4-BE49-F238E27FC236}">
                <a16:creationId xmlns:a16="http://schemas.microsoft.com/office/drawing/2014/main" id="{BDD11F87-DA81-9510-C1CB-0AF4093562CB}"/>
              </a:ext>
            </a:extLst>
          </p:cNvPr>
          <p:cNvSpPr/>
          <p:nvPr/>
        </p:nvSpPr>
        <p:spPr>
          <a:xfrm rot="5400000">
            <a:off x="8325399" y="46759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8" name="Rectangle 67"/>
          <p:cNvSpPr/>
          <p:nvPr/>
        </p:nvSpPr>
        <p:spPr>
          <a:xfrm>
            <a:off x="3782356" y="4819901"/>
            <a:ext cx="356188" cy="523220"/>
          </a:xfrm>
          <a:prstGeom prst="rect">
            <a:avLst/>
          </a:prstGeom>
        </p:spPr>
        <p:txBody>
          <a:bodyPr wrap="none">
            <a:spAutoFit/>
          </a:bodyPr>
          <a:lstStyle/>
          <a:p>
            <a:r>
              <a:rPr lang="en-US" sz="2800" dirty="0">
                <a:solidFill>
                  <a:srgbClr val="002060"/>
                </a:solidFill>
              </a:rPr>
              <a:t>a</a:t>
            </a:r>
          </a:p>
        </p:txBody>
      </p:sp>
      <p:sp>
        <p:nvSpPr>
          <p:cNvPr id="69" name="Rectangle 68"/>
          <p:cNvSpPr/>
          <p:nvPr/>
        </p:nvSpPr>
        <p:spPr>
          <a:xfrm>
            <a:off x="4497858" y="4819901"/>
            <a:ext cx="360996" cy="523220"/>
          </a:xfrm>
          <a:prstGeom prst="rect">
            <a:avLst/>
          </a:prstGeom>
        </p:spPr>
        <p:txBody>
          <a:bodyPr wrap="none">
            <a:spAutoFit/>
          </a:bodyPr>
          <a:lstStyle/>
          <a:p>
            <a:r>
              <a:rPr lang="en-US" sz="2800" dirty="0">
                <a:solidFill>
                  <a:srgbClr val="002060"/>
                </a:solidFill>
              </a:rPr>
              <a:t>c</a:t>
            </a:r>
          </a:p>
        </p:txBody>
      </p:sp>
      <p:sp>
        <p:nvSpPr>
          <p:cNvPr id="70" name="Rectangle 69"/>
          <p:cNvSpPr/>
          <p:nvPr/>
        </p:nvSpPr>
        <p:spPr>
          <a:xfrm>
            <a:off x="5235750" y="4819901"/>
            <a:ext cx="352982" cy="523220"/>
          </a:xfrm>
          <a:prstGeom prst="rect">
            <a:avLst/>
          </a:prstGeom>
        </p:spPr>
        <p:txBody>
          <a:bodyPr wrap="none">
            <a:spAutoFit/>
          </a:bodyPr>
          <a:lstStyle/>
          <a:p>
            <a:r>
              <a:rPr lang="en-US" sz="2800" dirty="0">
                <a:solidFill>
                  <a:srgbClr val="002060"/>
                </a:solidFill>
              </a:rPr>
              <a:t>e</a:t>
            </a:r>
          </a:p>
        </p:txBody>
      </p:sp>
      <p:sp>
        <p:nvSpPr>
          <p:cNvPr id="71" name="Rectangle 70"/>
          <p:cNvSpPr/>
          <p:nvPr/>
        </p:nvSpPr>
        <p:spPr>
          <a:xfrm>
            <a:off x="5990434" y="4819901"/>
            <a:ext cx="360996" cy="523220"/>
          </a:xfrm>
          <a:prstGeom prst="rect">
            <a:avLst/>
          </a:prstGeom>
        </p:spPr>
        <p:txBody>
          <a:bodyPr wrap="none">
            <a:spAutoFit/>
          </a:bodyPr>
          <a:lstStyle/>
          <a:p>
            <a:r>
              <a:rPr lang="en-US" sz="2800" dirty="0">
                <a:solidFill>
                  <a:srgbClr val="002060"/>
                </a:solidFill>
              </a:rPr>
              <a:t>p</a:t>
            </a:r>
          </a:p>
        </p:txBody>
      </p:sp>
      <p:sp>
        <p:nvSpPr>
          <p:cNvPr id="73" name="Rectangle 72"/>
          <p:cNvSpPr/>
          <p:nvPr/>
        </p:nvSpPr>
        <p:spPr>
          <a:xfrm>
            <a:off x="6663923" y="4819901"/>
            <a:ext cx="293670" cy="523220"/>
          </a:xfrm>
          <a:prstGeom prst="rect">
            <a:avLst/>
          </a:prstGeom>
        </p:spPr>
        <p:txBody>
          <a:bodyPr wrap="none">
            <a:spAutoFit/>
          </a:bodyPr>
          <a:lstStyle/>
          <a:p>
            <a:r>
              <a:rPr lang="en-US" sz="2800" dirty="0">
                <a:solidFill>
                  <a:srgbClr val="002060"/>
                </a:solidFill>
              </a:rPr>
              <a:t>r</a:t>
            </a:r>
          </a:p>
        </p:txBody>
      </p:sp>
      <p:sp>
        <p:nvSpPr>
          <p:cNvPr id="74" name="Rectangle 73"/>
          <p:cNvSpPr/>
          <p:nvPr/>
        </p:nvSpPr>
        <p:spPr>
          <a:xfrm>
            <a:off x="8128281" y="4819901"/>
            <a:ext cx="290464" cy="523220"/>
          </a:xfrm>
          <a:prstGeom prst="rect">
            <a:avLst/>
          </a:prstGeom>
        </p:spPr>
        <p:txBody>
          <a:bodyPr wrap="none">
            <a:spAutoFit/>
          </a:bodyPr>
          <a:lstStyle/>
          <a:p>
            <a:r>
              <a:rPr lang="en-US" sz="2800" dirty="0">
                <a:solidFill>
                  <a:srgbClr val="002060"/>
                </a:solidFill>
              </a:rPr>
              <a:t>t</a:t>
            </a:r>
          </a:p>
        </p:txBody>
      </p:sp>
      <p:sp>
        <p:nvSpPr>
          <p:cNvPr id="76" name="Rectangle 75"/>
          <p:cNvSpPr/>
          <p:nvPr/>
        </p:nvSpPr>
        <p:spPr>
          <a:xfrm>
            <a:off x="7404541" y="4819901"/>
            <a:ext cx="348172" cy="523220"/>
          </a:xfrm>
          <a:prstGeom prst="rect">
            <a:avLst/>
          </a:prstGeom>
        </p:spPr>
        <p:txBody>
          <a:bodyPr wrap="none">
            <a:spAutoFit/>
          </a:bodyPr>
          <a:lstStyle/>
          <a:p>
            <a:r>
              <a:rPr lang="en-US" sz="2800" dirty="0">
                <a:solidFill>
                  <a:srgbClr val="002060"/>
                </a:solidFill>
              </a:rPr>
              <a:t>s</a:t>
            </a:r>
          </a:p>
        </p:txBody>
      </p:sp>
      <p:sp>
        <p:nvSpPr>
          <p:cNvPr id="77" name="Rectangle 76"/>
          <p:cNvSpPr/>
          <p:nvPr/>
        </p:nvSpPr>
        <p:spPr>
          <a:xfrm>
            <a:off x="8241733" y="1897652"/>
            <a:ext cx="455574" cy="523220"/>
          </a:xfrm>
          <a:prstGeom prst="rect">
            <a:avLst/>
          </a:prstGeom>
        </p:spPr>
        <p:txBody>
          <a:bodyPr wrap="none">
            <a:spAutoFit/>
          </a:bodyPr>
          <a:lstStyle/>
          <a:p>
            <a:r>
              <a:rPr lang="en-US" sz="2800" dirty="0">
                <a:solidFill>
                  <a:srgbClr val="002060"/>
                </a:solidFill>
              </a:rPr>
              <a:t>M</a:t>
            </a:r>
          </a:p>
        </p:txBody>
      </p:sp>
      <p:sp>
        <p:nvSpPr>
          <p:cNvPr id="80" name="Oval 79">
            <a:extLst>
              <a:ext uri="{FF2B5EF4-FFF2-40B4-BE49-F238E27FC236}">
                <a16:creationId xmlns:a16="http://schemas.microsoft.com/office/drawing/2014/main" id="{BDD11F87-DA81-9510-C1CB-0AF4093562CB}"/>
              </a:ext>
            </a:extLst>
          </p:cNvPr>
          <p:cNvSpPr/>
          <p:nvPr/>
        </p:nvSpPr>
        <p:spPr>
          <a:xfrm rot="5400000">
            <a:off x="8318781" y="23871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1" name="Straight Connector 80">
            <a:extLst>
              <a:ext uri="{FF2B5EF4-FFF2-40B4-BE49-F238E27FC236}">
                <a16:creationId xmlns:a16="http://schemas.microsoft.com/office/drawing/2014/main" id="{6205DD86-315C-53B6-CEEF-A9919650168E}"/>
              </a:ext>
            </a:extLst>
          </p:cNvPr>
          <p:cNvCxnSpPr>
            <a:cxnSpLocks/>
            <a:stCxn id="43" idx="7"/>
            <a:endCxn id="62" idx="3"/>
          </p:cNvCxnSpPr>
          <p:nvPr/>
        </p:nvCxnSpPr>
        <p:spPr>
          <a:xfrm>
            <a:off x="3882616" y="2500528"/>
            <a:ext cx="821637"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Straight Connector 83">
            <a:extLst>
              <a:ext uri="{FF2B5EF4-FFF2-40B4-BE49-F238E27FC236}">
                <a16:creationId xmlns:a16="http://schemas.microsoft.com/office/drawing/2014/main" id="{6205DD86-315C-53B6-CEEF-A9919650168E}"/>
              </a:ext>
            </a:extLst>
          </p:cNvPr>
          <p:cNvCxnSpPr>
            <a:cxnSpLocks/>
            <a:stCxn id="44" idx="6"/>
            <a:endCxn id="61" idx="1"/>
          </p:cNvCxnSpPr>
          <p:nvPr/>
        </p:nvCxnSpPr>
        <p:spPr>
          <a:xfrm flipH="1">
            <a:off x="4104782" y="2521616"/>
            <a:ext cx="428217"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0" name="Straight Connector 89">
            <a:extLst>
              <a:ext uri="{FF2B5EF4-FFF2-40B4-BE49-F238E27FC236}">
                <a16:creationId xmlns:a16="http://schemas.microsoft.com/office/drawing/2014/main" id="{6205DD86-315C-53B6-CEEF-A9919650168E}"/>
              </a:ext>
            </a:extLst>
          </p:cNvPr>
          <p:cNvCxnSpPr>
            <a:cxnSpLocks/>
            <a:stCxn id="45" idx="6"/>
            <a:endCxn id="65" idx="3"/>
          </p:cNvCxnSpPr>
          <p:nvPr/>
        </p:nvCxnSpPr>
        <p:spPr>
          <a:xfrm>
            <a:off x="5270891" y="2521616"/>
            <a:ext cx="1605892"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6205DD86-315C-53B6-CEEF-A9919650168E}"/>
              </a:ext>
            </a:extLst>
          </p:cNvPr>
          <p:cNvCxnSpPr>
            <a:cxnSpLocks/>
          </p:cNvCxnSpPr>
          <p:nvPr/>
        </p:nvCxnSpPr>
        <p:spPr>
          <a:xfrm flipH="1">
            <a:off x="5498115" y="2521616"/>
            <a:ext cx="515726" cy="2154285"/>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Straight Connector 94">
            <a:extLst>
              <a:ext uri="{FF2B5EF4-FFF2-40B4-BE49-F238E27FC236}">
                <a16:creationId xmlns:a16="http://schemas.microsoft.com/office/drawing/2014/main" id="{6205DD86-315C-53B6-CEEF-A9919650168E}"/>
              </a:ext>
            </a:extLst>
          </p:cNvPr>
          <p:cNvCxnSpPr>
            <a:cxnSpLocks/>
            <a:stCxn id="47" idx="5"/>
            <a:endCxn id="63" idx="2"/>
          </p:cNvCxnSpPr>
          <p:nvPr/>
        </p:nvCxnSpPr>
        <p:spPr>
          <a:xfrm flipH="1">
            <a:off x="5493057" y="2500528"/>
            <a:ext cx="1161560"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47" idx="5"/>
            <a:endCxn id="64" idx="2"/>
          </p:cNvCxnSpPr>
          <p:nvPr/>
        </p:nvCxnSpPr>
        <p:spPr>
          <a:xfrm flipH="1">
            <a:off x="6230949" y="2500528"/>
            <a:ext cx="423668" cy="2175373"/>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47" idx="6"/>
            <a:endCxn id="66" idx="2"/>
          </p:cNvCxnSpPr>
          <p:nvPr/>
        </p:nvCxnSpPr>
        <p:spPr>
          <a:xfrm>
            <a:off x="6705529" y="2521616"/>
            <a:ext cx="993018" cy="2154285"/>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6205DD86-315C-53B6-CEEF-A9919650168E}"/>
              </a:ext>
            </a:extLst>
          </p:cNvPr>
          <p:cNvCxnSpPr>
            <a:cxnSpLocks/>
            <a:stCxn id="48" idx="5"/>
            <a:endCxn id="63" idx="1"/>
          </p:cNvCxnSpPr>
          <p:nvPr/>
        </p:nvCxnSpPr>
        <p:spPr>
          <a:xfrm flipH="1">
            <a:off x="5543969" y="2500528"/>
            <a:ext cx="1881500" cy="2196461"/>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1" name="Straight Connector 100">
            <a:extLst>
              <a:ext uri="{FF2B5EF4-FFF2-40B4-BE49-F238E27FC236}">
                <a16:creationId xmlns:a16="http://schemas.microsoft.com/office/drawing/2014/main" id="{6205DD86-315C-53B6-CEEF-A9919650168E}"/>
              </a:ext>
            </a:extLst>
          </p:cNvPr>
          <p:cNvCxnSpPr>
            <a:cxnSpLocks/>
            <a:stCxn id="80" idx="6"/>
            <a:endCxn id="66" idx="2"/>
          </p:cNvCxnSpPr>
          <p:nvPr/>
        </p:nvCxnSpPr>
        <p:spPr>
          <a:xfrm flipH="1">
            <a:off x="7698547" y="2531141"/>
            <a:ext cx="692234" cy="2144760"/>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2" name="Straight Connector 101">
            <a:extLst>
              <a:ext uri="{FF2B5EF4-FFF2-40B4-BE49-F238E27FC236}">
                <a16:creationId xmlns:a16="http://schemas.microsoft.com/office/drawing/2014/main" id="{6205DD86-315C-53B6-CEEF-A9919650168E}"/>
              </a:ext>
            </a:extLst>
          </p:cNvPr>
          <p:cNvCxnSpPr>
            <a:cxnSpLocks/>
            <a:stCxn id="80" idx="6"/>
            <a:endCxn id="67" idx="2"/>
          </p:cNvCxnSpPr>
          <p:nvPr/>
        </p:nvCxnSpPr>
        <p:spPr>
          <a:xfrm>
            <a:off x="8390781" y="2531141"/>
            <a:ext cx="6618" cy="2144760"/>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 name="Straight Connector 104">
            <a:extLst>
              <a:ext uri="{FF2B5EF4-FFF2-40B4-BE49-F238E27FC236}">
                <a16:creationId xmlns:a16="http://schemas.microsoft.com/office/drawing/2014/main" id="{6205DD86-315C-53B6-CEEF-A9919650168E}"/>
              </a:ext>
            </a:extLst>
          </p:cNvPr>
          <p:cNvCxnSpPr>
            <a:cxnSpLocks/>
            <a:stCxn id="80" idx="5"/>
            <a:endCxn id="64" idx="1"/>
          </p:cNvCxnSpPr>
          <p:nvPr/>
        </p:nvCxnSpPr>
        <p:spPr>
          <a:xfrm flipH="1">
            <a:off x="6281861" y="2510053"/>
            <a:ext cx="2058008" cy="2186936"/>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sp>
        <p:nvSpPr>
          <p:cNvPr id="4" name="Oval 3"/>
          <p:cNvSpPr/>
          <p:nvPr/>
        </p:nvSpPr>
        <p:spPr>
          <a:xfrm>
            <a:off x="5643599" y="1888126"/>
            <a:ext cx="772822" cy="865873"/>
          </a:xfrm>
          <a:prstGeom prst="ellipse">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7088685" y="1897652"/>
            <a:ext cx="772822" cy="865873"/>
          </a:xfrm>
          <a:prstGeom prst="ellipse">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a:off x="532084" y="2629228"/>
            <a:ext cx="2677461" cy="1815882"/>
          </a:xfrm>
          <a:prstGeom prst="rect">
            <a:avLst/>
          </a:prstGeom>
          <a:ln>
            <a:solidFill>
              <a:schemeClr val="accent3"/>
            </a:solidFill>
          </a:ln>
        </p:spPr>
        <p:txBody>
          <a:bodyPr wrap="square">
            <a:spAutoFit/>
          </a:bodyPr>
          <a:lstStyle/>
          <a:p>
            <a:pPr algn="ctr"/>
            <a:r>
              <a:rPr lang="en-US" sz="2800" b="1" dirty="0">
                <a:solidFill>
                  <a:srgbClr val="002060"/>
                </a:solidFill>
              </a:rPr>
              <a:t>As J and L both wants Job e,</a:t>
            </a:r>
          </a:p>
          <a:p>
            <a:pPr algn="ctr"/>
            <a:r>
              <a:rPr lang="en-US" sz="2800" b="1" dirty="0">
                <a:solidFill>
                  <a:srgbClr val="002060"/>
                </a:solidFill>
              </a:rPr>
              <a:t>We can not find Perfect Matching </a:t>
            </a:r>
          </a:p>
        </p:txBody>
      </p:sp>
    </p:spTree>
    <p:extLst>
      <p:ext uri="{BB962C8B-B14F-4D97-AF65-F5344CB8AC3E}">
        <p14:creationId xmlns:p14="http://schemas.microsoft.com/office/powerpoint/2010/main" val="118904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2"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Hall’s Theorem (without proof)</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863445"/>
                <a:ext cx="11929641" cy="1890556"/>
              </a:xfrm>
            </p:spPr>
            <p:txBody>
              <a:bodyPr/>
              <a:lstStyle/>
              <a:p>
                <a:pPr>
                  <a:lnSpc>
                    <a:spcPct val="150000"/>
                  </a:lnSpc>
                </a:pPr>
                <a:r>
                  <a:rPr lang="en-US" u="sng" dirty="0"/>
                  <a:t>Hall’s Marriage Theorem:</a:t>
                </a:r>
                <a:r>
                  <a:rPr lang="en-US" dirty="0"/>
                  <a:t> </a:t>
                </a:r>
              </a:p>
              <a:p>
                <a:pPr marL="0" indent="0">
                  <a:buNone/>
                </a:pPr>
                <a:r>
                  <a:rPr lang="en-US" dirty="0"/>
                  <a:t>Let</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G</m:t>
                    </m:r>
                  </m:oMath>
                </a14:m>
                <a:r>
                  <a:rPr lang="en-US" dirty="0"/>
                  <a:t> be a bipartite graph with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V</m:t>
                    </m:r>
                    <m:r>
                      <a:rPr lang="en-US" i="0" dirty="0" smtClean="0">
                        <a:latin typeface="Cambria Math" panose="02040503050406030204" pitchFamily="18" charset="0"/>
                      </a:rPr>
                      <m:t>=</m:t>
                    </m:r>
                    <m:r>
                      <m:rPr>
                        <m:sty m:val="p"/>
                      </m:rPr>
                      <a:rPr lang="en-US" i="0" dirty="0" smtClean="0">
                        <a:latin typeface="Cambria Math" panose="02040503050406030204" pitchFamily="18" charset="0"/>
                      </a:rPr>
                      <m:t>X</m:t>
                    </m:r>
                    <m:r>
                      <a:rPr lang="en-US" b="0" i="1" dirty="0" smtClean="0">
                        <a:latin typeface="Cambria Math" panose="02040503050406030204" pitchFamily="18" charset="0"/>
                      </a:rPr>
                      <m:t>∪</m:t>
                    </m:r>
                    <m:r>
                      <m:rPr>
                        <m:sty m:val="p"/>
                      </m:rPr>
                      <a:rPr lang="en-US" i="0" dirty="0" smtClean="0">
                        <a:latin typeface="Cambria Math" panose="02040503050406030204" pitchFamily="18" charset="0"/>
                      </a:rPr>
                      <m:t>Y</m:t>
                    </m:r>
                  </m:oMath>
                </a14:m>
                <a:r>
                  <a:rPr lang="en-US" dirty="0"/>
                  <a:t>. Then</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G</m:t>
                    </m:r>
                  </m:oMath>
                </a14:m>
                <a:r>
                  <a:rPr lang="en-US" dirty="0"/>
                  <a:t> contains a matching that </a:t>
                </a:r>
                <a:r>
                  <a:rPr lang="en-US" dirty="0">
                    <a:solidFill>
                      <a:srgbClr val="FF0000"/>
                    </a:solidFill>
                  </a:rPr>
                  <a:t>saturates</a:t>
                </a:r>
                <a:r>
                  <a:rPr lang="en-US" dirty="0"/>
                  <a:t> every vertex of</a:t>
                </a:r>
                <a14:m>
                  <m:oMath xmlns:m="http://schemas.openxmlformats.org/officeDocument/2006/math">
                    <m:r>
                      <a:rPr lang="en-US" i="1" dirty="0" smtClean="0">
                        <a:latin typeface="Cambria Math" panose="02040503050406030204" pitchFamily="18" charset="0"/>
                      </a:rPr>
                      <m:t> </m:t>
                    </m:r>
                    <m:r>
                      <m:rPr>
                        <m:sty m:val="p"/>
                      </m:rPr>
                      <a:rPr lang="en-US" i="0" dirty="0" smtClean="0">
                        <a:latin typeface="Cambria Math" panose="02040503050406030204" pitchFamily="18" charset="0"/>
                      </a:rPr>
                      <m:t>X</m:t>
                    </m:r>
                  </m:oMath>
                </a14:m>
                <a:r>
                  <a:rPr lang="en-US" dirty="0"/>
                  <a:t> if and only if:</a:t>
                </a:r>
                <a14:m>
                  <m:oMath xmlns:m="http://schemas.openxmlformats.org/officeDocument/2006/math">
                    <m:r>
                      <a:rPr lang="en-US" b="0" i="0" dirty="0" smtClean="0">
                        <a:latin typeface="Cambria Math" panose="02040503050406030204" pitchFamily="18" charset="0"/>
                      </a:rPr>
                      <m:t> </m:t>
                    </m:r>
                    <m:d>
                      <m:dPr>
                        <m:begChr m:val="|"/>
                        <m:endChr m:val="|"/>
                        <m:ctrlPr>
                          <a:rPr lang="en-US" b="0" i="1" dirty="0" smtClean="0">
                            <a:latin typeface="Cambria Math" panose="02040503050406030204" pitchFamily="18" charset="0"/>
                          </a:rPr>
                        </m:ctrlPr>
                      </m:dPr>
                      <m:e>
                        <m:r>
                          <m:rPr>
                            <m:sty m:val="p"/>
                          </m:rPr>
                          <a:rPr lang="en-US" b="0" i="0" dirty="0" smtClean="0">
                            <a:latin typeface="Cambria Math" panose="02040503050406030204" pitchFamily="18" charset="0"/>
                          </a:rPr>
                          <m:t>N</m:t>
                        </m:r>
                        <m:d>
                          <m:dPr>
                            <m:ctrlPr>
                              <a:rPr lang="en-US" b="0" i="1" dirty="0" smtClean="0">
                                <a:latin typeface="Cambria Math" panose="02040503050406030204" pitchFamily="18" charset="0"/>
                              </a:rPr>
                            </m:ctrlPr>
                          </m:dPr>
                          <m:e>
                            <m:r>
                              <m:rPr>
                                <m:sty m:val="p"/>
                              </m:rPr>
                              <a:rPr lang="en-US" b="0" i="0" dirty="0" smtClean="0">
                                <a:latin typeface="Cambria Math" panose="02040503050406030204" pitchFamily="18" charset="0"/>
                              </a:rPr>
                              <m:t>S</m:t>
                            </m:r>
                          </m:e>
                        </m:d>
                      </m:e>
                    </m:d>
                    <m:r>
                      <a:rPr lang="en-US" i="0" dirty="0">
                        <a:latin typeface="Cambria Math" panose="02040503050406030204" pitchFamily="18" charset="0"/>
                      </a:rPr>
                      <m:t>≥</m:t>
                    </m:r>
                    <m:d>
                      <m:dPr>
                        <m:begChr m:val="|"/>
                        <m:endChr m:val="|"/>
                        <m:ctrlPr>
                          <a:rPr lang="en-US" b="0" i="1" dirty="0" smtClean="0">
                            <a:latin typeface="Cambria Math" panose="02040503050406030204" pitchFamily="18" charset="0"/>
                          </a:rPr>
                        </m:ctrlPr>
                      </m:dPr>
                      <m:e>
                        <m:r>
                          <m:rPr>
                            <m:sty m:val="p"/>
                          </m:rPr>
                          <a:rPr lang="en-US" b="0" i="0" dirty="0" smtClean="0">
                            <a:latin typeface="Cambria Math" panose="02040503050406030204" pitchFamily="18" charset="0"/>
                          </a:rPr>
                          <m:t>S</m:t>
                        </m:r>
                      </m:e>
                    </m:d>
                  </m:oMath>
                </a14:m>
                <a:r>
                  <a:rPr lang="en-US" dirty="0"/>
                  <a:t> for every subset</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S</m:t>
                    </m:r>
                    <m:r>
                      <a:rPr lang="en-US" i="0" dirty="0" smtClean="0">
                        <a:latin typeface="Cambria Math" panose="02040503050406030204" pitchFamily="18" charset="0"/>
                      </a:rPr>
                      <m:t>⊆</m:t>
                    </m:r>
                    <m:r>
                      <m:rPr>
                        <m:sty m:val="p"/>
                      </m:rPr>
                      <a:rPr lang="en-US" i="0" dirty="0" smtClean="0">
                        <a:latin typeface="Cambria Math" panose="02040503050406030204" pitchFamily="18" charset="0"/>
                      </a:rPr>
                      <m:t>X</m:t>
                    </m:r>
                  </m:oMath>
                </a14:m>
                <a:r>
                  <a:rPr lang="en-US"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863445"/>
                <a:ext cx="11929641" cy="1890556"/>
              </a:xfrm>
              <a:blipFill rotWithShape="0">
                <a:blip r:embed="rId2"/>
                <a:stretch>
                  <a:fillRect l="-1074" r="-10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551000" y="2922124"/>
                <a:ext cx="8775000" cy="1384995"/>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r>
                  <a:rPr lang="en-US" sz="2800" dirty="0">
                    <a:solidFill>
                      <a:srgbClr val="002060"/>
                    </a:solidFill>
                    <a:latin typeface="Cambria Math" panose="02040503050406030204" pitchFamily="18" charset="0"/>
                  </a:rPr>
                  <a:t>” </a:t>
                </a:r>
                <a14:m>
                  <m:oMath xmlns:m="http://schemas.openxmlformats.org/officeDocument/2006/math">
                    <m:r>
                      <m:rPr>
                        <m:sty m:val="p"/>
                      </m:rPr>
                      <a:rPr lang="en-US" sz="2800" dirty="0">
                        <a:solidFill>
                          <a:srgbClr val="002060"/>
                        </a:solidFill>
                        <a:latin typeface="Cambria Math" panose="02040503050406030204" pitchFamily="18" charset="0"/>
                      </a:rPr>
                      <m:t>G</m:t>
                    </m:r>
                  </m:oMath>
                </a14:m>
                <a:r>
                  <a:rPr lang="en-US" sz="2800" dirty="0">
                    <a:solidFill>
                      <a:srgbClr val="002060"/>
                    </a:solidFill>
                    <a:latin typeface="Cambria Math" panose="02040503050406030204" pitchFamily="18" charset="0"/>
                  </a:rPr>
                  <a:t> contains a matching that saturates every vertex of</a:t>
                </a:r>
                <a14:m>
                  <m:oMath xmlns:m="http://schemas.openxmlformats.org/officeDocument/2006/math">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X</m:t>
                    </m:r>
                  </m:oMath>
                </a14:m>
                <a:r>
                  <a:rPr lang="en-US" sz="2800" dirty="0">
                    <a:solidFill>
                      <a:srgbClr val="002060"/>
                    </a:solidFill>
                    <a:latin typeface="Cambria Math" panose="02040503050406030204" pitchFamily="18" charset="0"/>
                  </a:rPr>
                  <a:t> ”</a:t>
                </a:r>
              </a:p>
              <a:p>
                <a:pPr algn="ctr"/>
                <a:r>
                  <a:rPr lang="en-US" sz="2800" dirty="0">
                    <a:solidFill>
                      <a:srgbClr val="002060"/>
                    </a:solidFill>
                    <a:latin typeface="Cambria Math" panose="02040503050406030204" pitchFamily="18" charset="0"/>
                  </a:rPr>
                  <a:t>Meaning: </a:t>
                </a:r>
                <a:r>
                  <a:rPr lang="en-US" sz="2800" dirty="0">
                    <a:solidFill>
                      <a:srgbClr val="FF0000"/>
                    </a:solidFill>
                  </a:rPr>
                  <a:t>every vertex in the set</a:t>
                </a:r>
                <a14:m>
                  <m:oMath xmlns:m="http://schemas.openxmlformats.org/officeDocument/2006/math">
                    <m:r>
                      <a:rPr lang="en-US" sz="2800" i="0" dirty="0" smtClean="0">
                        <a:solidFill>
                          <a:srgbClr val="FF0000"/>
                        </a:solidFill>
                        <a:latin typeface="Cambria Math" panose="02040503050406030204" pitchFamily="18" charset="0"/>
                      </a:rPr>
                      <m:t> </m:t>
                    </m:r>
                    <m:r>
                      <m:rPr>
                        <m:sty m:val="p"/>
                      </m:rPr>
                      <a:rPr lang="en-US" sz="2800" i="0" dirty="0" smtClean="0">
                        <a:solidFill>
                          <a:srgbClr val="FF0000"/>
                        </a:solidFill>
                        <a:latin typeface="Cambria Math" panose="02040503050406030204" pitchFamily="18" charset="0"/>
                      </a:rPr>
                      <m:t>X</m:t>
                    </m:r>
                  </m:oMath>
                </a14:m>
                <a:r>
                  <a:rPr lang="en-US" sz="2800" dirty="0">
                    <a:solidFill>
                      <a:srgbClr val="FF0000"/>
                    </a:solidFill>
                  </a:rPr>
                  <a:t> is matched with exactly one vertex in the other partite set.</a:t>
                </a:r>
                <a:endParaRPr lang="en-US" sz="2800" dirty="0">
                  <a:solidFill>
                    <a:srgbClr val="FF0000"/>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551000" y="2922124"/>
                <a:ext cx="8775000" cy="1384995"/>
              </a:xfrm>
              <a:prstGeom prst="rect">
                <a:avLst/>
              </a:prstGeom>
              <a:blipFill rotWithShape="0">
                <a:blip r:embed="rId3"/>
                <a:stretch>
                  <a:fillRect l="-1318" t="-3913" r="-555" b="-108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3175467" y="4475242"/>
                <a:ext cx="5526065" cy="954107"/>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pPr algn="ctr"/>
                <a14:m>
                  <m:oMath xmlns:m="http://schemas.openxmlformats.org/officeDocument/2006/math">
                    <m:d>
                      <m:dPr>
                        <m:begChr m:val="|"/>
                        <m:endChr m:val="|"/>
                        <m:ctrlPr>
                          <a:rPr lang="en-US" sz="2800" i="1" dirty="0">
                            <a:solidFill>
                              <a:srgbClr val="002060"/>
                            </a:solidFill>
                            <a:latin typeface="Cambria Math" panose="02040503050406030204" pitchFamily="18" charset="0"/>
                          </a:rPr>
                        </m:ctrlPr>
                      </m:dPr>
                      <m:e>
                        <m:r>
                          <m:rPr>
                            <m:sty m:val="p"/>
                          </m:rPr>
                          <a:rPr lang="en-US" sz="2800" dirty="0">
                            <a:solidFill>
                              <a:srgbClr val="002060"/>
                            </a:solidFill>
                            <a:latin typeface="Cambria Math" panose="02040503050406030204" pitchFamily="18" charset="0"/>
                          </a:rPr>
                          <m:t>N</m:t>
                        </m:r>
                        <m:d>
                          <m:dPr>
                            <m:ctrlPr>
                              <a:rPr lang="en-US" sz="2800" i="1" dirty="0">
                                <a:solidFill>
                                  <a:srgbClr val="002060"/>
                                </a:solidFill>
                                <a:latin typeface="Cambria Math" panose="02040503050406030204" pitchFamily="18" charset="0"/>
                              </a:rPr>
                            </m:ctrlPr>
                          </m:dPr>
                          <m:e>
                            <m:r>
                              <m:rPr>
                                <m:sty m:val="p"/>
                              </m:rPr>
                              <a:rPr lang="en-US" sz="2800" dirty="0">
                                <a:solidFill>
                                  <a:srgbClr val="002060"/>
                                </a:solidFill>
                                <a:latin typeface="Cambria Math" panose="02040503050406030204" pitchFamily="18" charset="0"/>
                              </a:rPr>
                              <m:t>S</m:t>
                            </m:r>
                          </m:e>
                        </m:d>
                      </m:e>
                    </m:d>
                    <m:r>
                      <a:rPr lang="en-US" sz="2800" dirty="0">
                        <a:solidFill>
                          <a:srgbClr val="002060"/>
                        </a:solidFill>
                        <a:latin typeface="Cambria Math" panose="02040503050406030204" pitchFamily="18" charset="0"/>
                      </a:rPr>
                      <m:t>≥</m:t>
                    </m:r>
                    <m:d>
                      <m:dPr>
                        <m:begChr m:val="|"/>
                        <m:endChr m:val="|"/>
                        <m:ctrlPr>
                          <a:rPr lang="en-US" sz="2800" i="1" dirty="0">
                            <a:solidFill>
                              <a:srgbClr val="002060"/>
                            </a:solidFill>
                            <a:latin typeface="Cambria Math" panose="02040503050406030204" pitchFamily="18" charset="0"/>
                          </a:rPr>
                        </m:ctrlPr>
                      </m:dPr>
                      <m:e>
                        <m:r>
                          <m:rPr>
                            <m:sty m:val="p"/>
                          </m:rPr>
                          <a:rPr lang="en-US" sz="2800" dirty="0">
                            <a:solidFill>
                              <a:srgbClr val="002060"/>
                            </a:solidFill>
                            <a:latin typeface="Cambria Math" panose="02040503050406030204" pitchFamily="18" charset="0"/>
                          </a:rPr>
                          <m:t>S</m:t>
                        </m:r>
                      </m:e>
                    </m:d>
                  </m:oMath>
                </a14:m>
                <a:r>
                  <a:rPr lang="en-US" sz="2800" dirty="0">
                    <a:solidFill>
                      <a:srgbClr val="002060"/>
                    </a:solidFill>
                    <a:latin typeface="Cambria Math" panose="02040503050406030204" pitchFamily="18" charset="0"/>
                  </a:rPr>
                  <a:t> for every subset</a:t>
                </a:r>
                <a14:m>
                  <m:oMath xmlns:m="http://schemas.openxmlformats.org/officeDocument/2006/math">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S</m:t>
                    </m:r>
                    <m:r>
                      <a:rPr lang="en-US" sz="2800" dirty="0">
                        <a:solidFill>
                          <a:srgbClr val="002060"/>
                        </a:solidFill>
                        <a:latin typeface="Cambria Math" panose="02040503050406030204" pitchFamily="18" charset="0"/>
                      </a:rPr>
                      <m:t>⊆</m:t>
                    </m:r>
                    <m:r>
                      <m:rPr>
                        <m:sty m:val="p"/>
                      </m:rPr>
                      <a:rPr lang="en-US" sz="2800" dirty="0">
                        <a:solidFill>
                          <a:srgbClr val="002060"/>
                        </a:solidFill>
                        <a:latin typeface="Cambria Math" panose="02040503050406030204" pitchFamily="18" charset="0"/>
                      </a:rPr>
                      <m:t>X</m:t>
                    </m:r>
                  </m:oMath>
                </a14:m>
                <a:r>
                  <a:rPr lang="en-US" sz="2800" dirty="0">
                    <a:solidFill>
                      <a:srgbClr val="002060"/>
                    </a:solidFill>
                    <a:latin typeface="Cambria Math" panose="02040503050406030204" pitchFamily="18" charset="0"/>
                  </a:rPr>
                  <a:t>. is Known as </a:t>
                </a:r>
                <a:r>
                  <a:rPr lang="en-US" sz="2800" dirty="0">
                    <a:solidFill>
                      <a:srgbClr val="FF0000"/>
                    </a:solidFill>
                    <a:latin typeface="Cambria Math" panose="02040503050406030204" pitchFamily="18" charset="0"/>
                  </a:rPr>
                  <a:t>Hall’s condition</a:t>
                </a:r>
                <a:r>
                  <a:rPr lang="en-US" sz="2800" dirty="0">
                    <a:solidFill>
                      <a:srgbClr val="002060"/>
                    </a:solidFill>
                    <a:latin typeface="Cambria Math" panose="02040503050406030204" pitchFamily="18" charset="0"/>
                  </a:rPr>
                  <a:t>.</a:t>
                </a:r>
              </a:p>
            </p:txBody>
          </p:sp>
        </mc:Choice>
        <mc:Fallback xmlns="">
          <p:sp>
            <p:nvSpPr>
              <p:cNvPr id="6" name="Rectangle 5"/>
              <p:cNvSpPr>
                <a:spLocks noRot="1" noChangeAspect="1" noMove="1" noResize="1" noEditPoints="1" noAdjustHandles="1" noChangeArrowheads="1" noChangeShapeType="1" noTextEdit="1"/>
              </p:cNvSpPr>
              <p:nvPr/>
            </p:nvSpPr>
            <p:spPr>
              <a:xfrm>
                <a:off x="3175467" y="4475242"/>
                <a:ext cx="5526065" cy="954107"/>
              </a:xfrm>
              <a:prstGeom prst="rect">
                <a:avLst/>
              </a:prstGeom>
              <a:blipFill rotWithShape="0">
                <a:blip r:embed="rId4"/>
                <a:stretch>
                  <a:fillRect t="-5660" r="-3304" b="-15723"/>
                </a:stretch>
              </a:blipFill>
            </p:spPr>
            <p:txBody>
              <a:bodyPr/>
              <a:lstStyle/>
              <a:p>
                <a:r>
                  <a:rPr lang="en-US">
                    <a:noFill/>
                  </a:rPr>
                  <a:t> </a:t>
                </a:r>
              </a:p>
            </p:txBody>
          </p:sp>
        </mc:Fallback>
      </mc:AlternateContent>
    </p:spTree>
    <p:extLst>
      <p:ext uri="{BB962C8B-B14F-4D97-AF65-F5344CB8AC3E}">
        <p14:creationId xmlns:p14="http://schemas.microsoft.com/office/powerpoint/2010/main" val="47739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Illustration: Hall’s condition </a:t>
            </a:r>
          </a:p>
        </p:txBody>
      </p:sp>
      <p:sp>
        <p:nvSpPr>
          <p:cNvPr id="4" name="Oval 3">
            <a:extLst>
              <a:ext uri="{FF2B5EF4-FFF2-40B4-BE49-F238E27FC236}">
                <a16:creationId xmlns:a16="http://schemas.microsoft.com/office/drawing/2014/main" id="{BDD11F87-DA81-9510-C1CB-0AF4093562CB}"/>
              </a:ext>
            </a:extLst>
          </p:cNvPr>
          <p:cNvSpPr/>
          <p:nvPr/>
        </p:nvSpPr>
        <p:spPr>
          <a:xfrm rot="5400000">
            <a:off x="6613315" y="1494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 name="Oval 4">
            <a:extLst>
              <a:ext uri="{FF2B5EF4-FFF2-40B4-BE49-F238E27FC236}">
                <a16:creationId xmlns:a16="http://schemas.microsoft.com/office/drawing/2014/main" id="{BDD11F87-DA81-9510-C1CB-0AF4093562CB}"/>
              </a:ext>
            </a:extLst>
          </p:cNvPr>
          <p:cNvSpPr/>
          <p:nvPr/>
        </p:nvSpPr>
        <p:spPr>
          <a:xfrm rot="5400000">
            <a:off x="7314610" y="1494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8052502" y="1494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8790394" y="1494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9487140" y="1494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BDD11F87-DA81-9510-C1CB-0AF4093562CB}"/>
              </a:ext>
            </a:extLst>
          </p:cNvPr>
          <p:cNvSpPr/>
          <p:nvPr/>
        </p:nvSpPr>
        <p:spPr>
          <a:xfrm rot="5400000">
            <a:off x="10257992" y="1494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Rectangle 9"/>
          <p:cNvSpPr/>
          <p:nvPr/>
        </p:nvSpPr>
        <p:spPr>
          <a:xfrm>
            <a:off x="6512562" y="1014040"/>
            <a:ext cx="380232" cy="523220"/>
          </a:xfrm>
          <a:prstGeom prst="rect">
            <a:avLst/>
          </a:prstGeom>
        </p:spPr>
        <p:txBody>
          <a:bodyPr wrap="none">
            <a:spAutoFit/>
          </a:bodyPr>
          <a:lstStyle/>
          <a:p>
            <a:r>
              <a:rPr lang="en-US" sz="2800" dirty="0">
                <a:solidFill>
                  <a:srgbClr val="002060"/>
                </a:solidFill>
              </a:rPr>
              <a:t>B</a:t>
            </a:r>
          </a:p>
        </p:txBody>
      </p:sp>
      <p:sp>
        <p:nvSpPr>
          <p:cNvPr id="11" name="Rectangle 10"/>
          <p:cNvSpPr/>
          <p:nvPr/>
        </p:nvSpPr>
        <p:spPr>
          <a:xfrm>
            <a:off x="7112336" y="1014040"/>
            <a:ext cx="389850" cy="523220"/>
          </a:xfrm>
          <a:prstGeom prst="rect">
            <a:avLst/>
          </a:prstGeom>
        </p:spPr>
        <p:txBody>
          <a:bodyPr wrap="none">
            <a:spAutoFit/>
          </a:bodyPr>
          <a:lstStyle/>
          <a:p>
            <a:r>
              <a:rPr lang="en-US" sz="2800" dirty="0">
                <a:solidFill>
                  <a:srgbClr val="002060"/>
                </a:solidFill>
              </a:rPr>
              <a:t>D</a:t>
            </a:r>
          </a:p>
        </p:txBody>
      </p:sp>
      <p:sp>
        <p:nvSpPr>
          <p:cNvPr id="12" name="Rectangle 11"/>
          <p:cNvSpPr/>
          <p:nvPr/>
        </p:nvSpPr>
        <p:spPr>
          <a:xfrm>
            <a:off x="7850228" y="1014040"/>
            <a:ext cx="357790" cy="523220"/>
          </a:xfrm>
          <a:prstGeom prst="rect">
            <a:avLst/>
          </a:prstGeom>
        </p:spPr>
        <p:txBody>
          <a:bodyPr wrap="none">
            <a:spAutoFit/>
          </a:bodyPr>
          <a:lstStyle/>
          <a:p>
            <a:r>
              <a:rPr lang="en-US" sz="2800" dirty="0">
                <a:solidFill>
                  <a:srgbClr val="002060"/>
                </a:solidFill>
              </a:rPr>
              <a:t>F</a:t>
            </a:r>
          </a:p>
        </p:txBody>
      </p:sp>
      <p:sp>
        <p:nvSpPr>
          <p:cNvPr id="13" name="Rectangle 12"/>
          <p:cNvSpPr/>
          <p:nvPr/>
        </p:nvSpPr>
        <p:spPr>
          <a:xfrm>
            <a:off x="8700162" y="1004515"/>
            <a:ext cx="357790" cy="523220"/>
          </a:xfrm>
          <a:prstGeom prst="rect">
            <a:avLst/>
          </a:prstGeom>
        </p:spPr>
        <p:txBody>
          <a:bodyPr wrap="none">
            <a:spAutoFit/>
          </a:bodyPr>
          <a:lstStyle/>
          <a:p>
            <a:r>
              <a:rPr lang="en-US" sz="2800" dirty="0">
                <a:solidFill>
                  <a:srgbClr val="002060"/>
                </a:solidFill>
              </a:rPr>
              <a:t>J</a:t>
            </a:r>
          </a:p>
        </p:txBody>
      </p:sp>
      <p:sp>
        <p:nvSpPr>
          <p:cNvPr id="14" name="Rectangle 13"/>
          <p:cNvSpPr/>
          <p:nvPr/>
        </p:nvSpPr>
        <p:spPr>
          <a:xfrm>
            <a:off x="9411751" y="1014040"/>
            <a:ext cx="380232" cy="523220"/>
          </a:xfrm>
          <a:prstGeom prst="rect">
            <a:avLst/>
          </a:prstGeom>
        </p:spPr>
        <p:txBody>
          <a:bodyPr wrap="none">
            <a:spAutoFit/>
          </a:bodyPr>
          <a:lstStyle/>
          <a:p>
            <a:r>
              <a:rPr lang="en-US" sz="2800" dirty="0">
                <a:solidFill>
                  <a:srgbClr val="002060"/>
                </a:solidFill>
              </a:rPr>
              <a:t>K</a:t>
            </a:r>
          </a:p>
        </p:txBody>
      </p:sp>
      <p:sp>
        <p:nvSpPr>
          <p:cNvPr id="15" name="Rectangle 14"/>
          <p:cNvSpPr/>
          <p:nvPr/>
        </p:nvSpPr>
        <p:spPr>
          <a:xfrm>
            <a:off x="10171419" y="1004515"/>
            <a:ext cx="356188" cy="523220"/>
          </a:xfrm>
          <a:prstGeom prst="rect">
            <a:avLst/>
          </a:prstGeom>
        </p:spPr>
        <p:txBody>
          <a:bodyPr wrap="none">
            <a:spAutoFit/>
          </a:bodyPr>
          <a:lstStyle/>
          <a:p>
            <a:r>
              <a:rPr lang="en-US" sz="2800" dirty="0">
                <a:solidFill>
                  <a:srgbClr val="002060"/>
                </a:solidFill>
              </a:rPr>
              <a:t>L</a:t>
            </a:r>
          </a:p>
        </p:txBody>
      </p:sp>
      <p:sp>
        <p:nvSpPr>
          <p:cNvPr id="16" name="Oval 15">
            <a:extLst>
              <a:ext uri="{FF2B5EF4-FFF2-40B4-BE49-F238E27FC236}">
                <a16:creationId xmlns:a16="http://schemas.microsoft.com/office/drawing/2014/main" id="{BDD11F87-DA81-9510-C1CB-0AF4093562CB}"/>
              </a:ext>
            </a:extLst>
          </p:cNvPr>
          <p:cNvSpPr/>
          <p:nvPr/>
        </p:nvSpPr>
        <p:spPr>
          <a:xfrm rot="5400000">
            <a:off x="6835481" y="3792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BDD11F87-DA81-9510-C1CB-0AF4093562CB}"/>
              </a:ext>
            </a:extLst>
          </p:cNvPr>
          <p:cNvSpPr/>
          <p:nvPr/>
        </p:nvSpPr>
        <p:spPr>
          <a:xfrm rot="5400000">
            <a:off x="7536776" y="3792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 name="Oval 17">
            <a:extLst>
              <a:ext uri="{FF2B5EF4-FFF2-40B4-BE49-F238E27FC236}">
                <a16:creationId xmlns:a16="http://schemas.microsoft.com/office/drawing/2014/main" id="{BDD11F87-DA81-9510-C1CB-0AF4093562CB}"/>
              </a:ext>
            </a:extLst>
          </p:cNvPr>
          <p:cNvSpPr/>
          <p:nvPr/>
        </p:nvSpPr>
        <p:spPr>
          <a:xfrm rot="5400000">
            <a:off x="8274668" y="3792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9012560" y="3792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9709306" y="3792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1" name="Oval 20">
            <a:extLst>
              <a:ext uri="{FF2B5EF4-FFF2-40B4-BE49-F238E27FC236}">
                <a16:creationId xmlns:a16="http://schemas.microsoft.com/office/drawing/2014/main" id="{BDD11F87-DA81-9510-C1CB-0AF4093562CB}"/>
              </a:ext>
            </a:extLst>
          </p:cNvPr>
          <p:cNvSpPr/>
          <p:nvPr/>
        </p:nvSpPr>
        <p:spPr>
          <a:xfrm rot="5400000">
            <a:off x="10480158" y="3792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 name="Oval 21">
            <a:extLst>
              <a:ext uri="{FF2B5EF4-FFF2-40B4-BE49-F238E27FC236}">
                <a16:creationId xmlns:a16="http://schemas.microsoft.com/office/drawing/2014/main" id="{BDD11F87-DA81-9510-C1CB-0AF4093562CB}"/>
              </a:ext>
            </a:extLst>
          </p:cNvPr>
          <p:cNvSpPr/>
          <p:nvPr/>
        </p:nvSpPr>
        <p:spPr>
          <a:xfrm rot="5400000">
            <a:off x="11179010" y="3792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3" name="Rectangle 22"/>
          <p:cNvSpPr/>
          <p:nvPr/>
        </p:nvSpPr>
        <p:spPr>
          <a:xfrm>
            <a:off x="6635967" y="3936289"/>
            <a:ext cx="356188" cy="523220"/>
          </a:xfrm>
          <a:prstGeom prst="rect">
            <a:avLst/>
          </a:prstGeom>
        </p:spPr>
        <p:txBody>
          <a:bodyPr wrap="none">
            <a:spAutoFit/>
          </a:bodyPr>
          <a:lstStyle/>
          <a:p>
            <a:r>
              <a:rPr lang="en-US" sz="2800" dirty="0">
                <a:solidFill>
                  <a:srgbClr val="002060"/>
                </a:solidFill>
              </a:rPr>
              <a:t>a</a:t>
            </a:r>
          </a:p>
        </p:txBody>
      </p:sp>
      <p:sp>
        <p:nvSpPr>
          <p:cNvPr id="24" name="Rectangle 23"/>
          <p:cNvSpPr/>
          <p:nvPr/>
        </p:nvSpPr>
        <p:spPr>
          <a:xfrm>
            <a:off x="7351469" y="3936289"/>
            <a:ext cx="360996" cy="523220"/>
          </a:xfrm>
          <a:prstGeom prst="rect">
            <a:avLst/>
          </a:prstGeom>
        </p:spPr>
        <p:txBody>
          <a:bodyPr wrap="none">
            <a:spAutoFit/>
          </a:bodyPr>
          <a:lstStyle/>
          <a:p>
            <a:r>
              <a:rPr lang="en-US" sz="2800" dirty="0">
                <a:solidFill>
                  <a:srgbClr val="002060"/>
                </a:solidFill>
              </a:rPr>
              <a:t>c</a:t>
            </a:r>
          </a:p>
        </p:txBody>
      </p:sp>
      <p:sp>
        <p:nvSpPr>
          <p:cNvPr id="25" name="Rectangle 24"/>
          <p:cNvSpPr/>
          <p:nvPr/>
        </p:nvSpPr>
        <p:spPr>
          <a:xfrm>
            <a:off x="8089361" y="3936289"/>
            <a:ext cx="352982" cy="523220"/>
          </a:xfrm>
          <a:prstGeom prst="rect">
            <a:avLst/>
          </a:prstGeom>
        </p:spPr>
        <p:txBody>
          <a:bodyPr wrap="none">
            <a:spAutoFit/>
          </a:bodyPr>
          <a:lstStyle/>
          <a:p>
            <a:r>
              <a:rPr lang="en-US" sz="2800" dirty="0">
                <a:solidFill>
                  <a:srgbClr val="002060"/>
                </a:solidFill>
              </a:rPr>
              <a:t>e</a:t>
            </a:r>
          </a:p>
        </p:txBody>
      </p:sp>
      <p:sp>
        <p:nvSpPr>
          <p:cNvPr id="26" name="Rectangle 25"/>
          <p:cNvSpPr/>
          <p:nvPr/>
        </p:nvSpPr>
        <p:spPr>
          <a:xfrm>
            <a:off x="8844045" y="3936289"/>
            <a:ext cx="360996" cy="523220"/>
          </a:xfrm>
          <a:prstGeom prst="rect">
            <a:avLst/>
          </a:prstGeom>
        </p:spPr>
        <p:txBody>
          <a:bodyPr wrap="none">
            <a:spAutoFit/>
          </a:bodyPr>
          <a:lstStyle/>
          <a:p>
            <a:r>
              <a:rPr lang="en-US" sz="2800" dirty="0">
                <a:solidFill>
                  <a:srgbClr val="002060"/>
                </a:solidFill>
              </a:rPr>
              <a:t>p</a:t>
            </a:r>
          </a:p>
        </p:txBody>
      </p:sp>
      <p:sp>
        <p:nvSpPr>
          <p:cNvPr id="27" name="Rectangle 26"/>
          <p:cNvSpPr/>
          <p:nvPr/>
        </p:nvSpPr>
        <p:spPr>
          <a:xfrm>
            <a:off x="9517534" y="3936289"/>
            <a:ext cx="293670" cy="523220"/>
          </a:xfrm>
          <a:prstGeom prst="rect">
            <a:avLst/>
          </a:prstGeom>
        </p:spPr>
        <p:txBody>
          <a:bodyPr wrap="none">
            <a:spAutoFit/>
          </a:bodyPr>
          <a:lstStyle/>
          <a:p>
            <a:r>
              <a:rPr lang="en-US" sz="2800" dirty="0">
                <a:solidFill>
                  <a:srgbClr val="002060"/>
                </a:solidFill>
              </a:rPr>
              <a:t>r</a:t>
            </a:r>
          </a:p>
        </p:txBody>
      </p:sp>
      <p:sp>
        <p:nvSpPr>
          <p:cNvPr id="28" name="Rectangle 27"/>
          <p:cNvSpPr/>
          <p:nvPr/>
        </p:nvSpPr>
        <p:spPr>
          <a:xfrm>
            <a:off x="10981892" y="3936289"/>
            <a:ext cx="290464" cy="523220"/>
          </a:xfrm>
          <a:prstGeom prst="rect">
            <a:avLst/>
          </a:prstGeom>
        </p:spPr>
        <p:txBody>
          <a:bodyPr wrap="none">
            <a:spAutoFit/>
          </a:bodyPr>
          <a:lstStyle/>
          <a:p>
            <a:r>
              <a:rPr lang="en-US" sz="2800" dirty="0">
                <a:solidFill>
                  <a:srgbClr val="002060"/>
                </a:solidFill>
              </a:rPr>
              <a:t>t</a:t>
            </a:r>
          </a:p>
        </p:txBody>
      </p:sp>
      <p:sp>
        <p:nvSpPr>
          <p:cNvPr id="29" name="Rectangle 28"/>
          <p:cNvSpPr/>
          <p:nvPr/>
        </p:nvSpPr>
        <p:spPr>
          <a:xfrm>
            <a:off x="10258152" y="3936289"/>
            <a:ext cx="348172" cy="523220"/>
          </a:xfrm>
          <a:prstGeom prst="rect">
            <a:avLst/>
          </a:prstGeom>
        </p:spPr>
        <p:txBody>
          <a:bodyPr wrap="none">
            <a:spAutoFit/>
          </a:bodyPr>
          <a:lstStyle/>
          <a:p>
            <a:r>
              <a:rPr lang="en-US" sz="2800" dirty="0">
                <a:solidFill>
                  <a:srgbClr val="002060"/>
                </a:solidFill>
              </a:rPr>
              <a:t>s</a:t>
            </a:r>
          </a:p>
        </p:txBody>
      </p:sp>
      <p:sp>
        <p:nvSpPr>
          <p:cNvPr id="30" name="Rectangle 29"/>
          <p:cNvSpPr/>
          <p:nvPr/>
        </p:nvSpPr>
        <p:spPr>
          <a:xfrm>
            <a:off x="11095344" y="1014040"/>
            <a:ext cx="455574" cy="523220"/>
          </a:xfrm>
          <a:prstGeom prst="rect">
            <a:avLst/>
          </a:prstGeom>
        </p:spPr>
        <p:txBody>
          <a:bodyPr wrap="none">
            <a:spAutoFit/>
          </a:bodyPr>
          <a:lstStyle/>
          <a:p>
            <a:r>
              <a:rPr lang="en-US" sz="2800" dirty="0">
                <a:solidFill>
                  <a:srgbClr val="002060"/>
                </a:solidFill>
              </a:rPr>
              <a:t>M</a:t>
            </a:r>
          </a:p>
        </p:txBody>
      </p:sp>
      <p:sp>
        <p:nvSpPr>
          <p:cNvPr id="31" name="Oval 30">
            <a:extLst>
              <a:ext uri="{FF2B5EF4-FFF2-40B4-BE49-F238E27FC236}">
                <a16:creationId xmlns:a16="http://schemas.microsoft.com/office/drawing/2014/main" id="{BDD11F87-DA81-9510-C1CB-0AF4093562CB}"/>
              </a:ext>
            </a:extLst>
          </p:cNvPr>
          <p:cNvSpPr/>
          <p:nvPr/>
        </p:nvSpPr>
        <p:spPr>
          <a:xfrm rot="5400000">
            <a:off x="11172392" y="150352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2" name="Straight Connector 31">
            <a:extLst>
              <a:ext uri="{FF2B5EF4-FFF2-40B4-BE49-F238E27FC236}">
                <a16:creationId xmlns:a16="http://schemas.microsoft.com/office/drawing/2014/main" id="{6205DD86-315C-53B6-CEEF-A9919650168E}"/>
              </a:ext>
            </a:extLst>
          </p:cNvPr>
          <p:cNvCxnSpPr>
            <a:cxnSpLocks/>
            <a:stCxn id="4" idx="7"/>
            <a:endCxn id="17" idx="3"/>
          </p:cNvCxnSpPr>
          <p:nvPr/>
        </p:nvCxnSpPr>
        <p:spPr>
          <a:xfrm>
            <a:off x="6736227" y="1616916"/>
            <a:ext cx="821637"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6205DD86-315C-53B6-CEEF-A9919650168E}"/>
              </a:ext>
            </a:extLst>
          </p:cNvPr>
          <p:cNvCxnSpPr>
            <a:cxnSpLocks/>
            <a:stCxn id="4" idx="7"/>
            <a:endCxn id="18" idx="3"/>
          </p:cNvCxnSpPr>
          <p:nvPr/>
        </p:nvCxnSpPr>
        <p:spPr>
          <a:xfrm>
            <a:off x="6736227" y="1616916"/>
            <a:ext cx="1559529"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5" idx="6"/>
            <a:endCxn id="16" idx="1"/>
          </p:cNvCxnSpPr>
          <p:nvPr/>
        </p:nvCxnSpPr>
        <p:spPr>
          <a:xfrm flipH="1">
            <a:off x="6958393" y="1638004"/>
            <a:ext cx="428217"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6205DD86-315C-53B6-CEEF-A9919650168E}"/>
              </a:ext>
            </a:extLst>
          </p:cNvPr>
          <p:cNvCxnSpPr>
            <a:cxnSpLocks/>
            <a:stCxn id="5" idx="6"/>
            <a:endCxn id="17" idx="2"/>
          </p:cNvCxnSpPr>
          <p:nvPr/>
        </p:nvCxnSpPr>
        <p:spPr>
          <a:xfrm>
            <a:off x="7386610" y="1638004"/>
            <a:ext cx="222166"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5" idx="6"/>
            <a:endCxn id="19" idx="3"/>
          </p:cNvCxnSpPr>
          <p:nvPr/>
        </p:nvCxnSpPr>
        <p:spPr>
          <a:xfrm>
            <a:off x="7386610" y="1638004"/>
            <a:ext cx="1647038"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6205DD86-315C-53B6-CEEF-A9919650168E}"/>
              </a:ext>
            </a:extLst>
          </p:cNvPr>
          <p:cNvCxnSpPr>
            <a:cxnSpLocks/>
            <a:endCxn id="21" idx="3"/>
          </p:cNvCxnSpPr>
          <p:nvPr/>
        </p:nvCxnSpPr>
        <p:spPr>
          <a:xfrm>
            <a:off x="7386610" y="1638004"/>
            <a:ext cx="3114636"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endCxn id="22" idx="3"/>
          </p:cNvCxnSpPr>
          <p:nvPr/>
        </p:nvCxnSpPr>
        <p:spPr>
          <a:xfrm>
            <a:off x="7386610" y="1638004"/>
            <a:ext cx="3813488"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6" idx="6"/>
            <a:endCxn id="17" idx="2"/>
          </p:cNvCxnSpPr>
          <p:nvPr/>
        </p:nvCxnSpPr>
        <p:spPr>
          <a:xfrm flipH="1">
            <a:off x="7608776" y="1638004"/>
            <a:ext cx="515726"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a:extLst>
              <a:ext uri="{FF2B5EF4-FFF2-40B4-BE49-F238E27FC236}">
                <a16:creationId xmlns:a16="http://schemas.microsoft.com/office/drawing/2014/main" id="{6205DD86-315C-53B6-CEEF-A9919650168E}"/>
              </a:ext>
            </a:extLst>
          </p:cNvPr>
          <p:cNvCxnSpPr>
            <a:cxnSpLocks/>
            <a:stCxn id="6" idx="6"/>
            <a:endCxn id="20" idx="3"/>
          </p:cNvCxnSpPr>
          <p:nvPr/>
        </p:nvCxnSpPr>
        <p:spPr>
          <a:xfrm>
            <a:off x="8124502" y="1638004"/>
            <a:ext cx="1605892"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p:cNvCxnSpPr>
          <p:nvPr/>
        </p:nvCxnSpPr>
        <p:spPr>
          <a:xfrm flipH="1">
            <a:off x="8351726" y="1638004"/>
            <a:ext cx="515726"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endCxn id="20" idx="3"/>
          </p:cNvCxnSpPr>
          <p:nvPr/>
        </p:nvCxnSpPr>
        <p:spPr>
          <a:xfrm>
            <a:off x="8867452" y="1638004"/>
            <a:ext cx="862942"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7" idx="6"/>
            <a:endCxn id="17" idx="2"/>
          </p:cNvCxnSpPr>
          <p:nvPr/>
        </p:nvCxnSpPr>
        <p:spPr>
          <a:xfrm flipH="1">
            <a:off x="7608776" y="1638004"/>
            <a:ext cx="1253618"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8" idx="5"/>
            <a:endCxn id="16" idx="1"/>
          </p:cNvCxnSpPr>
          <p:nvPr/>
        </p:nvCxnSpPr>
        <p:spPr>
          <a:xfrm flipH="1">
            <a:off x="6958393" y="1616916"/>
            <a:ext cx="2549835"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8" idx="5"/>
            <a:endCxn id="18" idx="2"/>
          </p:cNvCxnSpPr>
          <p:nvPr/>
        </p:nvCxnSpPr>
        <p:spPr>
          <a:xfrm flipH="1">
            <a:off x="8346668" y="1616916"/>
            <a:ext cx="1161560"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a:extLst>
              <a:ext uri="{FF2B5EF4-FFF2-40B4-BE49-F238E27FC236}">
                <a16:creationId xmlns:a16="http://schemas.microsoft.com/office/drawing/2014/main" id="{6205DD86-315C-53B6-CEEF-A9919650168E}"/>
              </a:ext>
            </a:extLst>
          </p:cNvPr>
          <p:cNvCxnSpPr>
            <a:cxnSpLocks/>
            <a:stCxn id="8" idx="5"/>
            <a:endCxn id="19" idx="2"/>
          </p:cNvCxnSpPr>
          <p:nvPr/>
        </p:nvCxnSpPr>
        <p:spPr>
          <a:xfrm flipH="1">
            <a:off x="9084560" y="1616916"/>
            <a:ext cx="423668"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6205DD86-315C-53B6-CEEF-A9919650168E}"/>
              </a:ext>
            </a:extLst>
          </p:cNvPr>
          <p:cNvCxnSpPr>
            <a:cxnSpLocks/>
            <a:stCxn id="8" idx="6"/>
            <a:endCxn id="21" idx="2"/>
          </p:cNvCxnSpPr>
          <p:nvPr/>
        </p:nvCxnSpPr>
        <p:spPr>
          <a:xfrm>
            <a:off x="9559140" y="1638004"/>
            <a:ext cx="993018"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9" idx="5"/>
            <a:endCxn id="18" idx="1"/>
          </p:cNvCxnSpPr>
          <p:nvPr/>
        </p:nvCxnSpPr>
        <p:spPr>
          <a:xfrm flipH="1">
            <a:off x="8397580" y="1616916"/>
            <a:ext cx="1881500"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9" idx="6"/>
            <a:endCxn id="20" idx="2"/>
          </p:cNvCxnSpPr>
          <p:nvPr/>
        </p:nvCxnSpPr>
        <p:spPr>
          <a:xfrm flipH="1">
            <a:off x="9781306" y="1638004"/>
            <a:ext cx="548686"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31" idx="6"/>
            <a:endCxn id="21" idx="2"/>
          </p:cNvCxnSpPr>
          <p:nvPr/>
        </p:nvCxnSpPr>
        <p:spPr>
          <a:xfrm flipH="1">
            <a:off x="10552158" y="1647529"/>
            <a:ext cx="692234" cy="2144760"/>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6205DD86-315C-53B6-CEEF-A9919650168E}"/>
              </a:ext>
            </a:extLst>
          </p:cNvPr>
          <p:cNvCxnSpPr>
            <a:cxnSpLocks/>
            <a:stCxn id="31" idx="6"/>
            <a:endCxn id="22" idx="2"/>
          </p:cNvCxnSpPr>
          <p:nvPr/>
        </p:nvCxnSpPr>
        <p:spPr>
          <a:xfrm>
            <a:off x="11244392" y="1647529"/>
            <a:ext cx="6618" cy="2144760"/>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6205DD86-315C-53B6-CEEF-A9919650168E}"/>
              </a:ext>
            </a:extLst>
          </p:cNvPr>
          <p:cNvCxnSpPr>
            <a:cxnSpLocks/>
            <a:stCxn id="31" idx="6"/>
            <a:endCxn id="20" idx="2"/>
          </p:cNvCxnSpPr>
          <p:nvPr/>
        </p:nvCxnSpPr>
        <p:spPr>
          <a:xfrm flipH="1">
            <a:off x="9781306" y="1647529"/>
            <a:ext cx="1463086" cy="2144760"/>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6205DD86-315C-53B6-CEEF-A9919650168E}"/>
              </a:ext>
            </a:extLst>
          </p:cNvPr>
          <p:cNvCxnSpPr>
            <a:cxnSpLocks/>
            <a:stCxn id="31" idx="5"/>
            <a:endCxn id="19" idx="1"/>
          </p:cNvCxnSpPr>
          <p:nvPr/>
        </p:nvCxnSpPr>
        <p:spPr>
          <a:xfrm flipH="1">
            <a:off x="9135472" y="1626441"/>
            <a:ext cx="2058008" cy="2186936"/>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54" name="Content Placeholder 2"/>
              <p:cNvSpPr txBox="1">
                <a:spLocks/>
              </p:cNvSpPr>
              <p:nvPr/>
            </p:nvSpPr>
            <p:spPr>
              <a:xfrm>
                <a:off x="786000" y="1014040"/>
                <a:ext cx="4434820" cy="38401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If we take</a:t>
                </a:r>
                <a14:m>
                  <m:oMath xmlns:m="http://schemas.openxmlformats.org/officeDocument/2006/math">
                    <m:r>
                      <a:rPr lang="en-US" i="0" dirty="0" smtClean="0">
                        <a:latin typeface="Cambria Math" panose="02040503050406030204" pitchFamily="18" charset="0"/>
                      </a:rPr>
                      <m:t> </m:t>
                    </m:r>
                    <m:r>
                      <m:rPr>
                        <m:sty m:val="p"/>
                      </m:rPr>
                      <a:rPr lang="en-US" b="0" i="0" dirty="0" smtClean="0">
                        <a:latin typeface="Cambria Math" panose="02040503050406030204" pitchFamily="18" charset="0"/>
                      </a:rPr>
                      <m:t>S</m:t>
                    </m:r>
                    <m:r>
                      <a:rPr lang="en-US" i="0"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r>
                          <m:rPr>
                            <m:sty m:val="p"/>
                          </m:rPr>
                          <a:rPr lang="en-US" b="0" i="0" dirty="0" smtClean="0">
                            <a:latin typeface="Cambria Math" panose="02040503050406030204" pitchFamily="18" charset="0"/>
                          </a:rPr>
                          <m:t>B</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F</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J</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L</m:t>
                        </m:r>
                      </m:e>
                    </m:d>
                  </m:oMath>
                </a14:m>
                <a:r>
                  <a:rPr lang="en-US" dirty="0"/>
                  <a:t>.</a:t>
                </a:r>
              </a:p>
              <a:p>
                <a:pPr>
                  <a:lnSpc>
                    <a:spcPct val="100000"/>
                  </a:lnSpc>
                </a:pPr>
                <a:r>
                  <a:rPr lang="en-US" dirty="0"/>
                  <a:t>So, </a:t>
                </a:r>
                <a14:m>
                  <m:oMath xmlns:m="http://schemas.openxmlformats.org/officeDocument/2006/math">
                    <m:d>
                      <m:dPr>
                        <m:begChr m:val="|"/>
                        <m:endChr m:val="|"/>
                        <m:ctrlPr>
                          <a:rPr lang="en-US" i="1" dirty="0" smtClean="0">
                            <a:latin typeface="Cambria Math" panose="02040503050406030204" pitchFamily="18" charset="0"/>
                          </a:rPr>
                        </m:ctrlPr>
                      </m:dPr>
                      <m:e>
                        <m:r>
                          <m:rPr>
                            <m:sty m:val="p"/>
                          </m:rPr>
                          <a:rPr lang="en-US" b="0" i="0" dirty="0" smtClean="0">
                            <a:latin typeface="Cambria Math" panose="02040503050406030204" pitchFamily="18" charset="0"/>
                          </a:rPr>
                          <m:t>S</m:t>
                        </m:r>
                      </m:e>
                    </m:d>
                    <m:r>
                      <a:rPr lang="en-US" b="0" i="0" dirty="0" smtClean="0">
                        <a:latin typeface="Cambria Math" panose="02040503050406030204" pitchFamily="18" charset="0"/>
                      </a:rPr>
                      <m:t>=4.</m:t>
                    </m:r>
                  </m:oMath>
                </a14:m>
                <a:endParaRPr lang="en-US" b="0" dirty="0"/>
              </a:p>
              <a:p>
                <a:pPr>
                  <a:lnSpc>
                    <a:spcPct val="100000"/>
                  </a:lnSpc>
                </a:pPr>
                <a:r>
                  <a:rPr lang="en-US" dirty="0"/>
                  <a:t>But,</a:t>
                </a:r>
                <a14:m>
                  <m:oMath xmlns:m="http://schemas.openxmlformats.org/officeDocument/2006/math">
                    <m:r>
                      <a:rPr lang="en-US" b="0" i="0" dirty="0" smtClean="0">
                        <a:latin typeface="Cambria Math" panose="02040503050406030204" pitchFamily="18" charset="0"/>
                      </a:rPr>
                      <m:t> </m:t>
                    </m:r>
                    <m:r>
                      <a:rPr lang="en-US" i="1" dirty="0" smtClean="0">
                        <a:latin typeface="Cambria Math" panose="02040503050406030204" pitchFamily="18" charset="0"/>
                      </a:rPr>
                      <m:t> </m:t>
                    </m:r>
                    <m:r>
                      <m:rPr>
                        <m:sty m:val="p"/>
                      </m:rPr>
                      <a:rPr lang="en-US" i="0" dirty="0" smtClean="0">
                        <a:latin typeface="Cambria Math" panose="02040503050406030204" pitchFamily="18" charset="0"/>
                      </a:rPr>
                      <m:t>N</m:t>
                    </m:r>
                    <m:d>
                      <m:dPr>
                        <m:ctrlPr>
                          <a:rPr lang="en-US" i="1" dirty="0" smtClean="0">
                            <a:latin typeface="Cambria Math" panose="02040503050406030204" pitchFamily="18" charset="0"/>
                          </a:rPr>
                        </m:ctrlPr>
                      </m:dPr>
                      <m:e>
                        <m:r>
                          <m:rPr>
                            <m:sty m:val="p"/>
                          </m:rPr>
                          <a:rPr lang="en-US" b="0" i="0" dirty="0" smtClean="0">
                            <a:latin typeface="Cambria Math" panose="02040503050406030204" pitchFamily="18" charset="0"/>
                          </a:rPr>
                          <m:t>S</m:t>
                        </m:r>
                      </m:e>
                    </m:d>
                    <m:r>
                      <a:rPr lang="en-US" b="0" i="0"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m:rPr>
                            <m:sty m:val="p"/>
                          </m:rPr>
                          <a:rPr lang="en-US" b="0" i="0" dirty="0" smtClean="0">
                            <a:latin typeface="Cambria Math" panose="02040503050406030204" pitchFamily="18" charset="0"/>
                          </a:rPr>
                          <m:t>c</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e</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r</m:t>
                        </m:r>
                      </m:e>
                    </m:d>
                    <m:r>
                      <a:rPr lang="en-US" b="0" i="0" dirty="0" smtClean="0">
                        <a:latin typeface="Cambria Math" panose="02040503050406030204" pitchFamily="18" charset="0"/>
                      </a:rPr>
                      <m:t>.</m:t>
                    </m:r>
                  </m:oMath>
                </a14:m>
                <a:endParaRPr lang="en-US" b="0" dirty="0"/>
              </a:p>
              <a:p>
                <a:pPr>
                  <a:lnSpc>
                    <a:spcPct val="100000"/>
                  </a:lnSpc>
                </a:pPr>
                <a:r>
                  <a:rPr lang="en-US" dirty="0"/>
                  <a:t>So,</a:t>
                </a:r>
                <a14:m>
                  <m:oMath xmlns:m="http://schemas.openxmlformats.org/officeDocument/2006/math">
                    <m:r>
                      <a:rPr lang="en-US" i="1" dirty="0" smtClean="0">
                        <a:latin typeface="Cambria Math" panose="02040503050406030204" pitchFamily="18" charset="0"/>
                      </a:rPr>
                      <m:t> </m:t>
                    </m:r>
                    <m:r>
                      <a:rPr lang="en-US" b="0" i="1" dirty="0" smtClean="0">
                        <a:latin typeface="Cambria Math" panose="02040503050406030204" pitchFamily="18" charset="0"/>
                      </a:rPr>
                      <m:t> </m:t>
                    </m:r>
                    <m:d>
                      <m:dPr>
                        <m:begChr m:val="|"/>
                        <m:endChr m:val="|"/>
                        <m:ctrlPr>
                          <a:rPr lang="en-US" i="1" dirty="0" smtClean="0">
                            <a:latin typeface="Cambria Math" panose="02040503050406030204" pitchFamily="18" charset="0"/>
                          </a:rPr>
                        </m:ctrlPr>
                      </m:dPr>
                      <m:e>
                        <m:r>
                          <m:rPr>
                            <m:sty m:val="p"/>
                          </m:rPr>
                          <a:rPr lang="en-US" b="0" i="0" dirty="0" smtClean="0">
                            <a:latin typeface="Cambria Math" panose="02040503050406030204" pitchFamily="18" charset="0"/>
                          </a:rPr>
                          <m:t>N</m:t>
                        </m:r>
                        <m:d>
                          <m:dPr>
                            <m:ctrlPr>
                              <a:rPr lang="en-US" b="0" i="1" dirty="0" smtClean="0">
                                <a:latin typeface="Cambria Math" panose="02040503050406030204" pitchFamily="18" charset="0"/>
                              </a:rPr>
                            </m:ctrlPr>
                          </m:dPr>
                          <m:e>
                            <m:r>
                              <m:rPr>
                                <m:sty m:val="p"/>
                              </m:rPr>
                              <a:rPr lang="en-US" b="0" i="0" dirty="0" smtClean="0">
                                <a:latin typeface="Cambria Math" panose="02040503050406030204" pitchFamily="18" charset="0"/>
                              </a:rPr>
                              <m:t>S</m:t>
                            </m:r>
                          </m:e>
                        </m:d>
                      </m:e>
                    </m:d>
                    <m:r>
                      <a:rPr lang="en-US" b="0" i="0" dirty="0" smtClean="0">
                        <a:latin typeface="Cambria Math" panose="02040503050406030204" pitchFamily="18" charset="0"/>
                      </a:rPr>
                      <m:t>=3.</m:t>
                    </m:r>
                  </m:oMath>
                </a14:m>
                <a:endParaRPr lang="en-US" dirty="0"/>
              </a:p>
              <a:p>
                <a:pPr>
                  <a:lnSpc>
                    <a:spcPct val="100000"/>
                  </a:lnSpc>
                </a:pPr>
                <a14:m>
                  <m:oMath xmlns:m="http://schemas.openxmlformats.org/officeDocument/2006/math">
                    <m:r>
                      <m:rPr>
                        <m:sty m:val="p"/>
                      </m:rPr>
                      <a:rPr lang="en-US" b="0" i="0" dirty="0" smtClean="0">
                        <a:latin typeface="Cambria Math" panose="02040503050406030204" pitchFamily="18" charset="0"/>
                      </a:rPr>
                      <m:t>i</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e</m:t>
                    </m:r>
                    <m:r>
                      <a:rPr lang="en-US" b="0" i="0" dirty="0" smtClean="0">
                        <a:latin typeface="Cambria Math" panose="02040503050406030204" pitchFamily="18" charset="0"/>
                      </a:rPr>
                      <m:t>. </m:t>
                    </m:r>
                    <m:d>
                      <m:dPr>
                        <m:begChr m:val="|"/>
                        <m:endChr m:val="|"/>
                        <m:ctrlPr>
                          <a:rPr lang="en-US" i="1" dirty="0">
                            <a:latin typeface="Cambria Math" panose="02040503050406030204" pitchFamily="18" charset="0"/>
                          </a:rPr>
                        </m:ctrlPr>
                      </m:dPr>
                      <m:e>
                        <m:r>
                          <m:rPr>
                            <m:sty m:val="p"/>
                          </m:rPr>
                          <a:rPr lang="en-US" dirty="0">
                            <a:latin typeface="Cambria Math" panose="02040503050406030204" pitchFamily="18" charset="0"/>
                          </a:rPr>
                          <m:t>N</m:t>
                        </m:r>
                        <m:d>
                          <m:dPr>
                            <m:ctrlPr>
                              <a:rPr lang="en-US" i="1" dirty="0">
                                <a:latin typeface="Cambria Math" panose="02040503050406030204" pitchFamily="18" charset="0"/>
                              </a:rPr>
                            </m:ctrlPr>
                          </m:dPr>
                          <m:e>
                            <m:r>
                              <m:rPr>
                                <m:sty m:val="p"/>
                              </m:rPr>
                              <a:rPr lang="en-US" b="0" i="0" dirty="0" smtClean="0">
                                <a:latin typeface="Cambria Math" panose="02040503050406030204" pitchFamily="18" charset="0"/>
                              </a:rPr>
                              <m:t>S</m:t>
                            </m:r>
                          </m:e>
                        </m:d>
                      </m:e>
                    </m:d>
                    <m:r>
                      <a:rPr lang="en-US" b="0" i="0" dirty="0" smtClean="0">
                        <a:latin typeface="Cambria Math" panose="02040503050406030204" pitchFamily="18" charset="0"/>
                      </a:rPr>
                      <m:t>&lt;</m:t>
                    </m:r>
                    <m:d>
                      <m:dPr>
                        <m:begChr m:val="|"/>
                        <m:endChr m:val="|"/>
                        <m:ctrlPr>
                          <a:rPr lang="en-US" i="1" dirty="0">
                            <a:latin typeface="Cambria Math" panose="02040503050406030204" pitchFamily="18" charset="0"/>
                          </a:rPr>
                        </m:ctrlPr>
                      </m:dPr>
                      <m:e>
                        <m:r>
                          <m:rPr>
                            <m:sty m:val="p"/>
                          </m:rPr>
                          <a:rPr lang="en-US" b="0" i="0" dirty="0" smtClean="0">
                            <a:latin typeface="Cambria Math" panose="02040503050406030204" pitchFamily="18" charset="0"/>
                          </a:rPr>
                          <m:t>S</m:t>
                        </m:r>
                      </m:e>
                    </m:d>
                  </m:oMath>
                </a14:m>
                <a:r>
                  <a:rPr lang="en-US" dirty="0"/>
                  <a:t>.</a:t>
                </a:r>
              </a:p>
              <a:p>
                <a:pPr>
                  <a:lnSpc>
                    <a:spcPct val="100000"/>
                  </a:lnSpc>
                </a:pPr>
                <a:r>
                  <a:rPr lang="en-US" dirty="0"/>
                  <a:t>Hence graph is not satisfy Hall’s condition.</a:t>
                </a:r>
              </a:p>
            </p:txBody>
          </p:sp>
        </mc:Choice>
        <mc:Fallback xmlns="">
          <p:sp>
            <p:nvSpPr>
              <p:cNvPr id="54" name="Content Placeholder 2"/>
              <p:cNvSpPr txBox="1">
                <a:spLocks noRot="1" noChangeAspect="1" noMove="1" noResize="1" noEditPoints="1" noAdjustHandles="1" noChangeArrowheads="1" noChangeShapeType="1" noTextEdit="1"/>
              </p:cNvSpPr>
              <p:nvPr/>
            </p:nvSpPr>
            <p:spPr>
              <a:xfrm>
                <a:off x="786000" y="1014040"/>
                <a:ext cx="4434820" cy="3840165"/>
              </a:xfrm>
              <a:prstGeom prst="rect">
                <a:avLst/>
              </a:prstGeom>
              <a:blipFill rotWithShape="0">
                <a:blip r:embed="rId2"/>
                <a:stretch>
                  <a:fillRect l="-2613" t="-1587" r="-2751" b="-12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p:cNvSpPr/>
              <p:nvPr/>
            </p:nvSpPr>
            <p:spPr>
              <a:xfrm>
                <a:off x="3400417" y="4854205"/>
                <a:ext cx="5526065" cy="954107"/>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pPr algn="ctr"/>
                <a14:m>
                  <m:oMath xmlns:m="http://schemas.openxmlformats.org/officeDocument/2006/math">
                    <m:d>
                      <m:dPr>
                        <m:begChr m:val="|"/>
                        <m:endChr m:val="|"/>
                        <m:ctrlPr>
                          <a:rPr lang="en-US" sz="2800" i="1" dirty="0">
                            <a:solidFill>
                              <a:srgbClr val="002060"/>
                            </a:solidFill>
                            <a:latin typeface="Cambria Math" panose="02040503050406030204" pitchFamily="18" charset="0"/>
                          </a:rPr>
                        </m:ctrlPr>
                      </m:dPr>
                      <m:e>
                        <m:r>
                          <m:rPr>
                            <m:sty m:val="p"/>
                          </m:rPr>
                          <a:rPr lang="en-US" sz="2800" dirty="0">
                            <a:solidFill>
                              <a:srgbClr val="002060"/>
                            </a:solidFill>
                            <a:latin typeface="Cambria Math" panose="02040503050406030204" pitchFamily="18" charset="0"/>
                          </a:rPr>
                          <m:t>N</m:t>
                        </m:r>
                        <m:d>
                          <m:dPr>
                            <m:ctrlPr>
                              <a:rPr lang="en-US" sz="2800" i="1" dirty="0">
                                <a:solidFill>
                                  <a:srgbClr val="002060"/>
                                </a:solidFill>
                                <a:latin typeface="Cambria Math" panose="02040503050406030204" pitchFamily="18" charset="0"/>
                              </a:rPr>
                            </m:ctrlPr>
                          </m:dPr>
                          <m:e>
                            <m:r>
                              <m:rPr>
                                <m:sty m:val="p"/>
                              </m:rPr>
                              <a:rPr lang="en-US" sz="2800" dirty="0">
                                <a:solidFill>
                                  <a:srgbClr val="002060"/>
                                </a:solidFill>
                                <a:latin typeface="Cambria Math" panose="02040503050406030204" pitchFamily="18" charset="0"/>
                              </a:rPr>
                              <m:t>S</m:t>
                            </m:r>
                          </m:e>
                        </m:d>
                      </m:e>
                    </m:d>
                    <m:r>
                      <a:rPr lang="en-US" sz="2800" dirty="0">
                        <a:solidFill>
                          <a:srgbClr val="002060"/>
                        </a:solidFill>
                        <a:latin typeface="Cambria Math" panose="02040503050406030204" pitchFamily="18" charset="0"/>
                      </a:rPr>
                      <m:t>≥</m:t>
                    </m:r>
                    <m:d>
                      <m:dPr>
                        <m:begChr m:val="|"/>
                        <m:endChr m:val="|"/>
                        <m:ctrlPr>
                          <a:rPr lang="en-US" sz="2800" i="1" dirty="0">
                            <a:solidFill>
                              <a:srgbClr val="002060"/>
                            </a:solidFill>
                            <a:latin typeface="Cambria Math" panose="02040503050406030204" pitchFamily="18" charset="0"/>
                          </a:rPr>
                        </m:ctrlPr>
                      </m:dPr>
                      <m:e>
                        <m:r>
                          <m:rPr>
                            <m:sty m:val="p"/>
                          </m:rPr>
                          <a:rPr lang="en-US" sz="2800" dirty="0">
                            <a:solidFill>
                              <a:srgbClr val="002060"/>
                            </a:solidFill>
                            <a:latin typeface="Cambria Math" panose="02040503050406030204" pitchFamily="18" charset="0"/>
                          </a:rPr>
                          <m:t>S</m:t>
                        </m:r>
                      </m:e>
                    </m:d>
                  </m:oMath>
                </a14:m>
                <a:r>
                  <a:rPr lang="en-US" sz="2800" dirty="0">
                    <a:solidFill>
                      <a:srgbClr val="002060"/>
                    </a:solidFill>
                    <a:latin typeface="Cambria Math" panose="02040503050406030204" pitchFamily="18" charset="0"/>
                  </a:rPr>
                  <a:t> for every subset</a:t>
                </a:r>
                <a14:m>
                  <m:oMath xmlns:m="http://schemas.openxmlformats.org/officeDocument/2006/math">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S</m:t>
                    </m:r>
                    <m:r>
                      <a:rPr lang="en-US" sz="2800" dirty="0">
                        <a:solidFill>
                          <a:srgbClr val="002060"/>
                        </a:solidFill>
                        <a:latin typeface="Cambria Math" panose="02040503050406030204" pitchFamily="18" charset="0"/>
                      </a:rPr>
                      <m:t>⊆</m:t>
                    </m:r>
                    <m:r>
                      <m:rPr>
                        <m:sty m:val="p"/>
                      </m:rPr>
                      <a:rPr lang="en-US" sz="2800" dirty="0">
                        <a:solidFill>
                          <a:srgbClr val="002060"/>
                        </a:solidFill>
                        <a:latin typeface="Cambria Math" panose="02040503050406030204" pitchFamily="18" charset="0"/>
                      </a:rPr>
                      <m:t>X</m:t>
                    </m:r>
                  </m:oMath>
                </a14:m>
                <a:r>
                  <a:rPr lang="en-US" sz="2800" dirty="0">
                    <a:solidFill>
                      <a:srgbClr val="002060"/>
                    </a:solidFill>
                    <a:latin typeface="Cambria Math" panose="02040503050406030204" pitchFamily="18" charset="0"/>
                  </a:rPr>
                  <a:t>. is Known as </a:t>
                </a:r>
                <a:r>
                  <a:rPr lang="en-US" sz="2800" dirty="0">
                    <a:solidFill>
                      <a:srgbClr val="FF0000"/>
                    </a:solidFill>
                    <a:latin typeface="Cambria Math" panose="02040503050406030204" pitchFamily="18" charset="0"/>
                  </a:rPr>
                  <a:t>Hall’s condition</a:t>
                </a:r>
                <a:r>
                  <a:rPr lang="en-US" sz="2800" dirty="0">
                    <a:solidFill>
                      <a:srgbClr val="002060"/>
                    </a:solidFill>
                    <a:latin typeface="Cambria Math" panose="02040503050406030204" pitchFamily="18" charset="0"/>
                  </a:rPr>
                  <a:t>.</a:t>
                </a:r>
              </a:p>
            </p:txBody>
          </p:sp>
        </mc:Choice>
        <mc:Fallback xmlns="">
          <p:sp>
            <p:nvSpPr>
              <p:cNvPr id="56" name="Rectangle 55"/>
              <p:cNvSpPr>
                <a:spLocks noRot="1" noChangeAspect="1" noMove="1" noResize="1" noEditPoints="1" noAdjustHandles="1" noChangeArrowheads="1" noChangeShapeType="1" noTextEdit="1"/>
              </p:cNvSpPr>
              <p:nvPr/>
            </p:nvSpPr>
            <p:spPr>
              <a:xfrm>
                <a:off x="3400417" y="4854205"/>
                <a:ext cx="5526065" cy="954107"/>
              </a:xfrm>
              <a:prstGeom prst="rect">
                <a:avLst/>
              </a:prstGeom>
              <a:blipFill rotWithShape="0">
                <a:blip r:embed="rId3"/>
                <a:stretch>
                  <a:fillRect t="-5660" r="-3194" b="-15723"/>
                </a:stretch>
              </a:blipFill>
            </p:spPr>
            <p:txBody>
              <a:bodyPr/>
              <a:lstStyle/>
              <a:p>
                <a:r>
                  <a:rPr lang="en-US">
                    <a:noFill/>
                  </a:rPr>
                  <a:t> </a:t>
                </a:r>
              </a:p>
            </p:txBody>
          </p:sp>
        </mc:Fallback>
      </mc:AlternateContent>
    </p:spTree>
    <p:extLst>
      <p:ext uri="{BB962C8B-B14F-4D97-AF65-F5344CB8AC3E}">
        <p14:creationId xmlns:p14="http://schemas.microsoft.com/office/powerpoint/2010/main" val="4165880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5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5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54">
                                            <p:txEl>
                                              <p:pRg st="1" end="1"/>
                                            </p:txEl>
                                          </p:spTgt>
                                        </p:tgtEl>
                                        <p:attrNameLst>
                                          <p:attrName>style.visibility</p:attrName>
                                        </p:attrNameLst>
                                      </p:cBhvr>
                                      <p:to>
                                        <p:strVal val="visible"/>
                                      </p:to>
                                    </p:set>
                                  </p:childTnLst>
                                </p:cTn>
                              </p:par>
                            </p:childTnLst>
                          </p:cTn>
                        </p:par>
                        <p:par>
                          <p:cTn id="113" fill="hold">
                            <p:stCondLst>
                              <p:cond delay="0"/>
                            </p:stCondLst>
                            <p:childTnLst>
                              <p:par>
                                <p:cTn id="114" presetID="19" presetClass="emph" presetSubtype="0" fill="hold" grpId="1" nodeType="afterEffect">
                                  <p:stCondLst>
                                    <p:cond delay="0"/>
                                  </p:stCondLst>
                                  <p:childTnLst>
                                    <p:animClr clrSpc="rgb" dir="cw">
                                      <p:cBhvr override="childStyle">
                                        <p:cTn id="115" dur="500" fill="hold"/>
                                        <p:tgtEl>
                                          <p:spTgt spid="4"/>
                                        </p:tgtEl>
                                        <p:attrNameLst>
                                          <p:attrName>style.color</p:attrName>
                                        </p:attrNameLst>
                                      </p:cBhvr>
                                      <p:to>
                                        <a:srgbClr val="FFFF00"/>
                                      </p:to>
                                    </p:animClr>
                                    <p:animClr clrSpc="rgb" dir="cw">
                                      <p:cBhvr>
                                        <p:cTn id="116" dur="500" fill="hold"/>
                                        <p:tgtEl>
                                          <p:spTgt spid="4"/>
                                        </p:tgtEl>
                                        <p:attrNameLst>
                                          <p:attrName>fillcolor</p:attrName>
                                        </p:attrNameLst>
                                      </p:cBhvr>
                                      <p:to>
                                        <a:srgbClr val="FFFF00"/>
                                      </p:to>
                                    </p:animClr>
                                    <p:set>
                                      <p:cBhvr>
                                        <p:cTn id="117" dur="500" fill="hold"/>
                                        <p:tgtEl>
                                          <p:spTgt spid="4"/>
                                        </p:tgtEl>
                                        <p:attrNameLst>
                                          <p:attrName>fill.type</p:attrName>
                                        </p:attrNameLst>
                                      </p:cBhvr>
                                      <p:to>
                                        <p:strVal val="solid"/>
                                      </p:to>
                                    </p:set>
                                    <p:set>
                                      <p:cBhvr>
                                        <p:cTn id="118" dur="500" fill="hold"/>
                                        <p:tgtEl>
                                          <p:spTgt spid="4"/>
                                        </p:tgtEl>
                                        <p:attrNameLst>
                                          <p:attrName>fill.on</p:attrName>
                                        </p:attrNameLst>
                                      </p:cBhvr>
                                      <p:to>
                                        <p:strVal val="true"/>
                                      </p:to>
                                    </p:set>
                                  </p:childTnLst>
                                </p:cTn>
                              </p:par>
                            </p:childTnLst>
                          </p:cTn>
                        </p:par>
                        <p:par>
                          <p:cTn id="119" fill="hold">
                            <p:stCondLst>
                              <p:cond delay="500"/>
                            </p:stCondLst>
                            <p:childTnLst>
                              <p:par>
                                <p:cTn id="120" presetID="19" presetClass="emph" presetSubtype="0" fill="hold" grpId="1" nodeType="afterEffect">
                                  <p:stCondLst>
                                    <p:cond delay="0"/>
                                  </p:stCondLst>
                                  <p:childTnLst>
                                    <p:animClr clrSpc="rgb" dir="cw">
                                      <p:cBhvr override="childStyle">
                                        <p:cTn id="121" dur="500" fill="hold"/>
                                        <p:tgtEl>
                                          <p:spTgt spid="6"/>
                                        </p:tgtEl>
                                        <p:attrNameLst>
                                          <p:attrName>style.color</p:attrName>
                                        </p:attrNameLst>
                                      </p:cBhvr>
                                      <p:to>
                                        <a:srgbClr val="FFFF00"/>
                                      </p:to>
                                    </p:animClr>
                                    <p:animClr clrSpc="rgb" dir="cw">
                                      <p:cBhvr>
                                        <p:cTn id="122" dur="500" fill="hold"/>
                                        <p:tgtEl>
                                          <p:spTgt spid="6"/>
                                        </p:tgtEl>
                                        <p:attrNameLst>
                                          <p:attrName>fillcolor</p:attrName>
                                        </p:attrNameLst>
                                      </p:cBhvr>
                                      <p:to>
                                        <a:srgbClr val="FFFF00"/>
                                      </p:to>
                                    </p:animClr>
                                    <p:set>
                                      <p:cBhvr>
                                        <p:cTn id="123" dur="500" fill="hold"/>
                                        <p:tgtEl>
                                          <p:spTgt spid="6"/>
                                        </p:tgtEl>
                                        <p:attrNameLst>
                                          <p:attrName>fill.type</p:attrName>
                                        </p:attrNameLst>
                                      </p:cBhvr>
                                      <p:to>
                                        <p:strVal val="solid"/>
                                      </p:to>
                                    </p:set>
                                    <p:set>
                                      <p:cBhvr>
                                        <p:cTn id="124" dur="500" fill="hold"/>
                                        <p:tgtEl>
                                          <p:spTgt spid="6"/>
                                        </p:tgtEl>
                                        <p:attrNameLst>
                                          <p:attrName>fill.on</p:attrName>
                                        </p:attrNameLst>
                                      </p:cBhvr>
                                      <p:to>
                                        <p:strVal val="true"/>
                                      </p:to>
                                    </p:set>
                                  </p:childTnLst>
                                </p:cTn>
                              </p:par>
                            </p:childTnLst>
                          </p:cTn>
                        </p:par>
                        <p:par>
                          <p:cTn id="125" fill="hold">
                            <p:stCondLst>
                              <p:cond delay="1000"/>
                            </p:stCondLst>
                            <p:childTnLst>
                              <p:par>
                                <p:cTn id="126" presetID="19" presetClass="emph" presetSubtype="0" fill="hold" grpId="1" nodeType="afterEffect">
                                  <p:stCondLst>
                                    <p:cond delay="0"/>
                                  </p:stCondLst>
                                  <p:childTnLst>
                                    <p:animClr clrSpc="rgb" dir="cw">
                                      <p:cBhvr override="childStyle">
                                        <p:cTn id="127" dur="500" fill="hold"/>
                                        <p:tgtEl>
                                          <p:spTgt spid="7"/>
                                        </p:tgtEl>
                                        <p:attrNameLst>
                                          <p:attrName>style.color</p:attrName>
                                        </p:attrNameLst>
                                      </p:cBhvr>
                                      <p:to>
                                        <a:srgbClr val="FFFF00"/>
                                      </p:to>
                                    </p:animClr>
                                    <p:animClr clrSpc="rgb" dir="cw">
                                      <p:cBhvr>
                                        <p:cTn id="128" dur="500" fill="hold"/>
                                        <p:tgtEl>
                                          <p:spTgt spid="7"/>
                                        </p:tgtEl>
                                        <p:attrNameLst>
                                          <p:attrName>fillcolor</p:attrName>
                                        </p:attrNameLst>
                                      </p:cBhvr>
                                      <p:to>
                                        <a:srgbClr val="FFFF00"/>
                                      </p:to>
                                    </p:animClr>
                                    <p:set>
                                      <p:cBhvr>
                                        <p:cTn id="129" dur="500" fill="hold"/>
                                        <p:tgtEl>
                                          <p:spTgt spid="7"/>
                                        </p:tgtEl>
                                        <p:attrNameLst>
                                          <p:attrName>fill.type</p:attrName>
                                        </p:attrNameLst>
                                      </p:cBhvr>
                                      <p:to>
                                        <p:strVal val="solid"/>
                                      </p:to>
                                    </p:set>
                                    <p:set>
                                      <p:cBhvr>
                                        <p:cTn id="130" dur="500" fill="hold"/>
                                        <p:tgtEl>
                                          <p:spTgt spid="7"/>
                                        </p:tgtEl>
                                        <p:attrNameLst>
                                          <p:attrName>fill.on</p:attrName>
                                        </p:attrNameLst>
                                      </p:cBhvr>
                                      <p:to>
                                        <p:strVal val="true"/>
                                      </p:to>
                                    </p:set>
                                  </p:childTnLst>
                                </p:cTn>
                              </p:par>
                            </p:childTnLst>
                          </p:cTn>
                        </p:par>
                        <p:par>
                          <p:cTn id="131" fill="hold">
                            <p:stCondLst>
                              <p:cond delay="1500"/>
                            </p:stCondLst>
                            <p:childTnLst>
                              <p:par>
                                <p:cTn id="132" presetID="19" presetClass="emph" presetSubtype="0" fill="hold" grpId="1" nodeType="afterEffect">
                                  <p:stCondLst>
                                    <p:cond delay="0"/>
                                  </p:stCondLst>
                                  <p:childTnLst>
                                    <p:animClr clrSpc="rgb" dir="cw">
                                      <p:cBhvr override="childStyle">
                                        <p:cTn id="133" dur="500" fill="hold"/>
                                        <p:tgtEl>
                                          <p:spTgt spid="9"/>
                                        </p:tgtEl>
                                        <p:attrNameLst>
                                          <p:attrName>style.color</p:attrName>
                                        </p:attrNameLst>
                                      </p:cBhvr>
                                      <p:to>
                                        <a:srgbClr val="FFFF00"/>
                                      </p:to>
                                    </p:animClr>
                                    <p:animClr clrSpc="rgb" dir="cw">
                                      <p:cBhvr>
                                        <p:cTn id="134" dur="500" fill="hold"/>
                                        <p:tgtEl>
                                          <p:spTgt spid="9"/>
                                        </p:tgtEl>
                                        <p:attrNameLst>
                                          <p:attrName>fillcolor</p:attrName>
                                        </p:attrNameLst>
                                      </p:cBhvr>
                                      <p:to>
                                        <a:srgbClr val="FFFF00"/>
                                      </p:to>
                                    </p:animClr>
                                    <p:set>
                                      <p:cBhvr>
                                        <p:cTn id="135" dur="500" fill="hold"/>
                                        <p:tgtEl>
                                          <p:spTgt spid="9"/>
                                        </p:tgtEl>
                                        <p:attrNameLst>
                                          <p:attrName>fill.type</p:attrName>
                                        </p:attrNameLst>
                                      </p:cBhvr>
                                      <p:to>
                                        <p:strVal val="solid"/>
                                      </p:to>
                                    </p:set>
                                    <p:set>
                                      <p:cBhvr>
                                        <p:cTn id="136" dur="500" fill="hold"/>
                                        <p:tgtEl>
                                          <p:spTgt spid="9"/>
                                        </p:tgtEl>
                                        <p:attrNameLst>
                                          <p:attrName>fill.on</p:attrName>
                                        </p:attrNameLst>
                                      </p:cBhvr>
                                      <p:to>
                                        <p:strVal val="true"/>
                                      </p:to>
                                    </p:set>
                                  </p:childTnLst>
                                </p:cTn>
                              </p:par>
                            </p:childTnLst>
                          </p:cTn>
                        </p:par>
                      </p:childTnLst>
                    </p:cTn>
                  </p:par>
                  <p:par>
                    <p:cTn id="137" fill="hold">
                      <p:stCondLst>
                        <p:cond delay="indefinite"/>
                      </p:stCondLst>
                      <p:childTnLst>
                        <p:par>
                          <p:cTn id="138" fill="hold">
                            <p:stCondLst>
                              <p:cond delay="0"/>
                            </p:stCondLst>
                            <p:childTnLst>
                              <p:par>
                                <p:cTn id="139" presetID="7" presetClass="emph" presetSubtype="2" fill="hold" nodeType="clickEffect">
                                  <p:stCondLst>
                                    <p:cond delay="0"/>
                                  </p:stCondLst>
                                  <p:childTnLst>
                                    <p:animClr clrSpc="rgb" dir="cw">
                                      <p:cBhvr>
                                        <p:cTn id="140" dur="500" fill="hold"/>
                                        <p:tgtEl>
                                          <p:spTgt spid="32"/>
                                        </p:tgtEl>
                                        <p:attrNameLst>
                                          <p:attrName>stroke.color</p:attrName>
                                        </p:attrNameLst>
                                      </p:cBhvr>
                                      <p:to>
                                        <a:srgbClr val="FFFF00"/>
                                      </p:to>
                                    </p:animClr>
                                    <p:set>
                                      <p:cBhvr>
                                        <p:cTn id="141" dur="500" fill="hold"/>
                                        <p:tgtEl>
                                          <p:spTgt spid="32"/>
                                        </p:tgtEl>
                                        <p:attrNameLst>
                                          <p:attrName>stroke.on</p:attrName>
                                        </p:attrNameLst>
                                      </p:cBhvr>
                                      <p:to>
                                        <p:strVal val="true"/>
                                      </p:to>
                                    </p:set>
                                  </p:childTnLst>
                                </p:cTn>
                              </p:par>
                            </p:childTnLst>
                          </p:cTn>
                        </p:par>
                        <p:par>
                          <p:cTn id="142" fill="hold">
                            <p:stCondLst>
                              <p:cond delay="500"/>
                            </p:stCondLst>
                            <p:childTnLst>
                              <p:par>
                                <p:cTn id="143" presetID="7" presetClass="emph" presetSubtype="2" fill="hold" nodeType="afterEffect">
                                  <p:stCondLst>
                                    <p:cond delay="0"/>
                                  </p:stCondLst>
                                  <p:childTnLst>
                                    <p:animClr clrSpc="rgb" dir="cw">
                                      <p:cBhvr>
                                        <p:cTn id="144" dur="500" fill="hold"/>
                                        <p:tgtEl>
                                          <p:spTgt spid="33"/>
                                        </p:tgtEl>
                                        <p:attrNameLst>
                                          <p:attrName>stroke.color</p:attrName>
                                        </p:attrNameLst>
                                      </p:cBhvr>
                                      <p:to>
                                        <a:srgbClr val="FFFF00"/>
                                      </p:to>
                                    </p:animClr>
                                    <p:set>
                                      <p:cBhvr>
                                        <p:cTn id="145" dur="500" fill="hold"/>
                                        <p:tgtEl>
                                          <p:spTgt spid="33"/>
                                        </p:tgtEl>
                                        <p:attrNameLst>
                                          <p:attrName>stroke.on</p:attrName>
                                        </p:attrNameLst>
                                      </p:cBhvr>
                                      <p:to>
                                        <p:strVal val="true"/>
                                      </p:to>
                                    </p:set>
                                  </p:childTnLst>
                                </p:cTn>
                              </p:par>
                            </p:childTnLst>
                          </p:cTn>
                        </p:par>
                        <p:par>
                          <p:cTn id="146" fill="hold">
                            <p:stCondLst>
                              <p:cond delay="1000"/>
                            </p:stCondLst>
                            <p:childTnLst>
                              <p:par>
                                <p:cTn id="147" presetID="7" presetClass="emph" presetSubtype="2" fill="hold" nodeType="afterEffect">
                                  <p:stCondLst>
                                    <p:cond delay="0"/>
                                  </p:stCondLst>
                                  <p:childTnLst>
                                    <p:animClr clrSpc="rgb" dir="cw">
                                      <p:cBhvr>
                                        <p:cTn id="148" dur="500" fill="hold"/>
                                        <p:tgtEl>
                                          <p:spTgt spid="39"/>
                                        </p:tgtEl>
                                        <p:attrNameLst>
                                          <p:attrName>stroke.color</p:attrName>
                                        </p:attrNameLst>
                                      </p:cBhvr>
                                      <p:to>
                                        <a:srgbClr val="FFFF00"/>
                                      </p:to>
                                    </p:animClr>
                                    <p:set>
                                      <p:cBhvr>
                                        <p:cTn id="149" dur="500" fill="hold"/>
                                        <p:tgtEl>
                                          <p:spTgt spid="39"/>
                                        </p:tgtEl>
                                        <p:attrNameLst>
                                          <p:attrName>stroke.on</p:attrName>
                                        </p:attrNameLst>
                                      </p:cBhvr>
                                      <p:to>
                                        <p:strVal val="true"/>
                                      </p:to>
                                    </p:set>
                                  </p:childTnLst>
                                </p:cTn>
                              </p:par>
                            </p:childTnLst>
                          </p:cTn>
                        </p:par>
                        <p:par>
                          <p:cTn id="150" fill="hold">
                            <p:stCondLst>
                              <p:cond delay="1500"/>
                            </p:stCondLst>
                            <p:childTnLst>
                              <p:par>
                                <p:cTn id="151" presetID="7" presetClass="emph" presetSubtype="2" fill="hold" nodeType="afterEffect">
                                  <p:stCondLst>
                                    <p:cond delay="0"/>
                                  </p:stCondLst>
                                  <p:childTnLst>
                                    <p:animClr clrSpc="rgb" dir="cw">
                                      <p:cBhvr>
                                        <p:cTn id="152" dur="500" fill="hold"/>
                                        <p:tgtEl>
                                          <p:spTgt spid="40"/>
                                        </p:tgtEl>
                                        <p:attrNameLst>
                                          <p:attrName>stroke.color</p:attrName>
                                        </p:attrNameLst>
                                      </p:cBhvr>
                                      <p:to>
                                        <a:srgbClr val="FFFF00"/>
                                      </p:to>
                                    </p:animClr>
                                    <p:set>
                                      <p:cBhvr>
                                        <p:cTn id="153" dur="500" fill="hold"/>
                                        <p:tgtEl>
                                          <p:spTgt spid="40"/>
                                        </p:tgtEl>
                                        <p:attrNameLst>
                                          <p:attrName>stroke.on</p:attrName>
                                        </p:attrNameLst>
                                      </p:cBhvr>
                                      <p:to>
                                        <p:strVal val="true"/>
                                      </p:to>
                                    </p:set>
                                  </p:childTnLst>
                                </p:cTn>
                              </p:par>
                            </p:childTnLst>
                          </p:cTn>
                        </p:par>
                        <p:par>
                          <p:cTn id="154" fill="hold">
                            <p:stCondLst>
                              <p:cond delay="2000"/>
                            </p:stCondLst>
                            <p:childTnLst>
                              <p:par>
                                <p:cTn id="155" presetID="7" presetClass="emph" presetSubtype="2" fill="hold" nodeType="afterEffect">
                                  <p:stCondLst>
                                    <p:cond delay="0"/>
                                  </p:stCondLst>
                                  <p:childTnLst>
                                    <p:animClr clrSpc="rgb" dir="cw">
                                      <p:cBhvr>
                                        <p:cTn id="156" dur="500" fill="hold"/>
                                        <p:tgtEl>
                                          <p:spTgt spid="41"/>
                                        </p:tgtEl>
                                        <p:attrNameLst>
                                          <p:attrName>stroke.color</p:attrName>
                                        </p:attrNameLst>
                                      </p:cBhvr>
                                      <p:to>
                                        <a:srgbClr val="FFFF00"/>
                                      </p:to>
                                    </p:animClr>
                                    <p:set>
                                      <p:cBhvr>
                                        <p:cTn id="157" dur="500" fill="hold"/>
                                        <p:tgtEl>
                                          <p:spTgt spid="41"/>
                                        </p:tgtEl>
                                        <p:attrNameLst>
                                          <p:attrName>stroke.on</p:attrName>
                                        </p:attrNameLst>
                                      </p:cBhvr>
                                      <p:to>
                                        <p:strVal val="true"/>
                                      </p:to>
                                    </p:set>
                                  </p:childTnLst>
                                </p:cTn>
                              </p:par>
                            </p:childTnLst>
                          </p:cTn>
                        </p:par>
                        <p:par>
                          <p:cTn id="158" fill="hold">
                            <p:stCondLst>
                              <p:cond delay="2500"/>
                            </p:stCondLst>
                            <p:childTnLst>
                              <p:par>
                                <p:cTn id="159" presetID="7" presetClass="emph" presetSubtype="2" fill="hold" nodeType="afterEffect">
                                  <p:stCondLst>
                                    <p:cond delay="0"/>
                                  </p:stCondLst>
                                  <p:childTnLst>
                                    <p:animClr clrSpc="rgb" dir="cw">
                                      <p:cBhvr>
                                        <p:cTn id="160" dur="500" fill="hold"/>
                                        <p:tgtEl>
                                          <p:spTgt spid="42"/>
                                        </p:tgtEl>
                                        <p:attrNameLst>
                                          <p:attrName>stroke.color</p:attrName>
                                        </p:attrNameLst>
                                      </p:cBhvr>
                                      <p:to>
                                        <a:srgbClr val="FFFF00"/>
                                      </p:to>
                                    </p:animClr>
                                    <p:set>
                                      <p:cBhvr>
                                        <p:cTn id="161" dur="500" fill="hold"/>
                                        <p:tgtEl>
                                          <p:spTgt spid="42"/>
                                        </p:tgtEl>
                                        <p:attrNameLst>
                                          <p:attrName>stroke.on</p:attrName>
                                        </p:attrNameLst>
                                      </p:cBhvr>
                                      <p:to>
                                        <p:strVal val="true"/>
                                      </p:to>
                                    </p:set>
                                  </p:childTnLst>
                                </p:cTn>
                              </p:par>
                            </p:childTnLst>
                          </p:cTn>
                        </p:par>
                        <p:par>
                          <p:cTn id="162" fill="hold">
                            <p:stCondLst>
                              <p:cond delay="3000"/>
                            </p:stCondLst>
                            <p:childTnLst>
                              <p:par>
                                <p:cTn id="163" presetID="7" presetClass="emph" presetSubtype="2" fill="hold" nodeType="afterEffect">
                                  <p:stCondLst>
                                    <p:cond delay="0"/>
                                  </p:stCondLst>
                                  <p:childTnLst>
                                    <p:animClr clrSpc="rgb" dir="cw">
                                      <p:cBhvr>
                                        <p:cTn id="164" dur="500" fill="hold"/>
                                        <p:tgtEl>
                                          <p:spTgt spid="43"/>
                                        </p:tgtEl>
                                        <p:attrNameLst>
                                          <p:attrName>stroke.color</p:attrName>
                                        </p:attrNameLst>
                                      </p:cBhvr>
                                      <p:to>
                                        <a:srgbClr val="FFFF00"/>
                                      </p:to>
                                    </p:animClr>
                                    <p:set>
                                      <p:cBhvr>
                                        <p:cTn id="165" dur="500" fill="hold"/>
                                        <p:tgtEl>
                                          <p:spTgt spid="43"/>
                                        </p:tgtEl>
                                        <p:attrNameLst>
                                          <p:attrName>stroke.on</p:attrName>
                                        </p:attrNameLst>
                                      </p:cBhvr>
                                      <p:to>
                                        <p:strVal val="true"/>
                                      </p:to>
                                    </p:set>
                                  </p:childTnLst>
                                </p:cTn>
                              </p:par>
                            </p:childTnLst>
                          </p:cTn>
                        </p:par>
                        <p:par>
                          <p:cTn id="166" fill="hold">
                            <p:stCondLst>
                              <p:cond delay="3500"/>
                            </p:stCondLst>
                            <p:childTnLst>
                              <p:par>
                                <p:cTn id="167" presetID="7" presetClass="emph" presetSubtype="2" fill="hold" nodeType="afterEffect">
                                  <p:stCondLst>
                                    <p:cond delay="0"/>
                                  </p:stCondLst>
                                  <p:childTnLst>
                                    <p:animClr clrSpc="rgb" dir="cw">
                                      <p:cBhvr>
                                        <p:cTn id="168" dur="500" fill="hold"/>
                                        <p:tgtEl>
                                          <p:spTgt spid="48"/>
                                        </p:tgtEl>
                                        <p:attrNameLst>
                                          <p:attrName>stroke.color</p:attrName>
                                        </p:attrNameLst>
                                      </p:cBhvr>
                                      <p:to>
                                        <a:srgbClr val="FFFF00"/>
                                      </p:to>
                                    </p:animClr>
                                    <p:set>
                                      <p:cBhvr>
                                        <p:cTn id="169" dur="500" fill="hold"/>
                                        <p:tgtEl>
                                          <p:spTgt spid="48"/>
                                        </p:tgtEl>
                                        <p:attrNameLst>
                                          <p:attrName>stroke.on</p:attrName>
                                        </p:attrNameLst>
                                      </p:cBhvr>
                                      <p:to>
                                        <p:strVal val="true"/>
                                      </p:to>
                                    </p:set>
                                  </p:childTnLst>
                                </p:cTn>
                              </p:par>
                            </p:childTnLst>
                          </p:cTn>
                        </p:par>
                        <p:par>
                          <p:cTn id="170" fill="hold">
                            <p:stCondLst>
                              <p:cond delay="4000"/>
                            </p:stCondLst>
                            <p:childTnLst>
                              <p:par>
                                <p:cTn id="171" presetID="7" presetClass="emph" presetSubtype="2" fill="hold" nodeType="afterEffect">
                                  <p:stCondLst>
                                    <p:cond delay="0"/>
                                  </p:stCondLst>
                                  <p:childTnLst>
                                    <p:animClr clrSpc="rgb" dir="cw">
                                      <p:cBhvr>
                                        <p:cTn id="172" dur="500" fill="hold"/>
                                        <p:tgtEl>
                                          <p:spTgt spid="49"/>
                                        </p:tgtEl>
                                        <p:attrNameLst>
                                          <p:attrName>stroke.color</p:attrName>
                                        </p:attrNameLst>
                                      </p:cBhvr>
                                      <p:to>
                                        <a:srgbClr val="FFFF00"/>
                                      </p:to>
                                    </p:animClr>
                                    <p:set>
                                      <p:cBhvr>
                                        <p:cTn id="173" dur="500" fill="hold"/>
                                        <p:tgtEl>
                                          <p:spTgt spid="49"/>
                                        </p:tgtEl>
                                        <p:attrNameLst>
                                          <p:attrName>stroke.on</p:attrName>
                                        </p:attrNameLst>
                                      </p:cBhvr>
                                      <p:to>
                                        <p:strVal val="true"/>
                                      </p:to>
                                    </p:set>
                                  </p:childTnLst>
                                </p:cTn>
                              </p:par>
                            </p:childTnLst>
                          </p:cTn>
                        </p:par>
                      </p:childTnLst>
                    </p:cTn>
                  </p:par>
                  <p:par>
                    <p:cTn id="174" fill="hold">
                      <p:stCondLst>
                        <p:cond delay="indefinite"/>
                      </p:stCondLst>
                      <p:childTnLst>
                        <p:par>
                          <p:cTn id="175" fill="hold">
                            <p:stCondLst>
                              <p:cond delay="0"/>
                            </p:stCondLst>
                            <p:childTnLst>
                              <p:par>
                                <p:cTn id="176" presetID="19" presetClass="emph" presetSubtype="0" fill="hold" grpId="1" nodeType="clickEffect">
                                  <p:stCondLst>
                                    <p:cond delay="0"/>
                                  </p:stCondLst>
                                  <p:childTnLst>
                                    <p:animClr clrSpc="rgb" dir="cw">
                                      <p:cBhvr override="childStyle">
                                        <p:cTn id="177" dur="500" fill="hold"/>
                                        <p:tgtEl>
                                          <p:spTgt spid="17"/>
                                        </p:tgtEl>
                                        <p:attrNameLst>
                                          <p:attrName>style.color</p:attrName>
                                        </p:attrNameLst>
                                      </p:cBhvr>
                                      <p:to>
                                        <a:srgbClr val="FFFF00"/>
                                      </p:to>
                                    </p:animClr>
                                    <p:animClr clrSpc="rgb" dir="cw">
                                      <p:cBhvr>
                                        <p:cTn id="178" dur="500" fill="hold"/>
                                        <p:tgtEl>
                                          <p:spTgt spid="17"/>
                                        </p:tgtEl>
                                        <p:attrNameLst>
                                          <p:attrName>fillcolor</p:attrName>
                                        </p:attrNameLst>
                                      </p:cBhvr>
                                      <p:to>
                                        <a:srgbClr val="FFFF00"/>
                                      </p:to>
                                    </p:animClr>
                                    <p:set>
                                      <p:cBhvr>
                                        <p:cTn id="179" dur="500" fill="hold"/>
                                        <p:tgtEl>
                                          <p:spTgt spid="17"/>
                                        </p:tgtEl>
                                        <p:attrNameLst>
                                          <p:attrName>fill.type</p:attrName>
                                        </p:attrNameLst>
                                      </p:cBhvr>
                                      <p:to>
                                        <p:strVal val="solid"/>
                                      </p:to>
                                    </p:set>
                                    <p:set>
                                      <p:cBhvr>
                                        <p:cTn id="180" dur="500" fill="hold"/>
                                        <p:tgtEl>
                                          <p:spTgt spid="17"/>
                                        </p:tgtEl>
                                        <p:attrNameLst>
                                          <p:attrName>fill.on</p:attrName>
                                        </p:attrNameLst>
                                      </p:cBhvr>
                                      <p:to>
                                        <p:strVal val="true"/>
                                      </p:to>
                                    </p:set>
                                  </p:childTnLst>
                                </p:cTn>
                              </p:par>
                              <p:par>
                                <p:cTn id="181" presetID="19" presetClass="emph" presetSubtype="0" fill="hold" grpId="1" nodeType="withEffect">
                                  <p:stCondLst>
                                    <p:cond delay="0"/>
                                  </p:stCondLst>
                                  <p:childTnLst>
                                    <p:animClr clrSpc="rgb" dir="cw">
                                      <p:cBhvr override="childStyle">
                                        <p:cTn id="182" dur="500" fill="hold"/>
                                        <p:tgtEl>
                                          <p:spTgt spid="18"/>
                                        </p:tgtEl>
                                        <p:attrNameLst>
                                          <p:attrName>style.color</p:attrName>
                                        </p:attrNameLst>
                                      </p:cBhvr>
                                      <p:to>
                                        <a:srgbClr val="FFFF00"/>
                                      </p:to>
                                    </p:animClr>
                                    <p:animClr clrSpc="rgb" dir="cw">
                                      <p:cBhvr>
                                        <p:cTn id="183" dur="500" fill="hold"/>
                                        <p:tgtEl>
                                          <p:spTgt spid="18"/>
                                        </p:tgtEl>
                                        <p:attrNameLst>
                                          <p:attrName>fillcolor</p:attrName>
                                        </p:attrNameLst>
                                      </p:cBhvr>
                                      <p:to>
                                        <a:srgbClr val="FFFF00"/>
                                      </p:to>
                                    </p:animClr>
                                    <p:set>
                                      <p:cBhvr>
                                        <p:cTn id="184" dur="500" fill="hold"/>
                                        <p:tgtEl>
                                          <p:spTgt spid="18"/>
                                        </p:tgtEl>
                                        <p:attrNameLst>
                                          <p:attrName>fill.type</p:attrName>
                                        </p:attrNameLst>
                                      </p:cBhvr>
                                      <p:to>
                                        <p:strVal val="solid"/>
                                      </p:to>
                                    </p:set>
                                    <p:set>
                                      <p:cBhvr>
                                        <p:cTn id="185" dur="500" fill="hold"/>
                                        <p:tgtEl>
                                          <p:spTgt spid="18"/>
                                        </p:tgtEl>
                                        <p:attrNameLst>
                                          <p:attrName>fill.on</p:attrName>
                                        </p:attrNameLst>
                                      </p:cBhvr>
                                      <p:to>
                                        <p:strVal val="true"/>
                                      </p:to>
                                    </p:set>
                                  </p:childTnLst>
                                </p:cTn>
                              </p:par>
                              <p:par>
                                <p:cTn id="186" presetID="19" presetClass="emph" presetSubtype="0" fill="hold" grpId="1" nodeType="withEffect">
                                  <p:stCondLst>
                                    <p:cond delay="0"/>
                                  </p:stCondLst>
                                  <p:childTnLst>
                                    <p:animClr clrSpc="rgb" dir="cw">
                                      <p:cBhvr override="childStyle">
                                        <p:cTn id="187" dur="500" fill="hold"/>
                                        <p:tgtEl>
                                          <p:spTgt spid="20"/>
                                        </p:tgtEl>
                                        <p:attrNameLst>
                                          <p:attrName>style.color</p:attrName>
                                        </p:attrNameLst>
                                      </p:cBhvr>
                                      <p:to>
                                        <a:srgbClr val="FFFF00"/>
                                      </p:to>
                                    </p:animClr>
                                    <p:animClr clrSpc="rgb" dir="cw">
                                      <p:cBhvr>
                                        <p:cTn id="188" dur="500" fill="hold"/>
                                        <p:tgtEl>
                                          <p:spTgt spid="20"/>
                                        </p:tgtEl>
                                        <p:attrNameLst>
                                          <p:attrName>fillcolor</p:attrName>
                                        </p:attrNameLst>
                                      </p:cBhvr>
                                      <p:to>
                                        <a:srgbClr val="FFFF00"/>
                                      </p:to>
                                    </p:animClr>
                                    <p:set>
                                      <p:cBhvr>
                                        <p:cTn id="189" dur="500" fill="hold"/>
                                        <p:tgtEl>
                                          <p:spTgt spid="20"/>
                                        </p:tgtEl>
                                        <p:attrNameLst>
                                          <p:attrName>fill.type</p:attrName>
                                        </p:attrNameLst>
                                      </p:cBhvr>
                                      <p:to>
                                        <p:strVal val="solid"/>
                                      </p:to>
                                    </p:set>
                                    <p:set>
                                      <p:cBhvr>
                                        <p:cTn id="190" dur="500" fill="hold"/>
                                        <p:tgtEl>
                                          <p:spTgt spid="20"/>
                                        </p:tgtEl>
                                        <p:attrNameLst>
                                          <p:attrName>fill.on</p:attrName>
                                        </p:attrNameLst>
                                      </p:cBhvr>
                                      <p:to>
                                        <p:strVal val="tru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54">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54">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54">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5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6" grpId="0" animBg="1"/>
      <p:bldP spid="6" grpId="1" animBg="1"/>
      <p:bldP spid="7" grpId="0" animBg="1"/>
      <p:bldP spid="7" grpId="1" animBg="1"/>
      <p:bldP spid="8" grpId="0" animBg="1"/>
      <p:bldP spid="9" grpId="0" animBg="1"/>
      <p:bldP spid="9" grpId="1" animBg="1"/>
      <p:bldP spid="10" grpId="0"/>
      <p:bldP spid="11" grpId="0"/>
      <p:bldP spid="12" grpId="0"/>
      <p:bldP spid="13" grpId="0"/>
      <p:bldP spid="14" grpId="0"/>
      <p:bldP spid="15" grpId="0"/>
      <p:bldP spid="16" grpId="0" animBg="1"/>
      <p:bldP spid="17" grpId="0" animBg="1"/>
      <p:bldP spid="17" grpId="1" animBg="1"/>
      <p:bldP spid="18" grpId="0" animBg="1"/>
      <p:bldP spid="18" grpId="1" animBg="1"/>
      <p:bldP spid="19" grpId="0" animBg="1"/>
      <p:bldP spid="20" grpId="0" animBg="1"/>
      <p:bldP spid="20" grpId="1" animBg="1"/>
      <p:bldP spid="21" grpId="0" animBg="1"/>
      <p:bldP spid="22" grpId="0" animBg="1"/>
      <p:bldP spid="23" grpId="0"/>
      <p:bldP spid="24" grpId="0"/>
      <p:bldP spid="25" grpId="0"/>
      <p:bldP spid="26" grpId="0"/>
      <p:bldP spid="27" grpId="0"/>
      <p:bldP spid="28" grpId="0"/>
      <p:bldP spid="29" grpId="0"/>
      <p:bldP spid="30" grpId="0"/>
      <p:bldP spid="31"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Hall’s Theorem Application.</a:t>
            </a:r>
          </a:p>
        </p:txBody>
      </p:sp>
      <p:sp>
        <p:nvSpPr>
          <p:cNvPr id="121" name="Content Placeholder 120"/>
          <p:cNvSpPr>
            <a:spLocks noGrp="1"/>
          </p:cNvSpPr>
          <p:nvPr>
            <p:ph idx="1"/>
          </p:nvPr>
        </p:nvSpPr>
        <p:spPr>
          <a:xfrm>
            <a:off x="131180" y="863445"/>
            <a:ext cx="11929641" cy="1674340"/>
          </a:xfrm>
        </p:spPr>
        <p:txBody>
          <a:bodyPr/>
          <a:lstStyle/>
          <a:p>
            <a:r>
              <a:rPr lang="en-US" dirty="0"/>
              <a:t>In this diagram, a bipartite graph, the students are at the top and the companies are at the bottom. A student and a company is connected if the company wants to hire the student. For example, d will hire any student, so d is connected to A, B, C, and D. Can every student gets a job?</a:t>
            </a:r>
          </a:p>
          <a:p>
            <a:endParaRPr lang="en-US" dirty="0"/>
          </a:p>
        </p:txBody>
      </p:sp>
      <p:sp>
        <p:nvSpPr>
          <p:cNvPr id="57" name="Oval 56">
            <a:extLst>
              <a:ext uri="{FF2B5EF4-FFF2-40B4-BE49-F238E27FC236}">
                <a16:creationId xmlns:a16="http://schemas.microsoft.com/office/drawing/2014/main" id="{BDD11F87-DA81-9510-C1CB-0AF4093562CB}"/>
              </a:ext>
            </a:extLst>
          </p:cNvPr>
          <p:cNvSpPr/>
          <p:nvPr/>
        </p:nvSpPr>
        <p:spPr>
          <a:xfrm rot="5400000">
            <a:off x="8770595" y="2917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8" name="Oval 57">
            <a:extLst>
              <a:ext uri="{FF2B5EF4-FFF2-40B4-BE49-F238E27FC236}">
                <a16:creationId xmlns:a16="http://schemas.microsoft.com/office/drawing/2014/main" id="{BDD11F87-DA81-9510-C1CB-0AF4093562CB}"/>
              </a:ext>
            </a:extLst>
          </p:cNvPr>
          <p:cNvSpPr/>
          <p:nvPr/>
        </p:nvSpPr>
        <p:spPr>
          <a:xfrm rot="5400000">
            <a:off x="9471890" y="2917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9" name="Oval 58">
            <a:extLst>
              <a:ext uri="{FF2B5EF4-FFF2-40B4-BE49-F238E27FC236}">
                <a16:creationId xmlns:a16="http://schemas.microsoft.com/office/drawing/2014/main" id="{BDD11F87-DA81-9510-C1CB-0AF4093562CB}"/>
              </a:ext>
            </a:extLst>
          </p:cNvPr>
          <p:cNvSpPr/>
          <p:nvPr/>
        </p:nvSpPr>
        <p:spPr>
          <a:xfrm rot="5400000">
            <a:off x="10209782" y="2917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0" name="Oval 59">
            <a:extLst>
              <a:ext uri="{FF2B5EF4-FFF2-40B4-BE49-F238E27FC236}">
                <a16:creationId xmlns:a16="http://schemas.microsoft.com/office/drawing/2014/main" id="{BDD11F87-DA81-9510-C1CB-0AF4093562CB}"/>
              </a:ext>
            </a:extLst>
          </p:cNvPr>
          <p:cNvSpPr/>
          <p:nvPr/>
        </p:nvSpPr>
        <p:spPr>
          <a:xfrm rot="5400000">
            <a:off x="10947674" y="2917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3" name="Rectangle 62"/>
          <p:cNvSpPr/>
          <p:nvPr/>
        </p:nvSpPr>
        <p:spPr>
          <a:xfrm>
            <a:off x="8669842" y="2437040"/>
            <a:ext cx="391454" cy="523220"/>
          </a:xfrm>
          <a:prstGeom prst="rect">
            <a:avLst/>
          </a:prstGeom>
        </p:spPr>
        <p:txBody>
          <a:bodyPr wrap="none">
            <a:spAutoFit/>
          </a:bodyPr>
          <a:lstStyle/>
          <a:p>
            <a:r>
              <a:rPr lang="en-US" sz="2800" dirty="0">
                <a:solidFill>
                  <a:srgbClr val="002060"/>
                </a:solidFill>
              </a:rPr>
              <a:t>A</a:t>
            </a:r>
          </a:p>
        </p:txBody>
      </p:sp>
      <p:sp>
        <p:nvSpPr>
          <p:cNvPr id="64" name="Rectangle 63"/>
          <p:cNvSpPr/>
          <p:nvPr/>
        </p:nvSpPr>
        <p:spPr>
          <a:xfrm>
            <a:off x="9269616" y="2437040"/>
            <a:ext cx="380232" cy="523220"/>
          </a:xfrm>
          <a:prstGeom prst="rect">
            <a:avLst/>
          </a:prstGeom>
        </p:spPr>
        <p:txBody>
          <a:bodyPr wrap="none">
            <a:spAutoFit/>
          </a:bodyPr>
          <a:lstStyle/>
          <a:p>
            <a:r>
              <a:rPr lang="en-US" sz="2800" dirty="0">
                <a:solidFill>
                  <a:srgbClr val="002060"/>
                </a:solidFill>
              </a:rPr>
              <a:t>B</a:t>
            </a:r>
          </a:p>
        </p:txBody>
      </p:sp>
      <p:sp>
        <p:nvSpPr>
          <p:cNvPr id="65" name="Rectangle 64"/>
          <p:cNvSpPr/>
          <p:nvPr/>
        </p:nvSpPr>
        <p:spPr>
          <a:xfrm>
            <a:off x="10007508" y="2437040"/>
            <a:ext cx="388248" cy="523220"/>
          </a:xfrm>
          <a:prstGeom prst="rect">
            <a:avLst/>
          </a:prstGeom>
        </p:spPr>
        <p:txBody>
          <a:bodyPr wrap="none">
            <a:spAutoFit/>
          </a:bodyPr>
          <a:lstStyle/>
          <a:p>
            <a:r>
              <a:rPr lang="en-US" sz="2800" dirty="0">
                <a:solidFill>
                  <a:srgbClr val="002060"/>
                </a:solidFill>
              </a:rPr>
              <a:t>C</a:t>
            </a:r>
          </a:p>
        </p:txBody>
      </p:sp>
      <p:sp>
        <p:nvSpPr>
          <p:cNvPr id="66" name="Rectangle 65"/>
          <p:cNvSpPr/>
          <p:nvPr/>
        </p:nvSpPr>
        <p:spPr>
          <a:xfrm>
            <a:off x="10857442" y="2427515"/>
            <a:ext cx="389850" cy="523220"/>
          </a:xfrm>
          <a:prstGeom prst="rect">
            <a:avLst/>
          </a:prstGeom>
        </p:spPr>
        <p:txBody>
          <a:bodyPr wrap="none">
            <a:spAutoFit/>
          </a:bodyPr>
          <a:lstStyle/>
          <a:p>
            <a:r>
              <a:rPr lang="en-US" sz="2800" dirty="0">
                <a:solidFill>
                  <a:srgbClr val="002060"/>
                </a:solidFill>
              </a:rPr>
              <a:t>D</a:t>
            </a:r>
          </a:p>
        </p:txBody>
      </p:sp>
      <p:sp>
        <p:nvSpPr>
          <p:cNvPr id="69" name="Oval 68">
            <a:extLst>
              <a:ext uri="{FF2B5EF4-FFF2-40B4-BE49-F238E27FC236}">
                <a16:creationId xmlns:a16="http://schemas.microsoft.com/office/drawing/2014/main" id="{BDD11F87-DA81-9510-C1CB-0AF4093562CB}"/>
              </a:ext>
            </a:extLst>
          </p:cNvPr>
          <p:cNvSpPr/>
          <p:nvPr/>
        </p:nvSpPr>
        <p:spPr>
          <a:xfrm rot="5400000">
            <a:off x="8992761" y="5215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0" name="Oval 69">
            <a:extLst>
              <a:ext uri="{FF2B5EF4-FFF2-40B4-BE49-F238E27FC236}">
                <a16:creationId xmlns:a16="http://schemas.microsoft.com/office/drawing/2014/main" id="{BDD11F87-DA81-9510-C1CB-0AF4093562CB}"/>
              </a:ext>
            </a:extLst>
          </p:cNvPr>
          <p:cNvSpPr/>
          <p:nvPr/>
        </p:nvSpPr>
        <p:spPr>
          <a:xfrm rot="5400000">
            <a:off x="9694056" y="5215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1" name="Oval 70">
            <a:extLst>
              <a:ext uri="{FF2B5EF4-FFF2-40B4-BE49-F238E27FC236}">
                <a16:creationId xmlns:a16="http://schemas.microsoft.com/office/drawing/2014/main" id="{BDD11F87-DA81-9510-C1CB-0AF4093562CB}"/>
              </a:ext>
            </a:extLst>
          </p:cNvPr>
          <p:cNvSpPr/>
          <p:nvPr/>
        </p:nvSpPr>
        <p:spPr>
          <a:xfrm rot="5400000">
            <a:off x="10431948" y="5215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6" name="Rectangle 75"/>
          <p:cNvSpPr/>
          <p:nvPr/>
        </p:nvSpPr>
        <p:spPr>
          <a:xfrm>
            <a:off x="8793247" y="5359289"/>
            <a:ext cx="356188" cy="523220"/>
          </a:xfrm>
          <a:prstGeom prst="rect">
            <a:avLst/>
          </a:prstGeom>
        </p:spPr>
        <p:txBody>
          <a:bodyPr wrap="none">
            <a:spAutoFit/>
          </a:bodyPr>
          <a:lstStyle/>
          <a:p>
            <a:r>
              <a:rPr lang="en-US" sz="2800" dirty="0">
                <a:solidFill>
                  <a:srgbClr val="002060"/>
                </a:solidFill>
              </a:rPr>
              <a:t>a</a:t>
            </a:r>
          </a:p>
        </p:txBody>
      </p:sp>
      <p:sp>
        <p:nvSpPr>
          <p:cNvPr id="77" name="Rectangle 76"/>
          <p:cNvSpPr/>
          <p:nvPr/>
        </p:nvSpPr>
        <p:spPr>
          <a:xfrm>
            <a:off x="9508749" y="5359289"/>
            <a:ext cx="360996" cy="523220"/>
          </a:xfrm>
          <a:prstGeom prst="rect">
            <a:avLst/>
          </a:prstGeom>
        </p:spPr>
        <p:txBody>
          <a:bodyPr wrap="none">
            <a:spAutoFit/>
          </a:bodyPr>
          <a:lstStyle/>
          <a:p>
            <a:r>
              <a:rPr lang="en-US" sz="2800" dirty="0">
                <a:solidFill>
                  <a:srgbClr val="002060"/>
                </a:solidFill>
              </a:rPr>
              <a:t>b</a:t>
            </a:r>
          </a:p>
        </p:txBody>
      </p:sp>
      <p:sp>
        <p:nvSpPr>
          <p:cNvPr id="78" name="Rectangle 77"/>
          <p:cNvSpPr/>
          <p:nvPr/>
        </p:nvSpPr>
        <p:spPr>
          <a:xfrm>
            <a:off x="10246641" y="5359289"/>
            <a:ext cx="349776" cy="523220"/>
          </a:xfrm>
          <a:prstGeom prst="rect">
            <a:avLst/>
          </a:prstGeom>
        </p:spPr>
        <p:txBody>
          <a:bodyPr wrap="none">
            <a:spAutoFit/>
          </a:bodyPr>
          <a:lstStyle/>
          <a:p>
            <a:r>
              <a:rPr lang="en-US" sz="2800" dirty="0">
                <a:solidFill>
                  <a:srgbClr val="002060"/>
                </a:solidFill>
              </a:rPr>
              <a:t>c</a:t>
            </a:r>
          </a:p>
        </p:txBody>
      </p:sp>
      <p:sp>
        <p:nvSpPr>
          <p:cNvPr id="79" name="Rectangle 78"/>
          <p:cNvSpPr/>
          <p:nvPr/>
        </p:nvSpPr>
        <p:spPr>
          <a:xfrm>
            <a:off x="11001325" y="5359289"/>
            <a:ext cx="362600" cy="523220"/>
          </a:xfrm>
          <a:prstGeom prst="rect">
            <a:avLst/>
          </a:prstGeom>
        </p:spPr>
        <p:txBody>
          <a:bodyPr wrap="none">
            <a:spAutoFit/>
          </a:bodyPr>
          <a:lstStyle/>
          <a:p>
            <a:r>
              <a:rPr lang="en-US" sz="2800" dirty="0">
                <a:solidFill>
                  <a:srgbClr val="002060"/>
                </a:solidFill>
              </a:rPr>
              <a:t>d</a:t>
            </a:r>
          </a:p>
        </p:txBody>
      </p:sp>
      <p:cxnSp>
        <p:nvCxnSpPr>
          <p:cNvPr id="85" name="Straight Connector 84">
            <a:extLst>
              <a:ext uri="{FF2B5EF4-FFF2-40B4-BE49-F238E27FC236}">
                <a16:creationId xmlns:a16="http://schemas.microsoft.com/office/drawing/2014/main" id="{6205DD86-315C-53B6-CEEF-A9919650168E}"/>
              </a:ext>
            </a:extLst>
          </p:cNvPr>
          <p:cNvCxnSpPr>
            <a:cxnSpLocks/>
            <a:stCxn id="57" idx="6"/>
            <a:endCxn id="70" idx="3"/>
          </p:cNvCxnSpPr>
          <p:nvPr/>
        </p:nvCxnSpPr>
        <p:spPr>
          <a:xfrm>
            <a:off x="8842595" y="3061004"/>
            <a:ext cx="872549"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6205DD86-315C-53B6-CEEF-A9919650168E}"/>
              </a:ext>
            </a:extLst>
          </p:cNvPr>
          <p:cNvCxnSpPr>
            <a:cxnSpLocks/>
            <a:stCxn id="58" idx="6"/>
            <a:endCxn id="107" idx="3"/>
          </p:cNvCxnSpPr>
          <p:nvPr/>
        </p:nvCxnSpPr>
        <p:spPr>
          <a:xfrm>
            <a:off x="9543890" y="3061004"/>
            <a:ext cx="1598531"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88" name="Straight Connector 87">
            <a:extLst>
              <a:ext uri="{FF2B5EF4-FFF2-40B4-BE49-F238E27FC236}">
                <a16:creationId xmlns:a16="http://schemas.microsoft.com/office/drawing/2014/main" id="{6205DD86-315C-53B6-CEEF-A9919650168E}"/>
              </a:ext>
            </a:extLst>
          </p:cNvPr>
          <p:cNvCxnSpPr>
            <a:cxnSpLocks/>
            <a:stCxn id="58" idx="6"/>
            <a:endCxn id="70" idx="2"/>
          </p:cNvCxnSpPr>
          <p:nvPr/>
        </p:nvCxnSpPr>
        <p:spPr>
          <a:xfrm>
            <a:off x="9543890" y="3061004"/>
            <a:ext cx="222166"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6205DD86-315C-53B6-CEEF-A9919650168E}"/>
              </a:ext>
            </a:extLst>
          </p:cNvPr>
          <p:cNvCxnSpPr>
            <a:cxnSpLocks/>
            <a:stCxn id="59" idx="6"/>
            <a:endCxn id="69" idx="1"/>
          </p:cNvCxnSpPr>
          <p:nvPr/>
        </p:nvCxnSpPr>
        <p:spPr>
          <a:xfrm flipH="1">
            <a:off x="9115673" y="3061004"/>
            <a:ext cx="1166109"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94" name="Straight Connector 93">
            <a:extLst>
              <a:ext uri="{FF2B5EF4-FFF2-40B4-BE49-F238E27FC236}">
                <a16:creationId xmlns:a16="http://schemas.microsoft.com/office/drawing/2014/main" id="{6205DD86-315C-53B6-CEEF-A9919650168E}"/>
              </a:ext>
            </a:extLst>
          </p:cNvPr>
          <p:cNvCxnSpPr>
            <a:cxnSpLocks/>
            <a:endCxn id="107" idx="3"/>
          </p:cNvCxnSpPr>
          <p:nvPr/>
        </p:nvCxnSpPr>
        <p:spPr>
          <a:xfrm>
            <a:off x="11024732" y="3061004"/>
            <a:ext cx="117689"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sp>
        <p:nvSpPr>
          <p:cNvPr id="107" name="Oval 106">
            <a:extLst>
              <a:ext uri="{FF2B5EF4-FFF2-40B4-BE49-F238E27FC236}">
                <a16:creationId xmlns:a16="http://schemas.microsoft.com/office/drawing/2014/main" id="{BDD11F87-DA81-9510-C1CB-0AF4093562CB}"/>
              </a:ext>
            </a:extLst>
          </p:cNvPr>
          <p:cNvSpPr/>
          <p:nvPr/>
        </p:nvSpPr>
        <p:spPr>
          <a:xfrm rot="5400000">
            <a:off x="11121333" y="5215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2" name="Straight Connector 111">
            <a:extLst>
              <a:ext uri="{FF2B5EF4-FFF2-40B4-BE49-F238E27FC236}">
                <a16:creationId xmlns:a16="http://schemas.microsoft.com/office/drawing/2014/main" id="{6205DD86-315C-53B6-CEEF-A9919650168E}"/>
              </a:ext>
            </a:extLst>
          </p:cNvPr>
          <p:cNvCxnSpPr>
            <a:cxnSpLocks/>
            <a:stCxn id="59" idx="6"/>
            <a:endCxn id="71" idx="2"/>
          </p:cNvCxnSpPr>
          <p:nvPr/>
        </p:nvCxnSpPr>
        <p:spPr>
          <a:xfrm>
            <a:off x="10281782" y="3061004"/>
            <a:ext cx="222166"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15" name="Straight Connector 114">
            <a:extLst>
              <a:ext uri="{FF2B5EF4-FFF2-40B4-BE49-F238E27FC236}">
                <a16:creationId xmlns:a16="http://schemas.microsoft.com/office/drawing/2014/main" id="{6205DD86-315C-53B6-CEEF-A9919650168E}"/>
              </a:ext>
            </a:extLst>
          </p:cNvPr>
          <p:cNvCxnSpPr>
            <a:cxnSpLocks/>
            <a:stCxn id="59" idx="6"/>
            <a:endCxn id="107" idx="3"/>
          </p:cNvCxnSpPr>
          <p:nvPr/>
        </p:nvCxnSpPr>
        <p:spPr>
          <a:xfrm>
            <a:off x="10281782" y="3061004"/>
            <a:ext cx="860639"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19" name="Straight Connector 118">
            <a:extLst>
              <a:ext uri="{FF2B5EF4-FFF2-40B4-BE49-F238E27FC236}">
                <a16:creationId xmlns:a16="http://schemas.microsoft.com/office/drawing/2014/main" id="{6205DD86-315C-53B6-CEEF-A9919650168E}"/>
              </a:ext>
            </a:extLst>
          </p:cNvPr>
          <p:cNvCxnSpPr>
            <a:cxnSpLocks/>
            <a:stCxn id="57" idx="7"/>
            <a:endCxn id="107" idx="3"/>
          </p:cNvCxnSpPr>
          <p:nvPr/>
        </p:nvCxnSpPr>
        <p:spPr>
          <a:xfrm>
            <a:off x="8893507" y="3039916"/>
            <a:ext cx="2248914"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E3B0594-401D-AD42-40C3-78FA8F7E5C5B}"/>
                  </a:ext>
                </a:extLst>
              </p:cNvPr>
              <p:cNvSpPr txBox="1"/>
              <p:nvPr/>
            </p:nvSpPr>
            <p:spPr>
              <a:xfrm>
                <a:off x="134037" y="2886012"/>
                <a:ext cx="8287222" cy="2677656"/>
              </a:xfrm>
              <a:prstGeom prst="rect">
                <a:avLst/>
              </a:prstGeom>
              <a:noFill/>
            </p:spPr>
            <p:txBody>
              <a:bodyPr wrap="square">
                <a:spAutoFit/>
              </a:bodyPr>
              <a:lstStyle/>
              <a:p>
                <a:pPr marL="457200" indent="-457200">
                  <a:lnSpc>
                    <a:spcPct val="100000"/>
                  </a:lnSpc>
                  <a:buFont typeface="Wingdings" panose="05000000000000000000" pitchFamily="2" charset="2"/>
                  <a:buChar char="ü"/>
                </a:pPr>
                <a:r>
                  <a:rPr lang="en-US" sz="2800" dirty="0">
                    <a:solidFill>
                      <a:srgbClr val="002060"/>
                    </a:solidFill>
                  </a:rPr>
                  <a:t>For answer to this question we apply Hall’s theorem.</a:t>
                </a:r>
              </a:p>
              <a:p>
                <a:pPr marL="457200" indent="-457200">
                  <a:lnSpc>
                    <a:spcPct val="100000"/>
                  </a:lnSpc>
                  <a:buFont typeface="Wingdings" panose="05000000000000000000" pitchFamily="2" charset="2"/>
                  <a:buChar char="ü"/>
                </a:pPr>
                <a:r>
                  <a:rPr lang="en-US" sz="2800" dirty="0">
                    <a:solidFill>
                      <a:srgbClr val="002060"/>
                    </a:solidFill>
                  </a:rPr>
                  <a:t>Here if we take</a:t>
                </a:r>
                <a14:m>
                  <m:oMath xmlns:m="http://schemas.openxmlformats.org/officeDocument/2006/math">
                    <m:r>
                      <a:rPr lang="en-US" sz="2800" dirty="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S</m:t>
                    </m:r>
                    <m:r>
                      <a:rPr lang="en-US" sz="2800" dirty="0">
                        <a:solidFill>
                          <a:srgbClr val="002060"/>
                        </a:solidFill>
                        <a:latin typeface="Cambria Math" panose="02040503050406030204" pitchFamily="18" charset="0"/>
                      </a:rPr>
                      <m:t>=</m:t>
                    </m:r>
                    <m:d>
                      <m:dPr>
                        <m:begChr m:val="{"/>
                        <m:endChr m:val="}"/>
                        <m:ctrlPr>
                          <a:rPr lang="en-US" sz="2800" i="1" dirty="0">
                            <a:solidFill>
                              <a:srgbClr val="002060"/>
                            </a:solidFill>
                            <a:latin typeface="Cambria Math" panose="02040503050406030204" pitchFamily="18" charset="0"/>
                          </a:rPr>
                        </m:ctrlPr>
                      </m:dPr>
                      <m:e>
                        <m:r>
                          <m:rPr>
                            <m:sty m:val="p"/>
                          </m:rPr>
                          <a:rPr lang="en-US" sz="2800" dirty="0">
                            <a:solidFill>
                              <a:srgbClr val="002060"/>
                            </a:solidFill>
                            <a:latin typeface="Cambria Math" panose="02040503050406030204" pitchFamily="18" charset="0"/>
                          </a:rPr>
                          <m:t>A</m:t>
                        </m:r>
                        <m:r>
                          <a:rPr lang="en-US" sz="2800" dirty="0">
                            <a:solidFill>
                              <a:srgbClr val="002060"/>
                            </a:solidFill>
                            <a:latin typeface="Cambria Math" panose="02040503050406030204" pitchFamily="18" charset="0"/>
                          </a:rPr>
                          <m:t>,</m:t>
                        </m:r>
                        <m:r>
                          <m:rPr>
                            <m:sty m:val="p"/>
                          </m:rPr>
                          <a:rPr lang="en-US" sz="2800" dirty="0">
                            <a:solidFill>
                              <a:srgbClr val="002060"/>
                            </a:solidFill>
                            <a:latin typeface="Cambria Math" panose="02040503050406030204" pitchFamily="18" charset="0"/>
                          </a:rPr>
                          <m:t>B</m:t>
                        </m:r>
                        <m:r>
                          <a:rPr lang="en-US" sz="2800" dirty="0">
                            <a:solidFill>
                              <a:srgbClr val="002060"/>
                            </a:solidFill>
                            <a:latin typeface="Cambria Math" panose="02040503050406030204" pitchFamily="18" charset="0"/>
                          </a:rPr>
                          <m:t>,</m:t>
                        </m:r>
                        <m:r>
                          <m:rPr>
                            <m:sty m:val="p"/>
                          </m:rPr>
                          <a:rPr lang="en-US" sz="2800" dirty="0">
                            <a:solidFill>
                              <a:srgbClr val="002060"/>
                            </a:solidFill>
                            <a:latin typeface="Cambria Math" panose="02040503050406030204" pitchFamily="18" charset="0"/>
                          </a:rPr>
                          <m:t>D</m:t>
                        </m:r>
                      </m:e>
                    </m:d>
                  </m:oMath>
                </a14:m>
                <a:r>
                  <a:rPr lang="en-US" sz="2800" dirty="0">
                    <a:solidFill>
                      <a:srgbClr val="002060"/>
                    </a:solidFill>
                  </a:rPr>
                  <a:t> then</a:t>
                </a:r>
                <a14:m>
                  <m:oMath xmlns:m="http://schemas.openxmlformats.org/officeDocument/2006/math">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N</m:t>
                    </m:r>
                    <m:d>
                      <m:dPr>
                        <m:ctrlPr>
                          <a:rPr lang="en-US"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S</m:t>
                        </m:r>
                      </m:e>
                    </m:d>
                    <m:r>
                      <a:rPr lang="en-US" sz="2800" dirty="0">
                        <a:solidFill>
                          <a:srgbClr val="002060"/>
                        </a:solidFill>
                        <a:latin typeface="Cambria Math" panose="02040503050406030204" pitchFamily="18" charset="0"/>
                      </a:rPr>
                      <m:t>=</m:t>
                    </m:r>
                    <m:d>
                      <m:dPr>
                        <m:begChr m:val="{"/>
                        <m:endChr m:val="}"/>
                        <m:ctrlPr>
                          <a:rPr lang="en-US" sz="2800" i="1" dirty="0">
                            <a:solidFill>
                              <a:srgbClr val="002060"/>
                            </a:solidFill>
                            <a:latin typeface="Cambria Math" panose="02040503050406030204" pitchFamily="18" charset="0"/>
                          </a:rPr>
                        </m:ctrlPr>
                      </m:dPr>
                      <m:e>
                        <m:r>
                          <m:rPr>
                            <m:sty m:val="p"/>
                          </m:rPr>
                          <a:rPr lang="en-US" sz="2800" dirty="0">
                            <a:solidFill>
                              <a:srgbClr val="002060"/>
                            </a:solidFill>
                            <a:latin typeface="Cambria Math" panose="02040503050406030204" pitchFamily="18" charset="0"/>
                          </a:rPr>
                          <m:t>b</m:t>
                        </m:r>
                        <m:r>
                          <a:rPr lang="en-US" sz="2800" dirty="0">
                            <a:solidFill>
                              <a:srgbClr val="002060"/>
                            </a:solidFill>
                            <a:latin typeface="Cambria Math" panose="02040503050406030204" pitchFamily="18" charset="0"/>
                          </a:rPr>
                          <m:t>,</m:t>
                        </m:r>
                        <m:r>
                          <m:rPr>
                            <m:sty m:val="p"/>
                          </m:rPr>
                          <a:rPr lang="en-US" sz="2800" dirty="0">
                            <a:solidFill>
                              <a:srgbClr val="002060"/>
                            </a:solidFill>
                            <a:latin typeface="Cambria Math" panose="02040503050406030204" pitchFamily="18" charset="0"/>
                          </a:rPr>
                          <m:t>d</m:t>
                        </m:r>
                      </m:e>
                    </m:d>
                  </m:oMath>
                </a14:m>
                <a:r>
                  <a:rPr lang="en-US" sz="2800" dirty="0">
                    <a:solidFill>
                      <a:srgbClr val="002060"/>
                    </a:solidFill>
                  </a:rPr>
                  <a:t>.</a:t>
                </a:r>
              </a:p>
              <a:p>
                <a:pPr marL="457200" indent="-457200">
                  <a:lnSpc>
                    <a:spcPct val="100000"/>
                  </a:lnSpc>
                  <a:buFont typeface="Wingdings" panose="05000000000000000000" pitchFamily="2" charset="2"/>
                  <a:buChar char="ü"/>
                </a:pPr>
                <a:r>
                  <a:rPr lang="en-US" sz="2800" dirty="0">
                    <a:solidFill>
                      <a:srgbClr val="002060"/>
                    </a:solidFill>
                  </a:rPr>
                  <a:t>So,</a:t>
                </a:r>
                <a14:m>
                  <m:oMath xmlns:m="http://schemas.openxmlformats.org/officeDocument/2006/math">
                    <m:r>
                      <a:rPr lang="en-US" sz="2800" dirty="0">
                        <a:solidFill>
                          <a:srgbClr val="002060"/>
                        </a:solidFill>
                        <a:latin typeface="Cambria Math" panose="02040503050406030204" pitchFamily="18" charset="0"/>
                      </a:rPr>
                      <m:t> </m:t>
                    </m:r>
                    <m:d>
                      <m:dPr>
                        <m:begChr m:val="|"/>
                        <m:endChr m:val="|"/>
                        <m:ctrlPr>
                          <a:rPr lang="en-US"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S</m:t>
                        </m:r>
                      </m:e>
                    </m:d>
                    <m:r>
                      <a:rPr lang="en-US" sz="2800" dirty="0">
                        <a:solidFill>
                          <a:srgbClr val="002060"/>
                        </a:solidFill>
                        <a:latin typeface="Cambria Math" panose="02040503050406030204" pitchFamily="18" charset="0"/>
                      </a:rPr>
                      <m:t>&gt;</m:t>
                    </m:r>
                    <m:d>
                      <m:dPr>
                        <m:begChr m:val="|"/>
                        <m:endChr m:val="|"/>
                        <m:ctrlPr>
                          <a:rPr lang="en-US" sz="2800" i="1" dirty="0">
                            <a:solidFill>
                              <a:srgbClr val="002060"/>
                            </a:solidFill>
                            <a:latin typeface="Cambria Math" panose="02040503050406030204" pitchFamily="18" charset="0"/>
                          </a:rPr>
                        </m:ctrlPr>
                      </m:dPr>
                      <m:e>
                        <m:r>
                          <m:rPr>
                            <m:sty m:val="p"/>
                          </m:rPr>
                          <a:rPr lang="en-US" sz="2800" dirty="0">
                            <a:solidFill>
                              <a:srgbClr val="002060"/>
                            </a:solidFill>
                            <a:latin typeface="Cambria Math" panose="02040503050406030204" pitchFamily="18" charset="0"/>
                          </a:rPr>
                          <m:t>N</m:t>
                        </m:r>
                        <m:d>
                          <m:dPr>
                            <m:ctrlPr>
                              <a:rPr lang="en-US"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S</m:t>
                            </m:r>
                          </m:e>
                        </m:d>
                      </m:e>
                    </m:d>
                  </m:oMath>
                </a14:m>
                <a:r>
                  <a:rPr lang="en-US" sz="2800" dirty="0">
                    <a:solidFill>
                      <a:srgbClr val="002060"/>
                    </a:solidFill>
                  </a:rPr>
                  <a:t>.</a:t>
                </a:r>
              </a:p>
              <a:p>
                <a:pPr marL="457200" indent="-457200">
                  <a:buFont typeface="Wingdings" panose="05000000000000000000" pitchFamily="2" charset="2"/>
                  <a:buChar char="ü"/>
                </a:pPr>
                <a:r>
                  <a:rPr lang="en-US" sz="2800" dirty="0">
                    <a:solidFill>
                      <a:srgbClr val="002060"/>
                    </a:solidFill>
                  </a:rPr>
                  <a:t>So Hall's condition is violated.</a:t>
                </a:r>
              </a:p>
              <a:p>
                <a:pPr marL="457200" indent="-457200">
                  <a:buFont typeface="Wingdings" panose="05000000000000000000" pitchFamily="2" charset="2"/>
                  <a:buChar char="ü"/>
                </a:pPr>
                <a:r>
                  <a:rPr lang="en-US" sz="2800" dirty="0">
                    <a:solidFill>
                      <a:srgbClr val="002060"/>
                    </a:solidFill>
                  </a:rPr>
                  <a:t>No matching saturating all students exists.</a:t>
                </a:r>
              </a:p>
              <a:p>
                <a:pPr marL="457200" indent="-457200">
                  <a:buFont typeface="Wingdings" panose="05000000000000000000" pitchFamily="2" charset="2"/>
                  <a:buChar char="ü"/>
                </a:pPr>
                <a:r>
                  <a:rPr lang="en-US" sz="2800" dirty="0">
                    <a:solidFill>
                      <a:srgbClr val="002060"/>
                    </a:solidFill>
                  </a:rPr>
                  <a:t>Therefore, not every student can get a job.</a:t>
                </a:r>
              </a:p>
            </p:txBody>
          </p:sp>
        </mc:Choice>
        <mc:Fallback xmlns="">
          <p:sp>
            <p:nvSpPr>
              <p:cNvPr id="4" name="TextBox 3">
                <a:extLst>
                  <a:ext uri="{FF2B5EF4-FFF2-40B4-BE49-F238E27FC236}">
                    <a16:creationId xmlns:a16="http://schemas.microsoft.com/office/drawing/2014/main" id="{4E3B0594-401D-AD42-40C3-78FA8F7E5C5B}"/>
                  </a:ext>
                </a:extLst>
              </p:cNvPr>
              <p:cNvSpPr txBox="1">
                <a:spLocks noRot="1" noChangeAspect="1" noMove="1" noResize="1" noEditPoints="1" noAdjustHandles="1" noChangeArrowheads="1" noChangeShapeType="1" noTextEdit="1"/>
              </p:cNvSpPr>
              <p:nvPr/>
            </p:nvSpPr>
            <p:spPr>
              <a:xfrm>
                <a:off x="134037" y="2886012"/>
                <a:ext cx="8287222" cy="2677656"/>
              </a:xfrm>
              <a:prstGeom prst="rect">
                <a:avLst/>
              </a:prstGeom>
              <a:blipFill>
                <a:blip r:embed="rId2"/>
                <a:stretch>
                  <a:fillRect l="-1325" t="-2273" b="-5227"/>
                </a:stretch>
              </a:blipFill>
            </p:spPr>
            <p:txBody>
              <a:bodyPr/>
              <a:lstStyle/>
              <a:p>
                <a:r>
                  <a:rPr lang="en-IN">
                    <a:noFill/>
                  </a:rPr>
                  <a:t> </a:t>
                </a:r>
              </a:p>
            </p:txBody>
          </p:sp>
        </mc:Fallback>
      </mc:AlternateContent>
    </p:spTree>
    <p:extLst>
      <p:ext uri="{BB962C8B-B14F-4D97-AF65-F5344CB8AC3E}">
        <p14:creationId xmlns:p14="http://schemas.microsoft.com/office/powerpoint/2010/main" val="125837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9" grpId="0" animBg="1"/>
      <p:bldP spid="60" grpId="0" animBg="1"/>
      <p:bldP spid="63" grpId="0"/>
      <p:bldP spid="64" grpId="0"/>
      <p:bldP spid="65" grpId="0"/>
      <p:bldP spid="66" grpId="0"/>
      <p:bldP spid="69" grpId="0" animBg="1"/>
      <p:bldP spid="70" grpId="0" animBg="1"/>
      <p:bldP spid="71" grpId="0" animBg="1"/>
      <p:bldP spid="76" grpId="0"/>
      <p:bldP spid="77" grpId="0"/>
      <p:bldP spid="78" grpId="0"/>
      <p:bldP spid="79" grpId="0"/>
      <p:bldP spid="107" grpId="0" animBg="1"/>
      <p:bldP spid="4"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Hall’s Theorem Application.</a:t>
            </a:r>
          </a:p>
        </p:txBody>
      </p:sp>
      <p:sp>
        <p:nvSpPr>
          <p:cNvPr id="12" name="Content Placeholder 11"/>
          <p:cNvSpPr>
            <a:spLocks noGrp="1"/>
          </p:cNvSpPr>
          <p:nvPr>
            <p:ph idx="1"/>
          </p:nvPr>
        </p:nvSpPr>
        <p:spPr/>
        <p:txBody>
          <a:bodyPr/>
          <a:lstStyle/>
          <a:p>
            <a:r>
              <a:rPr lang="en-US" sz="3200" dirty="0"/>
              <a:t>Using Hall's Theorem, determine whether it is possible to schedule 7 distinct matches (1 from each team in Group A to 1 distinct team in Group B).</a:t>
            </a:r>
          </a:p>
          <a:p>
            <a:r>
              <a:rPr lang="en-US" sz="3200" dirty="0"/>
              <a:t>Is it possible that India plays against Pakistan in such a matching?</a:t>
            </a:r>
          </a:p>
          <a:p>
            <a:pPr marL="0" indent="0">
              <a:buNone/>
            </a:pPr>
            <a:endParaRPr lang="en-US" dirty="0"/>
          </a:p>
        </p:txBody>
      </p:sp>
    </p:spTree>
    <p:extLst>
      <p:ext uri="{BB962C8B-B14F-4D97-AF65-F5344CB8AC3E}">
        <p14:creationId xmlns:p14="http://schemas.microsoft.com/office/powerpoint/2010/main" val="10324369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Hall’s Theorem Application.</a:t>
            </a:r>
          </a:p>
        </p:txBody>
      </p:sp>
      <p:sp>
        <p:nvSpPr>
          <p:cNvPr id="3" name="Content Placeholder 2"/>
          <p:cNvSpPr>
            <a:spLocks noGrp="1"/>
          </p:cNvSpPr>
          <p:nvPr>
            <p:ph idx="1"/>
          </p:nvPr>
        </p:nvSpPr>
        <p:spPr>
          <a:xfrm>
            <a:off x="131180" y="863444"/>
            <a:ext cx="11929641" cy="5359555"/>
          </a:xfrm>
        </p:spPr>
        <p:txBody>
          <a:bodyPr/>
          <a:lstStyle/>
          <a:p>
            <a:r>
              <a:rPr lang="en-US" dirty="0"/>
              <a:t>Two groups of 7 cricket teams are set to play one-on-one matches — each team from </a:t>
            </a:r>
            <a:r>
              <a:rPr lang="en-US" b="1" dirty="0"/>
              <a:t>Group A</a:t>
            </a:r>
            <a:r>
              <a:rPr lang="en-US" dirty="0"/>
              <a:t> must play against exactly one distinct team from </a:t>
            </a:r>
            <a:r>
              <a:rPr lang="en-US" b="1" dirty="0"/>
              <a:t>Group B</a:t>
            </a:r>
            <a:r>
              <a:rPr lang="en-US" dirty="0"/>
              <a:t>. Matches are allowed only if both teams agree to play (i.e., there's an edge between them). </a:t>
            </a:r>
          </a:p>
          <a:p>
            <a:endParaRPr lang="en-US" dirty="0"/>
          </a:p>
        </p:txBody>
      </p:sp>
      <p:sp>
        <p:nvSpPr>
          <p:cNvPr id="5" name="Rectangle 4"/>
          <p:cNvSpPr/>
          <p:nvPr/>
        </p:nvSpPr>
        <p:spPr>
          <a:xfrm>
            <a:off x="497787" y="2389059"/>
            <a:ext cx="2527300"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solidFill>
                  <a:srgbClr val="002060"/>
                </a:solidFill>
              </a:rPr>
              <a:t>Group A (Home Teams):</a:t>
            </a:r>
            <a:endParaRPr lang="en-US" dirty="0">
              <a:solidFill>
                <a:srgbClr val="002060"/>
              </a:solidFill>
            </a:endParaRPr>
          </a:p>
          <a:p>
            <a:pPr>
              <a:buFont typeface="+mj-lt"/>
              <a:buAutoNum type="arabicPeriod"/>
            </a:pPr>
            <a:r>
              <a:rPr lang="en-US" dirty="0">
                <a:solidFill>
                  <a:srgbClr val="002060"/>
                </a:solidFill>
              </a:rPr>
              <a:t>India (IND)</a:t>
            </a:r>
          </a:p>
          <a:p>
            <a:pPr>
              <a:buFont typeface="+mj-lt"/>
              <a:buAutoNum type="arabicPeriod"/>
            </a:pPr>
            <a:r>
              <a:rPr lang="en-US" dirty="0">
                <a:solidFill>
                  <a:srgbClr val="002060"/>
                </a:solidFill>
              </a:rPr>
              <a:t>Sri Lanka (SL)</a:t>
            </a:r>
          </a:p>
          <a:p>
            <a:pPr>
              <a:buFont typeface="+mj-lt"/>
              <a:buAutoNum type="arabicPeriod"/>
            </a:pPr>
            <a:r>
              <a:rPr lang="en-US" dirty="0">
                <a:solidFill>
                  <a:srgbClr val="002060"/>
                </a:solidFill>
              </a:rPr>
              <a:t>New Zealand (NZ)</a:t>
            </a:r>
          </a:p>
          <a:p>
            <a:pPr>
              <a:buFont typeface="+mj-lt"/>
              <a:buAutoNum type="arabicPeriod"/>
            </a:pPr>
            <a:r>
              <a:rPr lang="en-US" dirty="0">
                <a:solidFill>
                  <a:srgbClr val="002060"/>
                </a:solidFill>
              </a:rPr>
              <a:t>South Africa (SA)</a:t>
            </a:r>
          </a:p>
          <a:p>
            <a:pPr>
              <a:buFont typeface="+mj-lt"/>
              <a:buAutoNum type="arabicPeriod"/>
            </a:pPr>
            <a:r>
              <a:rPr lang="en-US" dirty="0">
                <a:solidFill>
                  <a:srgbClr val="002060"/>
                </a:solidFill>
              </a:rPr>
              <a:t>Australia (AUS)</a:t>
            </a:r>
          </a:p>
          <a:p>
            <a:pPr>
              <a:buFont typeface="+mj-lt"/>
              <a:buAutoNum type="arabicPeriod"/>
            </a:pPr>
            <a:r>
              <a:rPr lang="en-US" dirty="0">
                <a:solidFill>
                  <a:srgbClr val="002060"/>
                </a:solidFill>
              </a:rPr>
              <a:t>England (ENG)</a:t>
            </a:r>
          </a:p>
          <a:p>
            <a:pPr>
              <a:buFont typeface="+mj-lt"/>
              <a:buAutoNum type="arabicPeriod"/>
            </a:pPr>
            <a:r>
              <a:rPr lang="en-US" dirty="0">
                <a:solidFill>
                  <a:srgbClr val="002060"/>
                </a:solidFill>
              </a:rPr>
              <a:t>Bangladesh (BAN)</a:t>
            </a:r>
          </a:p>
        </p:txBody>
      </p:sp>
      <p:sp>
        <p:nvSpPr>
          <p:cNvPr id="6" name="Rectangle 5"/>
          <p:cNvSpPr/>
          <p:nvPr/>
        </p:nvSpPr>
        <p:spPr>
          <a:xfrm>
            <a:off x="3105899" y="4194175"/>
            <a:ext cx="2425700" cy="2308324"/>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b="1" dirty="0">
                <a:solidFill>
                  <a:srgbClr val="002060"/>
                </a:solidFill>
              </a:rPr>
              <a:t>Group B (Away Teams):</a:t>
            </a:r>
            <a:endParaRPr lang="en-US" dirty="0">
              <a:solidFill>
                <a:srgbClr val="002060"/>
              </a:solidFill>
            </a:endParaRPr>
          </a:p>
          <a:p>
            <a:pPr>
              <a:buFont typeface="+mj-lt"/>
              <a:buAutoNum type="arabicPeriod"/>
            </a:pPr>
            <a:r>
              <a:rPr lang="en-US" dirty="0">
                <a:solidFill>
                  <a:srgbClr val="002060"/>
                </a:solidFill>
              </a:rPr>
              <a:t>Pakistan (PAK)</a:t>
            </a:r>
          </a:p>
          <a:p>
            <a:pPr>
              <a:buFont typeface="+mj-lt"/>
              <a:buAutoNum type="arabicPeriod"/>
            </a:pPr>
            <a:r>
              <a:rPr lang="en-US" dirty="0">
                <a:solidFill>
                  <a:srgbClr val="002060"/>
                </a:solidFill>
              </a:rPr>
              <a:t>West Indies (WI)</a:t>
            </a:r>
          </a:p>
          <a:p>
            <a:pPr>
              <a:buFont typeface="+mj-lt"/>
              <a:buAutoNum type="arabicPeriod"/>
            </a:pPr>
            <a:r>
              <a:rPr lang="en-US" dirty="0">
                <a:solidFill>
                  <a:srgbClr val="002060"/>
                </a:solidFill>
              </a:rPr>
              <a:t>Afghanistan (AFG)</a:t>
            </a:r>
          </a:p>
          <a:p>
            <a:pPr>
              <a:buFont typeface="+mj-lt"/>
              <a:buAutoNum type="arabicPeriod"/>
            </a:pPr>
            <a:r>
              <a:rPr lang="en-US" dirty="0">
                <a:solidFill>
                  <a:srgbClr val="002060"/>
                </a:solidFill>
              </a:rPr>
              <a:t>Ireland (IRE)</a:t>
            </a:r>
          </a:p>
          <a:p>
            <a:pPr>
              <a:buFont typeface="+mj-lt"/>
              <a:buAutoNum type="arabicPeriod"/>
            </a:pPr>
            <a:r>
              <a:rPr lang="en-US" dirty="0">
                <a:solidFill>
                  <a:srgbClr val="002060"/>
                </a:solidFill>
              </a:rPr>
              <a:t>Namibia (NAM)</a:t>
            </a:r>
          </a:p>
          <a:p>
            <a:pPr>
              <a:buFont typeface="+mj-lt"/>
              <a:buAutoNum type="arabicPeriod"/>
            </a:pPr>
            <a:r>
              <a:rPr lang="en-US" dirty="0">
                <a:solidFill>
                  <a:srgbClr val="002060"/>
                </a:solidFill>
              </a:rPr>
              <a:t>Netherlands (NED)</a:t>
            </a:r>
          </a:p>
          <a:p>
            <a:pPr>
              <a:buFont typeface="+mj-lt"/>
              <a:buAutoNum type="arabicPeriod"/>
            </a:pPr>
            <a:r>
              <a:rPr lang="en-US" dirty="0">
                <a:solidFill>
                  <a:srgbClr val="002060"/>
                </a:solidFill>
              </a:rPr>
              <a:t>Scotland (SCO)</a:t>
            </a:r>
          </a:p>
        </p:txBody>
      </p:sp>
      <p:sp>
        <p:nvSpPr>
          <p:cNvPr id="7" name="Rectangle 6"/>
          <p:cNvSpPr/>
          <p:nvPr/>
        </p:nvSpPr>
        <p:spPr>
          <a:xfrm>
            <a:off x="5612411" y="2389059"/>
            <a:ext cx="6286500" cy="230832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2060"/>
                </a:solidFill>
              </a:rPr>
              <a:t>Edges (Match Preferences):</a:t>
            </a:r>
          </a:p>
          <a:p>
            <a:pPr>
              <a:buFont typeface="Arial" panose="020B0604020202020204" pitchFamily="34" charset="0"/>
              <a:buChar char="•"/>
            </a:pPr>
            <a:r>
              <a:rPr lang="en-US" b="1" dirty="0">
                <a:solidFill>
                  <a:srgbClr val="002060"/>
                </a:solidFill>
              </a:rPr>
              <a:t>(A1) India →</a:t>
            </a:r>
            <a:r>
              <a:rPr lang="en-US" dirty="0">
                <a:solidFill>
                  <a:srgbClr val="002060"/>
                </a:solidFill>
              </a:rPr>
              <a:t> Pakistan (B1), West Indies (B2), Afghanistan (B3)</a:t>
            </a:r>
          </a:p>
          <a:p>
            <a:pPr>
              <a:buFont typeface="Arial" panose="020B0604020202020204" pitchFamily="34" charset="0"/>
              <a:buChar char="•"/>
            </a:pPr>
            <a:r>
              <a:rPr lang="en-US" b="1" dirty="0">
                <a:solidFill>
                  <a:srgbClr val="002060"/>
                </a:solidFill>
              </a:rPr>
              <a:t>(A2) Sri Lanka →</a:t>
            </a:r>
            <a:r>
              <a:rPr lang="en-US" dirty="0">
                <a:solidFill>
                  <a:srgbClr val="002060"/>
                </a:solidFill>
              </a:rPr>
              <a:t> West Indies (B2), Afghanistan (B3), Ireland (B4)</a:t>
            </a:r>
          </a:p>
          <a:p>
            <a:pPr>
              <a:buFont typeface="Arial" panose="020B0604020202020204" pitchFamily="34" charset="0"/>
              <a:buChar char="•"/>
            </a:pPr>
            <a:r>
              <a:rPr lang="en-US" b="1" dirty="0">
                <a:solidFill>
                  <a:srgbClr val="002060"/>
                </a:solidFill>
              </a:rPr>
              <a:t>(A3) New Zealand →</a:t>
            </a:r>
            <a:r>
              <a:rPr lang="en-US" dirty="0">
                <a:solidFill>
                  <a:srgbClr val="002060"/>
                </a:solidFill>
              </a:rPr>
              <a:t> Ireland (B4), Namibia (B5)</a:t>
            </a:r>
          </a:p>
          <a:p>
            <a:pPr>
              <a:buFont typeface="Arial" panose="020B0604020202020204" pitchFamily="34" charset="0"/>
              <a:buChar char="•"/>
            </a:pPr>
            <a:r>
              <a:rPr lang="en-US" b="1" dirty="0">
                <a:solidFill>
                  <a:srgbClr val="002060"/>
                </a:solidFill>
              </a:rPr>
              <a:t>(A4) South Africa →</a:t>
            </a:r>
            <a:r>
              <a:rPr lang="en-US" dirty="0">
                <a:solidFill>
                  <a:srgbClr val="002060"/>
                </a:solidFill>
              </a:rPr>
              <a:t> Namibia (B5), Netherlands (B6)</a:t>
            </a:r>
          </a:p>
          <a:p>
            <a:pPr>
              <a:buFont typeface="Arial" panose="020B0604020202020204" pitchFamily="34" charset="0"/>
              <a:buChar char="•"/>
            </a:pPr>
            <a:r>
              <a:rPr lang="en-US" b="1" dirty="0">
                <a:solidFill>
                  <a:srgbClr val="002060"/>
                </a:solidFill>
              </a:rPr>
              <a:t>(A5) Australia →</a:t>
            </a:r>
            <a:r>
              <a:rPr lang="en-US" dirty="0">
                <a:solidFill>
                  <a:srgbClr val="002060"/>
                </a:solidFill>
              </a:rPr>
              <a:t> Netherlands (B6), Scotland (B7)</a:t>
            </a:r>
          </a:p>
          <a:p>
            <a:pPr>
              <a:buFont typeface="Arial" panose="020B0604020202020204" pitchFamily="34" charset="0"/>
              <a:buChar char="•"/>
            </a:pPr>
            <a:r>
              <a:rPr lang="en-US" b="1" dirty="0">
                <a:solidFill>
                  <a:srgbClr val="002060"/>
                </a:solidFill>
              </a:rPr>
              <a:t>(A6) England →</a:t>
            </a:r>
            <a:r>
              <a:rPr lang="en-US" dirty="0">
                <a:solidFill>
                  <a:srgbClr val="002060"/>
                </a:solidFill>
              </a:rPr>
              <a:t> Afghanistan (B3), Scotland (B7)</a:t>
            </a:r>
          </a:p>
          <a:p>
            <a:pPr>
              <a:buFont typeface="Arial" panose="020B0604020202020204" pitchFamily="34" charset="0"/>
              <a:buChar char="•"/>
            </a:pPr>
            <a:r>
              <a:rPr lang="en-US" b="1" dirty="0">
                <a:solidFill>
                  <a:srgbClr val="002060"/>
                </a:solidFill>
              </a:rPr>
              <a:t>(A7) Bangladesh →</a:t>
            </a:r>
            <a:r>
              <a:rPr lang="en-US" dirty="0">
                <a:solidFill>
                  <a:srgbClr val="002060"/>
                </a:solidFill>
              </a:rPr>
              <a:t> Pakistan (B1), Netherlands (B6)</a:t>
            </a:r>
          </a:p>
        </p:txBody>
      </p:sp>
    </p:spTree>
    <p:extLst>
      <p:ext uri="{BB962C8B-B14F-4D97-AF65-F5344CB8AC3E}">
        <p14:creationId xmlns:p14="http://schemas.microsoft.com/office/powerpoint/2010/main" val="411765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Hall’s Theorem Application.</a:t>
            </a:r>
          </a:p>
        </p:txBody>
      </p:sp>
      <p:sp>
        <p:nvSpPr>
          <p:cNvPr id="8" name="Content Placeholder 7"/>
          <p:cNvSpPr>
            <a:spLocks noGrp="1"/>
          </p:cNvSpPr>
          <p:nvPr>
            <p:ph idx="1"/>
          </p:nvPr>
        </p:nvSpPr>
        <p:spPr/>
        <p:txBody>
          <a:bodyPr/>
          <a:lstStyle/>
          <a:p>
            <a:r>
              <a:rPr lang="en-US" dirty="0"/>
              <a:t>First we model problem into graph.</a:t>
            </a:r>
          </a:p>
        </p:txBody>
      </p:sp>
      <p:sp>
        <p:nvSpPr>
          <p:cNvPr id="9" name="Oval 8">
            <a:extLst>
              <a:ext uri="{FF2B5EF4-FFF2-40B4-BE49-F238E27FC236}">
                <a16:creationId xmlns:a16="http://schemas.microsoft.com/office/drawing/2014/main" id="{BDD11F87-DA81-9510-C1CB-0AF4093562CB}"/>
              </a:ext>
            </a:extLst>
          </p:cNvPr>
          <p:cNvSpPr/>
          <p:nvPr/>
        </p:nvSpPr>
        <p:spPr>
          <a:xfrm rot="5400000">
            <a:off x="6652272" y="18417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7353567" y="18417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DD11F87-DA81-9510-C1CB-0AF4093562CB}"/>
              </a:ext>
            </a:extLst>
          </p:cNvPr>
          <p:cNvSpPr/>
          <p:nvPr/>
        </p:nvSpPr>
        <p:spPr>
          <a:xfrm rot="5400000">
            <a:off x="8206455" y="18417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Oval 11">
            <a:extLst>
              <a:ext uri="{FF2B5EF4-FFF2-40B4-BE49-F238E27FC236}">
                <a16:creationId xmlns:a16="http://schemas.microsoft.com/office/drawing/2014/main" id="{BDD11F87-DA81-9510-C1CB-0AF4093562CB}"/>
              </a:ext>
            </a:extLst>
          </p:cNvPr>
          <p:cNvSpPr/>
          <p:nvPr/>
        </p:nvSpPr>
        <p:spPr>
          <a:xfrm rot="5400000">
            <a:off x="8981285" y="18417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BDD11F87-DA81-9510-C1CB-0AF4093562CB}"/>
              </a:ext>
            </a:extLst>
          </p:cNvPr>
          <p:cNvSpPr/>
          <p:nvPr/>
        </p:nvSpPr>
        <p:spPr>
          <a:xfrm rot="5400000">
            <a:off x="9892263" y="18417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10734836" y="18417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6874438" y="41400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 name="Oval 15">
            <a:extLst>
              <a:ext uri="{FF2B5EF4-FFF2-40B4-BE49-F238E27FC236}">
                <a16:creationId xmlns:a16="http://schemas.microsoft.com/office/drawing/2014/main" id="{BDD11F87-DA81-9510-C1CB-0AF4093562CB}"/>
              </a:ext>
            </a:extLst>
          </p:cNvPr>
          <p:cNvSpPr/>
          <p:nvPr/>
        </p:nvSpPr>
        <p:spPr>
          <a:xfrm rot="5400000">
            <a:off x="7575733" y="41400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BDD11F87-DA81-9510-C1CB-0AF4093562CB}"/>
              </a:ext>
            </a:extLst>
          </p:cNvPr>
          <p:cNvSpPr/>
          <p:nvPr/>
        </p:nvSpPr>
        <p:spPr>
          <a:xfrm rot="5400000">
            <a:off x="8313625" y="41400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 name="Oval 17">
            <a:extLst>
              <a:ext uri="{FF2B5EF4-FFF2-40B4-BE49-F238E27FC236}">
                <a16:creationId xmlns:a16="http://schemas.microsoft.com/office/drawing/2014/main" id="{BDD11F87-DA81-9510-C1CB-0AF4093562CB}"/>
              </a:ext>
            </a:extLst>
          </p:cNvPr>
          <p:cNvSpPr/>
          <p:nvPr/>
        </p:nvSpPr>
        <p:spPr>
          <a:xfrm rot="5400000">
            <a:off x="9051517" y="41400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9748263" y="41400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10519115" y="41400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1" name="Oval 20">
            <a:extLst>
              <a:ext uri="{FF2B5EF4-FFF2-40B4-BE49-F238E27FC236}">
                <a16:creationId xmlns:a16="http://schemas.microsoft.com/office/drawing/2014/main" id="{BDD11F87-DA81-9510-C1CB-0AF4093562CB}"/>
              </a:ext>
            </a:extLst>
          </p:cNvPr>
          <p:cNvSpPr/>
          <p:nvPr/>
        </p:nvSpPr>
        <p:spPr>
          <a:xfrm rot="5400000">
            <a:off x="11217967" y="41400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11499453" y="18417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2" name="TextBox 51"/>
          <p:cNvSpPr txBox="1"/>
          <p:nvPr/>
        </p:nvSpPr>
        <p:spPr>
          <a:xfrm>
            <a:off x="6514910" y="1465964"/>
            <a:ext cx="431528" cy="369332"/>
          </a:xfrm>
          <a:prstGeom prst="rect">
            <a:avLst/>
          </a:prstGeom>
          <a:noFill/>
        </p:spPr>
        <p:txBody>
          <a:bodyPr wrap="none" rtlCol="0">
            <a:spAutoFit/>
          </a:bodyPr>
          <a:lstStyle/>
          <a:p>
            <a:r>
              <a:rPr lang="en-US" dirty="0"/>
              <a:t>A1</a:t>
            </a:r>
          </a:p>
        </p:txBody>
      </p:sp>
      <p:sp>
        <p:nvSpPr>
          <p:cNvPr id="53" name="TextBox 52"/>
          <p:cNvSpPr txBox="1"/>
          <p:nvPr/>
        </p:nvSpPr>
        <p:spPr>
          <a:xfrm>
            <a:off x="7321570" y="1465382"/>
            <a:ext cx="431528" cy="369332"/>
          </a:xfrm>
          <a:prstGeom prst="rect">
            <a:avLst/>
          </a:prstGeom>
          <a:noFill/>
        </p:spPr>
        <p:txBody>
          <a:bodyPr wrap="none" rtlCol="0">
            <a:spAutoFit/>
          </a:bodyPr>
          <a:lstStyle/>
          <a:p>
            <a:r>
              <a:rPr lang="en-US" dirty="0"/>
              <a:t>A2</a:t>
            </a:r>
          </a:p>
        </p:txBody>
      </p:sp>
      <p:sp>
        <p:nvSpPr>
          <p:cNvPr id="54" name="TextBox 53"/>
          <p:cNvSpPr txBox="1"/>
          <p:nvPr/>
        </p:nvSpPr>
        <p:spPr>
          <a:xfrm>
            <a:off x="8128230" y="1464800"/>
            <a:ext cx="431528" cy="369332"/>
          </a:xfrm>
          <a:prstGeom prst="rect">
            <a:avLst/>
          </a:prstGeom>
          <a:noFill/>
        </p:spPr>
        <p:txBody>
          <a:bodyPr wrap="none" rtlCol="0">
            <a:spAutoFit/>
          </a:bodyPr>
          <a:lstStyle/>
          <a:p>
            <a:r>
              <a:rPr lang="en-US" dirty="0"/>
              <a:t>A3</a:t>
            </a:r>
          </a:p>
        </p:txBody>
      </p:sp>
      <p:sp>
        <p:nvSpPr>
          <p:cNvPr id="55" name="TextBox 54"/>
          <p:cNvSpPr txBox="1"/>
          <p:nvPr/>
        </p:nvSpPr>
        <p:spPr>
          <a:xfrm>
            <a:off x="8934890" y="1464218"/>
            <a:ext cx="431528" cy="369332"/>
          </a:xfrm>
          <a:prstGeom prst="rect">
            <a:avLst/>
          </a:prstGeom>
          <a:noFill/>
        </p:spPr>
        <p:txBody>
          <a:bodyPr wrap="none" rtlCol="0">
            <a:spAutoFit/>
          </a:bodyPr>
          <a:lstStyle/>
          <a:p>
            <a:r>
              <a:rPr lang="en-US" dirty="0"/>
              <a:t>A4</a:t>
            </a:r>
          </a:p>
        </p:txBody>
      </p:sp>
      <p:sp>
        <p:nvSpPr>
          <p:cNvPr id="56" name="TextBox 55"/>
          <p:cNvSpPr txBox="1"/>
          <p:nvPr/>
        </p:nvSpPr>
        <p:spPr>
          <a:xfrm>
            <a:off x="9848866" y="1464218"/>
            <a:ext cx="431528" cy="369332"/>
          </a:xfrm>
          <a:prstGeom prst="rect">
            <a:avLst/>
          </a:prstGeom>
          <a:noFill/>
        </p:spPr>
        <p:txBody>
          <a:bodyPr wrap="none" rtlCol="0">
            <a:spAutoFit/>
          </a:bodyPr>
          <a:lstStyle/>
          <a:p>
            <a:r>
              <a:rPr lang="en-US" dirty="0"/>
              <a:t>A5</a:t>
            </a:r>
          </a:p>
        </p:txBody>
      </p:sp>
      <p:sp>
        <p:nvSpPr>
          <p:cNvPr id="57" name="TextBox 56"/>
          <p:cNvSpPr txBox="1"/>
          <p:nvPr/>
        </p:nvSpPr>
        <p:spPr>
          <a:xfrm>
            <a:off x="10762842" y="1464218"/>
            <a:ext cx="431528" cy="369332"/>
          </a:xfrm>
          <a:prstGeom prst="rect">
            <a:avLst/>
          </a:prstGeom>
          <a:noFill/>
        </p:spPr>
        <p:txBody>
          <a:bodyPr wrap="none" rtlCol="0">
            <a:spAutoFit/>
          </a:bodyPr>
          <a:lstStyle/>
          <a:p>
            <a:r>
              <a:rPr lang="en-US" dirty="0"/>
              <a:t>A6</a:t>
            </a:r>
          </a:p>
        </p:txBody>
      </p:sp>
      <p:sp>
        <p:nvSpPr>
          <p:cNvPr id="58" name="TextBox 57"/>
          <p:cNvSpPr txBox="1"/>
          <p:nvPr/>
        </p:nvSpPr>
        <p:spPr>
          <a:xfrm>
            <a:off x="11467333" y="1464218"/>
            <a:ext cx="431528" cy="369332"/>
          </a:xfrm>
          <a:prstGeom prst="rect">
            <a:avLst/>
          </a:prstGeom>
          <a:noFill/>
        </p:spPr>
        <p:txBody>
          <a:bodyPr wrap="none" rtlCol="0">
            <a:spAutoFit/>
          </a:bodyPr>
          <a:lstStyle/>
          <a:p>
            <a:r>
              <a:rPr lang="en-US" dirty="0"/>
              <a:t>A7</a:t>
            </a:r>
          </a:p>
        </p:txBody>
      </p:sp>
      <p:sp>
        <p:nvSpPr>
          <p:cNvPr id="59" name="TextBox 58"/>
          <p:cNvSpPr txBox="1"/>
          <p:nvPr/>
        </p:nvSpPr>
        <p:spPr>
          <a:xfrm>
            <a:off x="6663581" y="4438067"/>
            <a:ext cx="425116" cy="369332"/>
          </a:xfrm>
          <a:prstGeom prst="rect">
            <a:avLst/>
          </a:prstGeom>
          <a:noFill/>
        </p:spPr>
        <p:txBody>
          <a:bodyPr wrap="none" rtlCol="0">
            <a:spAutoFit/>
          </a:bodyPr>
          <a:lstStyle/>
          <a:p>
            <a:r>
              <a:rPr lang="en-US" dirty="0"/>
              <a:t>B1</a:t>
            </a:r>
          </a:p>
        </p:txBody>
      </p:sp>
      <p:sp>
        <p:nvSpPr>
          <p:cNvPr id="60" name="TextBox 59"/>
          <p:cNvSpPr txBox="1"/>
          <p:nvPr/>
        </p:nvSpPr>
        <p:spPr>
          <a:xfrm>
            <a:off x="7470241" y="4437485"/>
            <a:ext cx="425116" cy="369332"/>
          </a:xfrm>
          <a:prstGeom prst="rect">
            <a:avLst/>
          </a:prstGeom>
          <a:noFill/>
        </p:spPr>
        <p:txBody>
          <a:bodyPr wrap="none" rtlCol="0">
            <a:spAutoFit/>
          </a:bodyPr>
          <a:lstStyle/>
          <a:p>
            <a:r>
              <a:rPr lang="en-US" dirty="0"/>
              <a:t>B2</a:t>
            </a:r>
          </a:p>
        </p:txBody>
      </p:sp>
      <p:sp>
        <p:nvSpPr>
          <p:cNvPr id="61" name="TextBox 60"/>
          <p:cNvSpPr txBox="1"/>
          <p:nvPr/>
        </p:nvSpPr>
        <p:spPr>
          <a:xfrm>
            <a:off x="8173093" y="4436903"/>
            <a:ext cx="425116" cy="369332"/>
          </a:xfrm>
          <a:prstGeom prst="rect">
            <a:avLst/>
          </a:prstGeom>
          <a:noFill/>
        </p:spPr>
        <p:txBody>
          <a:bodyPr wrap="none" rtlCol="0">
            <a:spAutoFit/>
          </a:bodyPr>
          <a:lstStyle/>
          <a:p>
            <a:r>
              <a:rPr lang="en-US" dirty="0"/>
              <a:t>B3</a:t>
            </a:r>
          </a:p>
        </p:txBody>
      </p:sp>
      <p:sp>
        <p:nvSpPr>
          <p:cNvPr id="62" name="TextBox 61"/>
          <p:cNvSpPr txBox="1"/>
          <p:nvPr/>
        </p:nvSpPr>
        <p:spPr>
          <a:xfrm>
            <a:off x="8979753" y="4436321"/>
            <a:ext cx="425116" cy="369332"/>
          </a:xfrm>
          <a:prstGeom prst="rect">
            <a:avLst/>
          </a:prstGeom>
          <a:noFill/>
        </p:spPr>
        <p:txBody>
          <a:bodyPr wrap="none" rtlCol="0">
            <a:spAutoFit/>
          </a:bodyPr>
          <a:lstStyle/>
          <a:p>
            <a:r>
              <a:rPr lang="en-US" dirty="0"/>
              <a:t>B4</a:t>
            </a:r>
          </a:p>
        </p:txBody>
      </p:sp>
      <p:sp>
        <p:nvSpPr>
          <p:cNvPr id="63" name="TextBox 62"/>
          <p:cNvSpPr txBox="1"/>
          <p:nvPr/>
        </p:nvSpPr>
        <p:spPr>
          <a:xfrm>
            <a:off x="9599500" y="4436321"/>
            <a:ext cx="425116" cy="369332"/>
          </a:xfrm>
          <a:prstGeom prst="rect">
            <a:avLst/>
          </a:prstGeom>
          <a:noFill/>
        </p:spPr>
        <p:txBody>
          <a:bodyPr wrap="none" rtlCol="0">
            <a:spAutoFit/>
          </a:bodyPr>
          <a:lstStyle/>
          <a:p>
            <a:r>
              <a:rPr lang="en-US" dirty="0"/>
              <a:t>B5</a:t>
            </a:r>
          </a:p>
        </p:txBody>
      </p:sp>
      <p:sp>
        <p:nvSpPr>
          <p:cNvPr id="64" name="TextBox 63"/>
          <p:cNvSpPr txBox="1"/>
          <p:nvPr/>
        </p:nvSpPr>
        <p:spPr>
          <a:xfrm>
            <a:off x="10343172" y="4436321"/>
            <a:ext cx="425116" cy="369332"/>
          </a:xfrm>
          <a:prstGeom prst="rect">
            <a:avLst/>
          </a:prstGeom>
          <a:noFill/>
        </p:spPr>
        <p:txBody>
          <a:bodyPr wrap="none" rtlCol="0">
            <a:spAutoFit/>
          </a:bodyPr>
          <a:lstStyle/>
          <a:p>
            <a:r>
              <a:rPr lang="en-US" dirty="0"/>
              <a:t>B6</a:t>
            </a:r>
          </a:p>
        </p:txBody>
      </p:sp>
      <p:sp>
        <p:nvSpPr>
          <p:cNvPr id="65" name="TextBox 64"/>
          <p:cNvSpPr txBox="1"/>
          <p:nvPr/>
        </p:nvSpPr>
        <p:spPr>
          <a:xfrm>
            <a:off x="11047663" y="4436321"/>
            <a:ext cx="425116" cy="369332"/>
          </a:xfrm>
          <a:prstGeom prst="rect">
            <a:avLst/>
          </a:prstGeom>
          <a:noFill/>
        </p:spPr>
        <p:txBody>
          <a:bodyPr wrap="none" rtlCol="0">
            <a:spAutoFit/>
          </a:bodyPr>
          <a:lstStyle/>
          <a:p>
            <a:r>
              <a:rPr lang="en-US" dirty="0"/>
              <a:t>B7</a:t>
            </a:r>
          </a:p>
        </p:txBody>
      </p:sp>
      <p:sp>
        <p:nvSpPr>
          <p:cNvPr id="66" name="Rectangle 65"/>
          <p:cNvSpPr/>
          <p:nvPr/>
        </p:nvSpPr>
        <p:spPr>
          <a:xfrm>
            <a:off x="66451" y="1464218"/>
            <a:ext cx="6286500" cy="2308324"/>
          </a:xfrm>
          <a:prstGeom prst="rect">
            <a:avLst/>
          </a:prstGeom>
        </p:spPr>
        <p:txBody>
          <a:bodyPr wrap="square">
            <a:spAutoFit/>
          </a:bodyPr>
          <a:lstStyle/>
          <a:p>
            <a:r>
              <a:rPr lang="en-US" b="1" dirty="0">
                <a:solidFill>
                  <a:srgbClr val="002060"/>
                </a:solidFill>
              </a:rPr>
              <a:t>Edges (Match Preferences):</a:t>
            </a:r>
          </a:p>
          <a:p>
            <a:pPr>
              <a:buFont typeface="Arial" panose="020B0604020202020204" pitchFamily="34" charset="0"/>
              <a:buChar char="•"/>
            </a:pPr>
            <a:r>
              <a:rPr lang="en-US" b="1" dirty="0">
                <a:solidFill>
                  <a:srgbClr val="002060"/>
                </a:solidFill>
              </a:rPr>
              <a:t>(A1) India →</a:t>
            </a:r>
            <a:r>
              <a:rPr lang="en-US" dirty="0">
                <a:solidFill>
                  <a:srgbClr val="002060"/>
                </a:solidFill>
              </a:rPr>
              <a:t> Pakistan (B1), West Indies (B2), Afghanistan (B3)</a:t>
            </a:r>
          </a:p>
          <a:p>
            <a:pPr>
              <a:buFont typeface="Arial" panose="020B0604020202020204" pitchFamily="34" charset="0"/>
              <a:buChar char="•"/>
            </a:pPr>
            <a:r>
              <a:rPr lang="en-US" b="1" dirty="0">
                <a:solidFill>
                  <a:srgbClr val="002060"/>
                </a:solidFill>
              </a:rPr>
              <a:t>(A2) Sri Lanka →</a:t>
            </a:r>
            <a:r>
              <a:rPr lang="en-US" dirty="0">
                <a:solidFill>
                  <a:srgbClr val="002060"/>
                </a:solidFill>
              </a:rPr>
              <a:t> West Indies (B2), Afghanistan (B3), Ireland (B4)</a:t>
            </a:r>
          </a:p>
          <a:p>
            <a:pPr>
              <a:buFont typeface="Arial" panose="020B0604020202020204" pitchFamily="34" charset="0"/>
              <a:buChar char="•"/>
            </a:pPr>
            <a:r>
              <a:rPr lang="en-US" b="1" dirty="0">
                <a:solidFill>
                  <a:srgbClr val="002060"/>
                </a:solidFill>
              </a:rPr>
              <a:t>(A3) New Zealand →</a:t>
            </a:r>
            <a:r>
              <a:rPr lang="en-US" dirty="0">
                <a:solidFill>
                  <a:srgbClr val="002060"/>
                </a:solidFill>
              </a:rPr>
              <a:t> Ireland (B4), Namibia (B5)</a:t>
            </a:r>
          </a:p>
          <a:p>
            <a:pPr>
              <a:buFont typeface="Arial" panose="020B0604020202020204" pitchFamily="34" charset="0"/>
              <a:buChar char="•"/>
            </a:pPr>
            <a:r>
              <a:rPr lang="en-US" b="1" dirty="0">
                <a:solidFill>
                  <a:srgbClr val="002060"/>
                </a:solidFill>
              </a:rPr>
              <a:t>(A4) South Africa →</a:t>
            </a:r>
            <a:r>
              <a:rPr lang="en-US" dirty="0">
                <a:solidFill>
                  <a:srgbClr val="002060"/>
                </a:solidFill>
              </a:rPr>
              <a:t> Namibia (B5), Netherlands (B6)</a:t>
            </a:r>
          </a:p>
          <a:p>
            <a:pPr>
              <a:buFont typeface="Arial" panose="020B0604020202020204" pitchFamily="34" charset="0"/>
              <a:buChar char="•"/>
            </a:pPr>
            <a:r>
              <a:rPr lang="en-US" b="1" dirty="0">
                <a:solidFill>
                  <a:srgbClr val="002060"/>
                </a:solidFill>
              </a:rPr>
              <a:t>(A5) Australia →</a:t>
            </a:r>
            <a:r>
              <a:rPr lang="en-US" dirty="0">
                <a:solidFill>
                  <a:srgbClr val="002060"/>
                </a:solidFill>
              </a:rPr>
              <a:t> Netherlands (B6), Scotland (B7)</a:t>
            </a:r>
          </a:p>
          <a:p>
            <a:pPr>
              <a:buFont typeface="Arial" panose="020B0604020202020204" pitchFamily="34" charset="0"/>
              <a:buChar char="•"/>
            </a:pPr>
            <a:r>
              <a:rPr lang="en-US" b="1" dirty="0">
                <a:solidFill>
                  <a:srgbClr val="002060"/>
                </a:solidFill>
              </a:rPr>
              <a:t>(A6) England →</a:t>
            </a:r>
            <a:r>
              <a:rPr lang="en-US" dirty="0">
                <a:solidFill>
                  <a:srgbClr val="002060"/>
                </a:solidFill>
              </a:rPr>
              <a:t> Afghanistan (B3), Scotland (B7)</a:t>
            </a:r>
          </a:p>
          <a:p>
            <a:pPr>
              <a:buFont typeface="Arial" panose="020B0604020202020204" pitchFamily="34" charset="0"/>
              <a:buChar char="•"/>
            </a:pPr>
            <a:r>
              <a:rPr lang="en-US" b="1" dirty="0">
                <a:solidFill>
                  <a:srgbClr val="002060"/>
                </a:solidFill>
              </a:rPr>
              <a:t>(A7) Bangladesh →</a:t>
            </a:r>
            <a:r>
              <a:rPr lang="en-US" dirty="0">
                <a:solidFill>
                  <a:srgbClr val="002060"/>
                </a:solidFill>
              </a:rPr>
              <a:t> Pakistan (B1), Netherlands (B6)</a:t>
            </a:r>
          </a:p>
        </p:txBody>
      </p:sp>
      <p:cxnSp>
        <p:nvCxnSpPr>
          <p:cNvPr id="67" name="Straight Connector 66">
            <a:extLst>
              <a:ext uri="{FF2B5EF4-FFF2-40B4-BE49-F238E27FC236}">
                <a16:creationId xmlns:a16="http://schemas.microsoft.com/office/drawing/2014/main" id="{6205DD86-315C-53B6-CEEF-A9919650168E}"/>
              </a:ext>
            </a:extLst>
          </p:cNvPr>
          <p:cNvCxnSpPr>
            <a:cxnSpLocks/>
            <a:stCxn id="9" idx="7"/>
            <a:endCxn id="15" idx="2"/>
          </p:cNvCxnSpPr>
          <p:nvPr/>
        </p:nvCxnSpPr>
        <p:spPr>
          <a:xfrm>
            <a:off x="6775184" y="1964705"/>
            <a:ext cx="171254"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stCxn id="9" idx="7"/>
            <a:endCxn id="17" idx="3"/>
          </p:cNvCxnSpPr>
          <p:nvPr/>
        </p:nvCxnSpPr>
        <p:spPr>
          <a:xfrm>
            <a:off x="6775184" y="1964705"/>
            <a:ext cx="1559529"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69" name="Straight Connector 68">
            <a:extLst>
              <a:ext uri="{FF2B5EF4-FFF2-40B4-BE49-F238E27FC236}">
                <a16:creationId xmlns:a16="http://schemas.microsoft.com/office/drawing/2014/main" id="{6205DD86-315C-53B6-CEEF-A9919650168E}"/>
              </a:ext>
            </a:extLst>
          </p:cNvPr>
          <p:cNvCxnSpPr>
            <a:cxnSpLocks/>
            <a:stCxn id="9" idx="7"/>
            <a:endCxn id="16" idx="3"/>
          </p:cNvCxnSpPr>
          <p:nvPr/>
        </p:nvCxnSpPr>
        <p:spPr>
          <a:xfrm>
            <a:off x="6775184" y="1964705"/>
            <a:ext cx="821637"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6205DD86-315C-53B6-CEEF-A9919650168E}"/>
              </a:ext>
            </a:extLst>
          </p:cNvPr>
          <p:cNvCxnSpPr>
            <a:cxnSpLocks/>
            <a:stCxn id="10" idx="6"/>
            <a:endCxn id="17" idx="3"/>
          </p:cNvCxnSpPr>
          <p:nvPr/>
        </p:nvCxnSpPr>
        <p:spPr>
          <a:xfrm>
            <a:off x="7425567" y="1985793"/>
            <a:ext cx="909146"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6205DD86-315C-53B6-CEEF-A9919650168E}"/>
              </a:ext>
            </a:extLst>
          </p:cNvPr>
          <p:cNvCxnSpPr>
            <a:cxnSpLocks/>
            <a:stCxn id="10" idx="6"/>
            <a:endCxn id="18" idx="3"/>
          </p:cNvCxnSpPr>
          <p:nvPr/>
        </p:nvCxnSpPr>
        <p:spPr>
          <a:xfrm>
            <a:off x="7425567" y="1985793"/>
            <a:ext cx="1647038"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10" idx="6"/>
            <a:endCxn id="16" idx="3"/>
          </p:cNvCxnSpPr>
          <p:nvPr/>
        </p:nvCxnSpPr>
        <p:spPr>
          <a:xfrm>
            <a:off x="7425567" y="1985793"/>
            <a:ext cx="171254"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6205DD86-315C-53B6-CEEF-A9919650168E}"/>
              </a:ext>
            </a:extLst>
          </p:cNvPr>
          <p:cNvCxnSpPr>
            <a:cxnSpLocks/>
            <a:stCxn id="11" idx="6"/>
            <a:endCxn id="19" idx="2"/>
          </p:cNvCxnSpPr>
          <p:nvPr/>
        </p:nvCxnSpPr>
        <p:spPr>
          <a:xfrm>
            <a:off x="8278455" y="1985793"/>
            <a:ext cx="1541808"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6205DD86-315C-53B6-CEEF-A9919650168E}"/>
              </a:ext>
            </a:extLst>
          </p:cNvPr>
          <p:cNvCxnSpPr>
            <a:cxnSpLocks/>
            <a:stCxn id="11" idx="6"/>
            <a:endCxn id="18" idx="3"/>
          </p:cNvCxnSpPr>
          <p:nvPr/>
        </p:nvCxnSpPr>
        <p:spPr>
          <a:xfrm>
            <a:off x="8278455" y="1985793"/>
            <a:ext cx="794150"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94" name="Straight Connector 93">
            <a:extLst>
              <a:ext uri="{FF2B5EF4-FFF2-40B4-BE49-F238E27FC236}">
                <a16:creationId xmlns:a16="http://schemas.microsoft.com/office/drawing/2014/main" id="{6205DD86-315C-53B6-CEEF-A9919650168E}"/>
              </a:ext>
            </a:extLst>
          </p:cNvPr>
          <p:cNvCxnSpPr>
            <a:cxnSpLocks/>
            <a:stCxn id="12" idx="7"/>
            <a:endCxn id="20" idx="3"/>
          </p:cNvCxnSpPr>
          <p:nvPr/>
        </p:nvCxnSpPr>
        <p:spPr>
          <a:xfrm>
            <a:off x="9104197" y="1964705"/>
            <a:ext cx="1436006"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12" idx="7"/>
            <a:endCxn id="19" idx="2"/>
          </p:cNvCxnSpPr>
          <p:nvPr/>
        </p:nvCxnSpPr>
        <p:spPr>
          <a:xfrm>
            <a:off x="9104197" y="1964705"/>
            <a:ext cx="716066"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Straight Connector 99">
            <a:extLst>
              <a:ext uri="{FF2B5EF4-FFF2-40B4-BE49-F238E27FC236}">
                <a16:creationId xmlns:a16="http://schemas.microsoft.com/office/drawing/2014/main" id="{6205DD86-315C-53B6-CEEF-A9919650168E}"/>
              </a:ext>
            </a:extLst>
          </p:cNvPr>
          <p:cNvCxnSpPr>
            <a:cxnSpLocks/>
            <a:stCxn id="13" idx="7"/>
            <a:endCxn id="21" idx="3"/>
          </p:cNvCxnSpPr>
          <p:nvPr/>
        </p:nvCxnSpPr>
        <p:spPr>
          <a:xfrm>
            <a:off x="10015175" y="1964705"/>
            <a:ext cx="1223880"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03" name="Straight Connector 102">
            <a:extLst>
              <a:ext uri="{FF2B5EF4-FFF2-40B4-BE49-F238E27FC236}">
                <a16:creationId xmlns:a16="http://schemas.microsoft.com/office/drawing/2014/main" id="{6205DD86-315C-53B6-CEEF-A9919650168E}"/>
              </a:ext>
            </a:extLst>
          </p:cNvPr>
          <p:cNvCxnSpPr>
            <a:cxnSpLocks/>
            <a:stCxn id="13" idx="6"/>
            <a:endCxn id="20" idx="3"/>
          </p:cNvCxnSpPr>
          <p:nvPr/>
        </p:nvCxnSpPr>
        <p:spPr>
          <a:xfrm>
            <a:off x="9964263" y="1985793"/>
            <a:ext cx="575940"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a:extLst>
              <a:ext uri="{FF2B5EF4-FFF2-40B4-BE49-F238E27FC236}">
                <a16:creationId xmlns:a16="http://schemas.microsoft.com/office/drawing/2014/main" id="{6205DD86-315C-53B6-CEEF-A9919650168E}"/>
              </a:ext>
            </a:extLst>
          </p:cNvPr>
          <p:cNvCxnSpPr>
            <a:cxnSpLocks/>
            <a:stCxn id="14" idx="6"/>
            <a:endCxn id="21" idx="3"/>
          </p:cNvCxnSpPr>
          <p:nvPr/>
        </p:nvCxnSpPr>
        <p:spPr>
          <a:xfrm>
            <a:off x="10806836" y="1985793"/>
            <a:ext cx="432219"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a:extLst>
              <a:ext uri="{FF2B5EF4-FFF2-40B4-BE49-F238E27FC236}">
                <a16:creationId xmlns:a16="http://schemas.microsoft.com/office/drawing/2014/main" id="{6205DD86-315C-53B6-CEEF-A9919650168E}"/>
              </a:ext>
            </a:extLst>
          </p:cNvPr>
          <p:cNvCxnSpPr>
            <a:cxnSpLocks/>
            <a:stCxn id="14" idx="5"/>
            <a:endCxn id="17" idx="3"/>
          </p:cNvCxnSpPr>
          <p:nvPr/>
        </p:nvCxnSpPr>
        <p:spPr>
          <a:xfrm flipH="1">
            <a:off x="8334713" y="1964705"/>
            <a:ext cx="2421211"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12" name="Straight Connector 111">
            <a:extLst>
              <a:ext uri="{FF2B5EF4-FFF2-40B4-BE49-F238E27FC236}">
                <a16:creationId xmlns:a16="http://schemas.microsoft.com/office/drawing/2014/main" id="{6205DD86-315C-53B6-CEEF-A9919650168E}"/>
              </a:ext>
            </a:extLst>
          </p:cNvPr>
          <p:cNvCxnSpPr>
            <a:cxnSpLocks/>
            <a:stCxn id="29" idx="6"/>
            <a:endCxn id="20" idx="2"/>
          </p:cNvCxnSpPr>
          <p:nvPr/>
        </p:nvCxnSpPr>
        <p:spPr>
          <a:xfrm flipH="1">
            <a:off x="10591115" y="1985793"/>
            <a:ext cx="980338"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15" name="Straight Connector 114">
            <a:extLst>
              <a:ext uri="{FF2B5EF4-FFF2-40B4-BE49-F238E27FC236}">
                <a16:creationId xmlns:a16="http://schemas.microsoft.com/office/drawing/2014/main" id="{6205DD86-315C-53B6-CEEF-A9919650168E}"/>
              </a:ext>
            </a:extLst>
          </p:cNvPr>
          <p:cNvCxnSpPr>
            <a:cxnSpLocks/>
            <a:stCxn id="29" idx="6"/>
            <a:endCxn id="15" idx="2"/>
          </p:cNvCxnSpPr>
          <p:nvPr/>
        </p:nvCxnSpPr>
        <p:spPr>
          <a:xfrm flipH="1">
            <a:off x="6946438" y="1985793"/>
            <a:ext cx="4625015"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4226246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9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0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0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0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0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1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9" grpId="0" animBg="1"/>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Hall’s Theorem Application.</a:t>
            </a:r>
          </a:p>
        </p:txBody>
      </p:sp>
      <p:sp>
        <p:nvSpPr>
          <p:cNvPr id="8" name="Content Placeholder 7"/>
          <p:cNvSpPr>
            <a:spLocks noGrp="1"/>
          </p:cNvSpPr>
          <p:nvPr>
            <p:ph idx="1"/>
          </p:nvPr>
        </p:nvSpPr>
        <p:spPr>
          <a:xfrm>
            <a:off x="131180" y="863445"/>
            <a:ext cx="11814819" cy="3759356"/>
          </a:xfrm>
        </p:spPr>
        <p:txBody>
          <a:bodyPr/>
          <a:lstStyle/>
          <a:p>
            <a:pPr>
              <a:lnSpc>
                <a:spcPct val="100000"/>
              </a:lnSpc>
            </a:pPr>
            <a:r>
              <a:rPr lang="en-US" dirty="0"/>
              <a:t>After observation, every subset of teams in Group A, the number of available opponents in Group B is at least as large as the subset size. So, graph must satisfy Hall’s condition.</a:t>
            </a:r>
          </a:p>
          <a:p>
            <a:pPr>
              <a:lnSpc>
                <a:spcPct val="100000"/>
              </a:lnSpc>
            </a:pPr>
            <a:r>
              <a:rPr lang="en-US" dirty="0"/>
              <a:t>Hence, it is clear from Hall’s theorem graph have A matching of size 7 exists.</a:t>
            </a:r>
          </a:p>
          <a:p>
            <a:pPr>
              <a:lnSpc>
                <a:spcPct val="100000"/>
              </a:lnSpc>
            </a:pPr>
            <a:r>
              <a:rPr lang="en-US" dirty="0"/>
              <a:t>i.e. it is possible to schedule </a:t>
            </a:r>
            <a:r>
              <a:rPr lang="en-US" b="1" dirty="0"/>
              <a:t>7 distinct matches.</a:t>
            </a:r>
          </a:p>
          <a:p>
            <a:endParaRPr lang="en-US" dirty="0"/>
          </a:p>
        </p:txBody>
      </p:sp>
      <p:pic>
        <p:nvPicPr>
          <p:cNvPr id="50" name="Picture 49"/>
          <p:cNvPicPr>
            <a:picLocks noChangeAspect="1"/>
          </p:cNvPicPr>
          <p:nvPr/>
        </p:nvPicPr>
        <p:blipFill>
          <a:blip r:embed="rId2"/>
          <a:stretch>
            <a:fillRect/>
          </a:stretch>
        </p:blipFill>
        <p:spPr>
          <a:xfrm>
            <a:off x="4100910" y="3374355"/>
            <a:ext cx="4290090" cy="3204645"/>
          </a:xfrm>
          <a:prstGeom prst="rect">
            <a:avLst/>
          </a:prstGeom>
        </p:spPr>
      </p:pic>
    </p:spTree>
    <p:extLst>
      <p:ext uri="{BB962C8B-B14F-4D97-AF65-F5344CB8AC3E}">
        <p14:creationId xmlns:p14="http://schemas.microsoft.com/office/powerpoint/2010/main" val="1914079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cxnSp>
        <p:nvCxnSpPr>
          <p:cNvPr id="67" name="Straight Connector 66">
            <a:extLst>
              <a:ext uri="{FF2B5EF4-FFF2-40B4-BE49-F238E27FC236}">
                <a16:creationId xmlns:a16="http://schemas.microsoft.com/office/drawing/2014/main" id="{6205DD86-315C-53B6-CEEF-A9919650168E}"/>
              </a:ext>
            </a:extLst>
          </p:cNvPr>
          <p:cNvCxnSpPr>
            <a:cxnSpLocks/>
            <a:stCxn id="9" idx="6"/>
            <a:endCxn id="15" idx="2"/>
          </p:cNvCxnSpPr>
          <p:nvPr/>
        </p:nvCxnSpPr>
        <p:spPr>
          <a:xfrm>
            <a:off x="3904125" y="2282778"/>
            <a:ext cx="222166"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stCxn id="9" idx="6"/>
            <a:endCxn id="17" idx="2"/>
          </p:cNvCxnSpPr>
          <p:nvPr/>
        </p:nvCxnSpPr>
        <p:spPr>
          <a:xfrm>
            <a:off x="3904125" y="2282778"/>
            <a:ext cx="1661353"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69" name="Straight Connector 68">
            <a:extLst>
              <a:ext uri="{FF2B5EF4-FFF2-40B4-BE49-F238E27FC236}">
                <a16:creationId xmlns:a16="http://schemas.microsoft.com/office/drawing/2014/main" id="{6205DD86-315C-53B6-CEEF-A9919650168E}"/>
              </a:ext>
            </a:extLst>
          </p:cNvPr>
          <p:cNvCxnSpPr>
            <a:cxnSpLocks/>
            <a:stCxn id="9" idx="6"/>
            <a:endCxn id="16" idx="2"/>
          </p:cNvCxnSpPr>
          <p:nvPr/>
        </p:nvCxnSpPr>
        <p:spPr>
          <a:xfrm>
            <a:off x="3904125" y="2282778"/>
            <a:ext cx="923461"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6205DD86-315C-53B6-CEEF-A9919650168E}"/>
              </a:ext>
            </a:extLst>
          </p:cNvPr>
          <p:cNvCxnSpPr>
            <a:cxnSpLocks/>
            <a:stCxn id="10" idx="6"/>
            <a:endCxn id="17" idx="2"/>
          </p:cNvCxnSpPr>
          <p:nvPr/>
        </p:nvCxnSpPr>
        <p:spPr>
          <a:xfrm>
            <a:off x="4605420" y="2282778"/>
            <a:ext cx="960058"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6205DD86-315C-53B6-CEEF-A9919650168E}"/>
              </a:ext>
            </a:extLst>
          </p:cNvPr>
          <p:cNvCxnSpPr>
            <a:cxnSpLocks/>
            <a:stCxn id="10" idx="7"/>
            <a:endCxn id="18" idx="3"/>
          </p:cNvCxnSpPr>
          <p:nvPr/>
        </p:nvCxnSpPr>
        <p:spPr>
          <a:xfrm>
            <a:off x="4656332" y="2261690"/>
            <a:ext cx="1596126"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endCxn id="16" idx="2"/>
          </p:cNvCxnSpPr>
          <p:nvPr/>
        </p:nvCxnSpPr>
        <p:spPr>
          <a:xfrm>
            <a:off x="4605420" y="2282778"/>
            <a:ext cx="222166"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6205DD86-315C-53B6-CEEF-A9919650168E}"/>
              </a:ext>
            </a:extLst>
          </p:cNvPr>
          <p:cNvCxnSpPr>
            <a:cxnSpLocks/>
            <a:stCxn id="11" idx="7"/>
            <a:endCxn id="19" idx="3"/>
          </p:cNvCxnSpPr>
          <p:nvPr/>
        </p:nvCxnSpPr>
        <p:spPr>
          <a:xfrm>
            <a:off x="5509220" y="2261690"/>
            <a:ext cx="1439984"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6205DD86-315C-53B6-CEEF-A9919650168E}"/>
              </a:ext>
            </a:extLst>
          </p:cNvPr>
          <p:cNvCxnSpPr>
            <a:cxnSpLocks/>
            <a:stCxn id="11" idx="6"/>
            <a:endCxn id="18" idx="3"/>
          </p:cNvCxnSpPr>
          <p:nvPr/>
        </p:nvCxnSpPr>
        <p:spPr>
          <a:xfrm>
            <a:off x="5458308" y="2282778"/>
            <a:ext cx="794150"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94" name="Straight Connector 93">
            <a:extLst>
              <a:ext uri="{FF2B5EF4-FFF2-40B4-BE49-F238E27FC236}">
                <a16:creationId xmlns:a16="http://schemas.microsoft.com/office/drawing/2014/main" id="{6205DD86-315C-53B6-CEEF-A9919650168E}"/>
              </a:ext>
            </a:extLst>
          </p:cNvPr>
          <p:cNvCxnSpPr>
            <a:cxnSpLocks/>
            <a:stCxn id="12" idx="6"/>
            <a:endCxn id="20" idx="3"/>
          </p:cNvCxnSpPr>
          <p:nvPr/>
        </p:nvCxnSpPr>
        <p:spPr>
          <a:xfrm>
            <a:off x="6233138" y="2282778"/>
            <a:ext cx="1486918"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12" idx="6"/>
            <a:endCxn id="19" idx="3"/>
          </p:cNvCxnSpPr>
          <p:nvPr/>
        </p:nvCxnSpPr>
        <p:spPr>
          <a:xfrm>
            <a:off x="6233138" y="2282778"/>
            <a:ext cx="716066"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Straight Connector 99">
            <a:extLst>
              <a:ext uri="{FF2B5EF4-FFF2-40B4-BE49-F238E27FC236}">
                <a16:creationId xmlns:a16="http://schemas.microsoft.com/office/drawing/2014/main" id="{6205DD86-315C-53B6-CEEF-A9919650168E}"/>
              </a:ext>
            </a:extLst>
          </p:cNvPr>
          <p:cNvCxnSpPr>
            <a:cxnSpLocks/>
            <a:stCxn id="13" idx="7"/>
            <a:endCxn id="21" idx="3"/>
          </p:cNvCxnSpPr>
          <p:nvPr/>
        </p:nvCxnSpPr>
        <p:spPr>
          <a:xfrm>
            <a:off x="7195028" y="2261690"/>
            <a:ext cx="1223880"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03" name="Straight Connector 102">
            <a:extLst>
              <a:ext uri="{FF2B5EF4-FFF2-40B4-BE49-F238E27FC236}">
                <a16:creationId xmlns:a16="http://schemas.microsoft.com/office/drawing/2014/main" id="{6205DD86-315C-53B6-CEEF-A9919650168E}"/>
              </a:ext>
            </a:extLst>
          </p:cNvPr>
          <p:cNvCxnSpPr>
            <a:cxnSpLocks/>
            <a:stCxn id="13" idx="6"/>
            <a:endCxn id="20" idx="2"/>
          </p:cNvCxnSpPr>
          <p:nvPr/>
        </p:nvCxnSpPr>
        <p:spPr>
          <a:xfrm>
            <a:off x="7144116" y="2282778"/>
            <a:ext cx="626852" cy="2154285"/>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a:extLst>
              <a:ext uri="{FF2B5EF4-FFF2-40B4-BE49-F238E27FC236}">
                <a16:creationId xmlns:a16="http://schemas.microsoft.com/office/drawing/2014/main" id="{6205DD86-315C-53B6-CEEF-A9919650168E}"/>
              </a:ext>
            </a:extLst>
          </p:cNvPr>
          <p:cNvCxnSpPr>
            <a:cxnSpLocks/>
            <a:stCxn id="14" idx="6"/>
            <a:endCxn id="21" idx="3"/>
          </p:cNvCxnSpPr>
          <p:nvPr/>
        </p:nvCxnSpPr>
        <p:spPr>
          <a:xfrm>
            <a:off x="7986689" y="2282778"/>
            <a:ext cx="432219"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a:extLst>
              <a:ext uri="{FF2B5EF4-FFF2-40B4-BE49-F238E27FC236}">
                <a16:creationId xmlns:a16="http://schemas.microsoft.com/office/drawing/2014/main" id="{6205DD86-315C-53B6-CEEF-A9919650168E}"/>
              </a:ext>
            </a:extLst>
          </p:cNvPr>
          <p:cNvCxnSpPr>
            <a:cxnSpLocks/>
            <a:stCxn id="14" idx="5"/>
            <a:endCxn id="17" idx="1"/>
          </p:cNvCxnSpPr>
          <p:nvPr/>
        </p:nvCxnSpPr>
        <p:spPr>
          <a:xfrm flipH="1">
            <a:off x="5616390" y="2261690"/>
            <a:ext cx="2319387"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12" name="Straight Connector 111">
            <a:extLst>
              <a:ext uri="{FF2B5EF4-FFF2-40B4-BE49-F238E27FC236}">
                <a16:creationId xmlns:a16="http://schemas.microsoft.com/office/drawing/2014/main" id="{6205DD86-315C-53B6-CEEF-A9919650168E}"/>
              </a:ext>
            </a:extLst>
          </p:cNvPr>
          <p:cNvCxnSpPr>
            <a:cxnSpLocks/>
            <a:stCxn id="29" idx="6"/>
            <a:endCxn id="20" idx="1"/>
          </p:cNvCxnSpPr>
          <p:nvPr/>
        </p:nvCxnSpPr>
        <p:spPr>
          <a:xfrm flipH="1">
            <a:off x="7821880" y="2282778"/>
            <a:ext cx="929426" cy="2175373"/>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15" name="Straight Connector 114">
            <a:extLst>
              <a:ext uri="{FF2B5EF4-FFF2-40B4-BE49-F238E27FC236}">
                <a16:creationId xmlns:a16="http://schemas.microsoft.com/office/drawing/2014/main" id="{6205DD86-315C-53B6-CEEF-A9919650168E}"/>
              </a:ext>
            </a:extLst>
          </p:cNvPr>
          <p:cNvCxnSpPr>
            <a:cxnSpLocks/>
            <a:stCxn id="29" idx="5"/>
            <a:endCxn id="15" idx="1"/>
          </p:cNvCxnSpPr>
          <p:nvPr/>
        </p:nvCxnSpPr>
        <p:spPr>
          <a:xfrm flipH="1">
            <a:off x="4177203" y="2261690"/>
            <a:ext cx="4523191" cy="2196461"/>
          </a:xfrm>
          <a:prstGeom prst="lin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Hall’s Theorem Application.</a:t>
            </a:r>
          </a:p>
        </p:txBody>
      </p:sp>
      <p:sp>
        <p:nvSpPr>
          <p:cNvPr id="8" name="Content Placeholder 7"/>
          <p:cNvSpPr>
            <a:spLocks noGrp="1"/>
          </p:cNvSpPr>
          <p:nvPr>
            <p:ph idx="1"/>
          </p:nvPr>
        </p:nvSpPr>
        <p:spPr/>
        <p:txBody>
          <a:bodyPr/>
          <a:lstStyle/>
          <a:p>
            <a:r>
              <a:rPr lang="en-US" dirty="0"/>
              <a:t>Now we find such perfect matching.</a:t>
            </a:r>
          </a:p>
        </p:txBody>
      </p:sp>
      <p:sp>
        <p:nvSpPr>
          <p:cNvPr id="9" name="Oval 8">
            <a:extLst>
              <a:ext uri="{FF2B5EF4-FFF2-40B4-BE49-F238E27FC236}">
                <a16:creationId xmlns:a16="http://schemas.microsoft.com/office/drawing/2014/main" id="{BDD11F87-DA81-9510-C1CB-0AF4093562CB}"/>
              </a:ext>
            </a:extLst>
          </p:cNvPr>
          <p:cNvSpPr/>
          <p:nvPr/>
        </p:nvSpPr>
        <p:spPr>
          <a:xfrm rot="5400000">
            <a:off x="3832125"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4533420"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DD11F87-DA81-9510-C1CB-0AF4093562CB}"/>
              </a:ext>
            </a:extLst>
          </p:cNvPr>
          <p:cNvSpPr/>
          <p:nvPr/>
        </p:nvSpPr>
        <p:spPr>
          <a:xfrm rot="5400000">
            <a:off x="5386308"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Oval 11">
            <a:extLst>
              <a:ext uri="{FF2B5EF4-FFF2-40B4-BE49-F238E27FC236}">
                <a16:creationId xmlns:a16="http://schemas.microsoft.com/office/drawing/2014/main" id="{BDD11F87-DA81-9510-C1CB-0AF4093562CB}"/>
              </a:ext>
            </a:extLst>
          </p:cNvPr>
          <p:cNvSpPr/>
          <p:nvPr/>
        </p:nvSpPr>
        <p:spPr>
          <a:xfrm rot="5400000">
            <a:off x="6161138"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BDD11F87-DA81-9510-C1CB-0AF4093562CB}"/>
              </a:ext>
            </a:extLst>
          </p:cNvPr>
          <p:cNvSpPr/>
          <p:nvPr/>
        </p:nvSpPr>
        <p:spPr>
          <a:xfrm rot="5400000">
            <a:off x="7072116"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7914689"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4054291"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 name="Oval 15">
            <a:extLst>
              <a:ext uri="{FF2B5EF4-FFF2-40B4-BE49-F238E27FC236}">
                <a16:creationId xmlns:a16="http://schemas.microsoft.com/office/drawing/2014/main" id="{BDD11F87-DA81-9510-C1CB-0AF4093562CB}"/>
              </a:ext>
            </a:extLst>
          </p:cNvPr>
          <p:cNvSpPr/>
          <p:nvPr/>
        </p:nvSpPr>
        <p:spPr>
          <a:xfrm rot="5400000">
            <a:off x="4755586"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BDD11F87-DA81-9510-C1CB-0AF4093562CB}"/>
              </a:ext>
            </a:extLst>
          </p:cNvPr>
          <p:cNvSpPr/>
          <p:nvPr/>
        </p:nvSpPr>
        <p:spPr>
          <a:xfrm rot="5400000">
            <a:off x="5493478"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 name="Oval 17">
            <a:extLst>
              <a:ext uri="{FF2B5EF4-FFF2-40B4-BE49-F238E27FC236}">
                <a16:creationId xmlns:a16="http://schemas.microsoft.com/office/drawing/2014/main" id="{BDD11F87-DA81-9510-C1CB-0AF4093562CB}"/>
              </a:ext>
            </a:extLst>
          </p:cNvPr>
          <p:cNvSpPr/>
          <p:nvPr/>
        </p:nvSpPr>
        <p:spPr>
          <a:xfrm rot="5400000">
            <a:off x="6231370"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6928116"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7698968"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1" name="Oval 20">
            <a:extLst>
              <a:ext uri="{FF2B5EF4-FFF2-40B4-BE49-F238E27FC236}">
                <a16:creationId xmlns:a16="http://schemas.microsoft.com/office/drawing/2014/main" id="{BDD11F87-DA81-9510-C1CB-0AF4093562CB}"/>
              </a:ext>
            </a:extLst>
          </p:cNvPr>
          <p:cNvSpPr/>
          <p:nvPr/>
        </p:nvSpPr>
        <p:spPr>
          <a:xfrm rot="5400000">
            <a:off x="8397820" y="44370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8679306" y="2138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2" name="TextBox 51"/>
          <p:cNvSpPr txBox="1"/>
          <p:nvPr/>
        </p:nvSpPr>
        <p:spPr>
          <a:xfrm>
            <a:off x="3694763" y="1762949"/>
            <a:ext cx="431528" cy="369332"/>
          </a:xfrm>
          <a:prstGeom prst="rect">
            <a:avLst/>
          </a:prstGeom>
          <a:noFill/>
        </p:spPr>
        <p:txBody>
          <a:bodyPr wrap="none" rtlCol="0">
            <a:spAutoFit/>
          </a:bodyPr>
          <a:lstStyle/>
          <a:p>
            <a:r>
              <a:rPr lang="en-US" dirty="0"/>
              <a:t>A1</a:t>
            </a:r>
          </a:p>
        </p:txBody>
      </p:sp>
      <p:sp>
        <p:nvSpPr>
          <p:cNvPr id="53" name="TextBox 52"/>
          <p:cNvSpPr txBox="1"/>
          <p:nvPr/>
        </p:nvSpPr>
        <p:spPr>
          <a:xfrm>
            <a:off x="4501423" y="1762367"/>
            <a:ext cx="431528" cy="369332"/>
          </a:xfrm>
          <a:prstGeom prst="rect">
            <a:avLst/>
          </a:prstGeom>
          <a:noFill/>
        </p:spPr>
        <p:txBody>
          <a:bodyPr wrap="none" rtlCol="0">
            <a:spAutoFit/>
          </a:bodyPr>
          <a:lstStyle/>
          <a:p>
            <a:r>
              <a:rPr lang="en-US" dirty="0"/>
              <a:t>A2</a:t>
            </a:r>
          </a:p>
        </p:txBody>
      </p:sp>
      <p:sp>
        <p:nvSpPr>
          <p:cNvPr id="54" name="TextBox 53"/>
          <p:cNvSpPr txBox="1"/>
          <p:nvPr/>
        </p:nvSpPr>
        <p:spPr>
          <a:xfrm>
            <a:off x="5308083" y="1761785"/>
            <a:ext cx="431528" cy="369332"/>
          </a:xfrm>
          <a:prstGeom prst="rect">
            <a:avLst/>
          </a:prstGeom>
          <a:noFill/>
        </p:spPr>
        <p:txBody>
          <a:bodyPr wrap="none" rtlCol="0">
            <a:spAutoFit/>
          </a:bodyPr>
          <a:lstStyle/>
          <a:p>
            <a:r>
              <a:rPr lang="en-US" dirty="0"/>
              <a:t>A3</a:t>
            </a:r>
          </a:p>
        </p:txBody>
      </p:sp>
      <p:sp>
        <p:nvSpPr>
          <p:cNvPr id="55" name="TextBox 54"/>
          <p:cNvSpPr txBox="1"/>
          <p:nvPr/>
        </p:nvSpPr>
        <p:spPr>
          <a:xfrm>
            <a:off x="6114743" y="1761203"/>
            <a:ext cx="431528" cy="369332"/>
          </a:xfrm>
          <a:prstGeom prst="rect">
            <a:avLst/>
          </a:prstGeom>
          <a:noFill/>
        </p:spPr>
        <p:txBody>
          <a:bodyPr wrap="none" rtlCol="0">
            <a:spAutoFit/>
          </a:bodyPr>
          <a:lstStyle/>
          <a:p>
            <a:r>
              <a:rPr lang="en-US" dirty="0"/>
              <a:t>A4</a:t>
            </a:r>
          </a:p>
        </p:txBody>
      </p:sp>
      <p:sp>
        <p:nvSpPr>
          <p:cNvPr id="56" name="TextBox 55"/>
          <p:cNvSpPr txBox="1"/>
          <p:nvPr/>
        </p:nvSpPr>
        <p:spPr>
          <a:xfrm>
            <a:off x="7028719" y="1761203"/>
            <a:ext cx="431528" cy="369332"/>
          </a:xfrm>
          <a:prstGeom prst="rect">
            <a:avLst/>
          </a:prstGeom>
          <a:noFill/>
        </p:spPr>
        <p:txBody>
          <a:bodyPr wrap="none" rtlCol="0">
            <a:spAutoFit/>
          </a:bodyPr>
          <a:lstStyle/>
          <a:p>
            <a:r>
              <a:rPr lang="en-US" dirty="0"/>
              <a:t>A5</a:t>
            </a:r>
          </a:p>
        </p:txBody>
      </p:sp>
      <p:sp>
        <p:nvSpPr>
          <p:cNvPr id="57" name="TextBox 56"/>
          <p:cNvSpPr txBox="1"/>
          <p:nvPr/>
        </p:nvSpPr>
        <p:spPr>
          <a:xfrm>
            <a:off x="7942695" y="1761203"/>
            <a:ext cx="431528" cy="369332"/>
          </a:xfrm>
          <a:prstGeom prst="rect">
            <a:avLst/>
          </a:prstGeom>
          <a:noFill/>
        </p:spPr>
        <p:txBody>
          <a:bodyPr wrap="none" rtlCol="0">
            <a:spAutoFit/>
          </a:bodyPr>
          <a:lstStyle/>
          <a:p>
            <a:r>
              <a:rPr lang="en-US" dirty="0"/>
              <a:t>A6</a:t>
            </a:r>
          </a:p>
        </p:txBody>
      </p:sp>
      <p:sp>
        <p:nvSpPr>
          <p:cNvPr id="58" name="TextBox 57"/>
          <p:cNvSpPr txBox="1"/>
          <p:nvPr/>
        </p:nvSpPr>
        <p:spPr>
          <a:xfrm>
            <a:off x="8647186" y="1761203"/>
            <a:ext cx="431528" cy="369332"/>
          </a:xfrm>
          <a:prstGeom prst="rect">
            <a:avLst/>
          </a:prstGeom>
          <a:noFill/>
        </p:spPr>
        <p:txBody>
          <a:bodyPr wrap="none" rtlCol="0">
            <a:spAutoFit/>
          </a:bodyPr>
          <a:lstStyle/>
          <a:p>
            <a:r>
              <a:rPr lang="en-US" dirty="0"/>
              <a:t>A7</a:t>
            </a:r>
          </a:p>
        </p:txBody>
      </p:sp>
      <p:sp>
        <p:nvSpPr>
          <p:cNvPr id="59" name="TextBox 58"/>
          <p:cNvSpPr txBox="1"/>
          <p:nvPr/>
        </p:nvSpPr>
        <p:spPr>
          <a:xfrm>
            <a:off x="3843434" y="4735052"/>
            <a:ext cx="425116" cy="369332"/>
          </a:xfrm>
          <a:prstGeom prst="rect">
            <a:avLst/>
          </a:prstGeom>
          <a:noFill/>
        </p:spPr>
        <p:txBody>
          <a:bodyPr wrap="none" rtlCol="0">
            <a:spAutoFit/>
          </a:bodyPr>
          <a:lstStyle/>
          <a:p>
            <a:r>
              <a:rPr lang="en-US" dirty="0"/>
              <a:t>B1</a:t>
            </a:r>
          </a:p>
        </p:txBody>
      </p:sp>
      <p:sp>
        <p:nvSpPr>
          <p:cNvPr id="60" name="TextBox 59"/>
          <p:cNvSpPr txBox="1"/>
          <p:nvPr/>
        </p:nvSpPr>
        <p:spPr>
          <a:xfrm>
            <a:off x="4650094" y="4734470"/>
            <a:ext cx="425116" cy="369332"/>
          </a:xfrm>
          <a:prstGeom prst="rect">
            <a:avLst/>
          </a:prstGeom>
          <a:noFill/>
        </p:spPr>
        <p:txBody>
          <a:bodyPr wrap="none" rtlCol="0">
            <a:spAutoFit/>
          </a:bodyPr>
          <a:lstStyle/>
          <a:p>
            <a:r>
              <a:rPr lang="en-US" dirty="0"/>
              <a:t>B2</a:t>
            </a:r>
          </a:p>
        </p:txBody>
      </p:sp>
      <p:sp>
        <p:nvSpPr>
          <p:cNvPr id="61" name="TextBox 60"/>
          <p:cNvSpPr txBox="1"/>
          <p:nvPr/>
        </p:nvSpPr>
        <p:spPr>
          <a:xfrm>
            <a:off x="5352946" y="4733888"/>
            <a:ext cx="425116" cy="369332"/>
          </a:xfrm>
          <a:prstGeom prst="rect">
            <a:avLst/>
          </a:prstGeom>
          <a:noFill/>
        </p:spPr>
        <p:txBody>
          <a:bodyPr wrap="none" rtlCol="0">
            <a:spAutoFit/>
          </a:bodyPr>
          <a:lstStyle/>
          <a:p>
            <a:r>
              <a:rPr lang="en-US" dirty="0"/>
              <a:t>B3</a:t>
            </a:r>
          </a:p>
        </p:txBody>
      </p:sp>
      <p:sp>
        <p:nvSpPr>
          <p:cNvPr id="62" name="TextBox 61"/>
          <p:cNvSpPr txBox="1"/>
          <p:nvPr/>
        </p:nvSpPr>
        <p:spPr>
          <a:xfrm>
            <a:off x="6159606" y="4733306"/>
            <a:ext cx="425116" cy="369332"/>
          </a:xfrm>
          <a:prstGeom prst="rect">
            <a:avLst/>
          </a:prstGeom>
          <a:noFill/>
        </p:spPr>
        <p:txBody>
          <a:bodyPr wrap="none" rtlCol="0">
            <a:spAutoFit/>
          </a:bodyPr>
          <a:lstStyle/>
          <a:p>
            <a:r>
              <a:rPr lang="en-US" dirty="0"/>
              <a:t>B4</a:t>
            </a:r>
          </a:p>
        </p:txBody>
      </p:sp>
      <p:sp>
        <p:nvSpPr>
          <p:cNvPr id="63" name="TextBox 62"/>
          <p:cNvSpPr txBox="1"/>
          <p:nvPr/>
        </p:nvSpPr>
        <p:spPr>
          <a:xfrm>
            <a:off x="6779353" y="4733306"/>
            <a:ext cx="425116" cy="369332"/>
          </a:xfrm>
          <a:prstGeom prst="rect">
            <a:avLst/>
          </a:prstGeom>
          <a:noFill/>
        </p:spPr>
        <p:txBody>
          <a:bodyPr wrap="none" rtlCol="0">
            <a:spAutoFit/>
          </a:bodyPr>
          <a:lstStyle/>
          <a:p>
            <a:r>
              <a:rPr lang="en-US" dirty="0"/>
              <a:t>B5</a:t>
            </a:r>
          </a:p>
        </p:txBody>
      </p:sp>
      <p:sp>
        <p:nvSpPr>
          <p:cNvPr id="64" name="TextBox 63"/>
          <p:cNvSpPr txBox="1"/>
          <p:nvPr/>
        </p:nvSpPr>
        <p:spPr>
          <a:xfrm>
            <a:off x="7523025" y="4733306"/>
            <a:ext cx="425116" cy="369332"/>
          </a:xfrm>
          <a:prstGeom prst="rect">
            <a:avLst/>
          </a:prstGeom>
          <a:noFill/>
        </p:spPr>
        <p:txBody>
          <a:bodyPr wrap="none" rtlCol="0">
            <a:spAutoFit/>
          </a:bodyPr>
          <a:lstStyle/>
          <a:p>
            <a:r>
              <a:rPr lang="en-US" dirty="0"/>
              <a:t>B6</a:t>
            </a:r>
          </a:p>
        </p:txBody>
      </p:sp>
      <p:sp>
        <p:nvSpPr>
          <p:cNvPr id="65" name="TextBox 64"/>
          <p:cNvSpPr txBox="1"/>
          <p:nvPr/>
        </p:nvSpPr>
        <p:spPr>
          <a:xfrm>
            <a:off x="8227516" y="4733306"/>
            <a:ext cx="425116" cy="369332"/>
          </a:xfrm>
          <a:prstGeom prst="rect">
            <a:avLst/>
          </a:prstGeom>
          <a:noFill/>
        </p:spPr>
        <p:txBody>
          <a:bodyPr wrap="none" rtlCol="0">
            <a:spAutoFit/>
          </a:bodyPr>
          <a:lstStyle/>
          <a:p>
            <a:r>
              <a:rPr lang="en-US" dirty="0"/>
              <a:t>B7</a:t>
            </a:r>
          </a:p>
        </p:txBody>
      </p:sp>
    </p:spTree>
    <p:extLst>
      <p:ext uri="{BB962C8B-B14F-4D97-AF65-F5344CB8AC3E}">
        <p14:creationId xmlns:p14="http://schemas.microsoft.com/office/powerpoint/2010/main" val="349984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0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0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0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1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15"/>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7" presetClass="emph" presetSubtype="2" fill="hold" nodeType="clickEffect">
                                  <p:stCondLst>
                                    <p:cond delay="0"/>
                                  </p:stCondLst>
                                  <p:childTnLst>
                                    <p:animClr clrSpc="rgb" dir="cw">
                                      <p:cBhvr>
                                        <p:cTn id="96" dur="500" fill="hold"/>
                                        <p:tgtEl>
                                          <p:spTgt spid="67"/>
                                        </p:tgtEl>
                                        <p:attrNameLst>
                                          <p:attrName>stroke.color</p:attrName>
                                        </p:attrNameLst>
                                      </p:cBhvr>
                                      <p:to>
                                        <a:schemeClr val="accent2"/>
                                      </p:to>
                                    </p:animClr>
                                    <p:set>
                                      <p:cBhvr>
                                        <p:cTn id="97" dur="500" fill="hold"/>
                                        <p:tgtEl>
                                          <p:spTgt spid="67"/>
                                        </p:tgtEl>
                                        <p:attrNameLst>
                                          <p:attrName>stroke.on</p:attrName>
                                        </p:attrNameLst>
                                      </p:cBhvr>
                                      <p:to>
                                        <p:strVal val="true"/>
                                      </p:to>
                                    </p:set>
                                  </p:childTnLst>
                                </p:cTn>
                              </p:par>
                            </p:childTnLst>
                          </p:cTn>
                        </p:par>
                      </p:childTnLst>
                    </p:cTn>
                  </p:par>
                  <p:par>
                    <p:cTn id="98" fill="hold">
                      <p:stCondLst>
                        <p:cond delay="indefinite"/>
                      </p:stCondLst>
                      <p:childTnLst>
                        <p:par>
                          <p:cTn id="99" fill="hold">
                            <p:stCondLst>
                              <p:cond delay="0"/>
                            </p:stCondLst>
                            <p:childTnLst>
                              <p:par>
                                <p:cTn id="100" presetID="42" presetClass="exit" presetSubtype="0" fill="hold" nodeType="clickEffect">
                                  <p:stCondLst>
                                    <p:cond delay="0"/>
                                  </p:stCondLst>
                                  <p:childTnLst>
                                    <p:animEffect transition="out" filter="fade">
                                      <p:cBhvr>
                                        <p:cTn id="101" dur="1000"/>
                                        <p:tgtEl>
                                          <p:spTgt spid="68"/>
                                        </p:tgtEl>
                                      </p:cBhvr>
                                    </p:animEffect>
                                    <p:anim calcmode="lin" valueType="num">
                                      <p:cBhvr>
                                        <p:cTn id="102" dur="1000"/>
                                        <p:tgtEl>
                                          <p:spTgt spid="68"/>
                                        </p:tgtEl>
                                        <p:attrNameLst>
                                          <p:attrName>ppt_x</p:attrName>
                                        </p:attrNameLst>
                                      </p:cBhvr>
                                      <p:tavLst>
                                        <p:tav tm="0">
                                          <p:val>
                                            <p:strVal val="ppt_x"/>
                                          </p:val>
                                        </p:tav>
                                        <p:tav tm="100000">
                                          <p:val>
                                            <p:strVal val="ppt_x"/>
                                          </p:val>
                                        </p:tav>
                                      </p:tavLst>
                                    </p:anim>
                                    <p:anim calcmode="lin" valueType="num">
                                      <p:cBhvr>
                                        <p:cTn id="103" dur="1000"/>
                                        <p:tgtEl>
                                          <p:spTgt spid="68"/>
                                        </p:tgtEl>
                                        <p:attrNameLst>
                                          <p:attrName>ppt_y</p:attrName>
                                        </p:attrNameLst>
                                      </p:cBhvr>
                                      <p:tavLst>
                                        <p:tav tm="0">
                                          <p:val>
                                            <p:strVal val="ppt_y"/>
                                          </p:val>
                                        </p:tav>
                                        <p:tav tm="100000">
                                          <p:val>
                                            <p:strVal val="ppt_y+.1"/>
                                          </p:val>
                                        </p:tav>
                                      </p:tavLst>
                                    </p:anim>
                                    <p:set>
                                      <p:cBhvr>
                                        <p:cTn id="104" dur="1" fill="hold">
                                          <p:stCondLst>
                                            <p:cond delay="999"/>
                                          </p:stCondLst>
                                        </p:cTn>
                                        <p:tgtEl>
                                          <p:spTgt spid="68"/>
                                        </p:tgtEl>
                                        <p:attrNameLst>
                                          <p:attrName>style.visibility</p:attrName>
                                        </p:attrNameLst>
                                      </p:cBhvr>
                                      <p:to>
                                        <p:strVal val="hidden"/>
                                      </p:to>
                                    </p:set>
                                  </p:childTnLst>
                                </p:cTn>
                              </p:par>
                              <p:par>
                                <p:cTn id="105" presetID="42" presetClass="exit" presetSubtype="0" fill="hold" nodeType="withEffect">
                                  <p:stCondLst>
                                    <p:cond delay="0"/>
                                  </p:stCondLst>
                                  <p:childTnLst>
                                    <p:animEffect transition="out" filter="fade">
                                      <p:cBhvr>
                                        <p:cTn id="106" dur="1000"/>
                                        <p:tgtEl>
                                          <p:spTgt spid="69"/>
                                        </p:tgtEl>
                                      </p:cBhvr>
                                    </p:animEffect>
                                    <p:anim calcmode="lin" valueType="num">
                                      <p:cBhvr>
                                        <p:cTn id="107" dur="1000"/>
                                        <p:tgtEl>
                                          <p:spTgt spid="69"/>
                                        </p:tgtEl>
                                        <p:attrNameLst>
                                          <p:attrName>ppt_x</p:attrName>
                                        </p:attrNameLst>
                                      </p:cBhvr>
                                      <p:tavLst>
                                        <p:tav tm="0">
                                          <p:val>
                                            <p:strVal val="ppt_x"/>
                                          </p:val>
                                        </p:tav>
                                        <p:tav tm="100000">
                                          <p:val>
                                            <p:strVal val="ppt_x"/>
                                          </p:val>
                                        </p:tav>
                                      </p:tavLst>
                                    </p:anim>
                                    <p:anim calcmode="lin" valueType="num">
                                      <p:cBhvr>
                                        <p:cTn id="108" dur="1000"/>
                                        <p:tgtEl>
                                          <p:spTgt spid="69"/>
                                        </p:tgtEl>
                                        <p:attrNameLst>
                                          <p:attrName>ppt_y</p:attrName>
                                        </p:attrNameLst>
                                      </p:cBhvr>
                                      <p:tavLst>
                                        <p:tav tm="0">
                                          <p:val>
                                            <p:strVal val="ppt_y"/>
                                          </p:val>
                                        </p:tav>
                                        <p:tav tm="100000">
                                          <p:val>
                                            <p:strVal val="ppt_y+.1"/>
                                          </p:val>
                                        </p:tav>
                                      </p:tavLst>
                                    </p:anim>
                                    <p:set>
                                      <p:cBhvr>
                                        <p:cTn id="109" dur="1" fill="hold">
                                          <p:stCondLst>
                                            <p:cond delay="999"/>
                                          </p:stCondLst>
                                        </p:cTn>
                                        <p:tgtEl>
                                          <p:spTgt spid="69"/>
                                        </p:tgtEl>
                                        <p:attrNameLst>
                                          <p:attrName>style.visibility</p:attrName>
                                        </p:attrNameLst>
                                      </p:cBhvr>
                                      <p:to>
                                        <p:strVal val="hidden"/>
                                      </p:to>
                                    </p:set>
                                  </p:childTnLst>
                                </p:cTn>
                              </p:par>
                              <p:par>
                                <p:cTn id="110" presetID="42" presetClass="exit" presetSubtype="0" fill="hold" nodeType="withEffect">
                                  <p:stCondLst>
                                    <p:cond delay="0"/>
                                  </p:stCondLst>
                                  <p:childTnLst>
                                    <p:animEffect transition="out" filter="fade">
                                      <p:cBhvr>
                                        <p:cTn id="111" dur="1000"/>
                                        <p:tgtEl>
                                          <p:spTgt spid="115"/>
                                        </p:tgtEl>
                                      </p:cBhvr>
                                    </p:animEffect>
                                    <p:anim calcmode="lin" valueType="num">
                                      <p:cBhvr>
                                        <p:cTn id="112" dur="1000"/>
                                        <p:tgtEl>
                                          <p:spTgt spid="115"/>
                                        </p:tgtEl>
                                        <p:attrNameLst>
                                          <p:attrName>ppt_x</p:attrName>
                                        </p:attrNameLst>
                                      </p:cBhvr>
                                      <p:tavLst>
                                        <p:tav tm="0">
                                          <p:val>
                                            <p:strVal val="ppt_x"/>
                                          </p:val>
                                        </p:tav>
                                        <p:tav tm="100000">
                                          <p:val>
                                            <p:strVal val="ppt_x"/>
                                          </p:val>
                                        </p:tav>
                                      </p:tavLst>
                                    </p:anim>
                                    <p:anim calcmode="lin" valueType="num">
                                      <p:cBhvr>
                                        <p:cTn id="113" dur="1000"/>
                                        <p:tgtEl>
                                          <p:spTgt spid="115"/>
                                        </p:tgtEl>
                                        <p:attrNameLst>
                                          <p:attrName>ppt_y</p:attrName>
                                        </p:attrNameLst>
                                      </p:cBhvr>
                                      <p:tavLst>
                                        <p:tav tm="0">
                                          <p:val>
                                            <p:strVal val="ppt_y"/>
                                          </p:val>
                                        </p:tav>
                                        <p:tav tm="100000">
                                          <p:val>
                                            <p:strVal val="ppt_y+.1"/>
                                          </p:val>
                                        </p:tav>
                                      </p:tavLst>
                                    </p:anim>
                                    <p:set>
                                      <p:cBhvr>
                                        <p:cTn id="114" dur="1" fill="hold">
                                          <p:stCondLst>
                                            <p:cond delay="999"/>
                                          </p:stCondLst>
                                        </p:cTn>
                                        <p:tgtEl>
                                          <p:spTgt spid="115"/>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7" presetClass="emph" presetSubtype="2" fill="hold" nodeType="clickEffect">
                                  <p:stCondLst>
                                    <p:cond delay="0"/>
                                  </p:stCondLst>
                                  <p:childTnLst>
                                    <p:animClr clrSpc="rgb" dir="cw">
                                      <p:cBhvr>
                                        <p:cTn id="118" dur="500" fill="hold"/>
                                        <p:tgtEl>
                                          <p:spTgt spid="83"/>
                                        </p:tgtEl>
                                        <p:attrNameLst>
                                          <p:attrName>stroke.color</p:attrName>
                                        </p:attrNameLst>
                                      </p:cBhvr>
                                      <p:to>
                                        <a:schemeClr val="accent2"/>
                                      </p:to>
                                    </p:animClr>
                                    <p:set>
                                      <p:cBhvr>
                                        <p:cTn id="119" dur="500" fill="hold"/>
                                        <p:tgtEl>
                                          <p:spTgt spid="83"/>
                                        </p:tgtEl>
                                        <p:attrNameLst>
                                          <p:attrName>stroke.on</p:attrName>
                                        </p:attrNameLst>
                                      </p:cBhvr>
                                      <p:to>
                                        <p:strVal val="true"/>
                                      </p:to>
                                    </p:set>
                                  </p:childTnLst>
                                </p:cTn>
                              </p:par>
                            </p:childTnLst>
                          </p:cTn>
                        </p:par>
                      </p:childTnLst>
                    </p:cTn>
                  </p:par>
                  <p:par>
                    <p:cTn id="120" fill="hold">
                      <p:stCondLst>
                        <p:cond delay="indefinite"/>
                      </p:stCondLst>
                      <p:childTnLst>
                        <p:par>
                          <p:cTn id="121" fill="hold">
                            <p:stCondLst>
                              <p:cond delay="0"/>
                            </p:stCondLst>
                            <p:childTnLst>
                              <p:par>
                                <p:cTn id="122" presetID="42" presetClass="exit" presetSubtype="0" fill="hold" nodeType="clickEffect">
                                  <p:stCondLst>
                                    <p:cond delay="0"/>
                                  </p:stCondLst>
                                  <p:childTnLst>
                                    <p:animEffect transition="out" filter="fade">
                                      <p:cBhvr>
                                        <p:cTn id="123" dur="1000"/>
                                        <p:tgtEl>
                                          <p:spTgt spid="77"/>
                                        </p:tgtEl>
                                      </p:cBhvr>
                                    </p:animEffect>
                                    <p:anim calcmode="lin" valueType="num">
                                      <p:cBhvr>
                                        <p:cTn id="124" dur="1000"/>
                                        <p:tgtEl>
                                          <p:spTgt spid="77"/>
                                        </p:tgtEl>
                                        <p:attrNameLst>
                                          <p:attrName>ppt_x</p:attrName>
                                        </p:attrNameLst>
                                      </p:cBhvr>
                                      <p:tavLst>
                                        <p:tav tm="0">
                                          <p:val>
                                            <p:strVal val="ppt_x"/>
                                          </p:val>
                                        </p:tav>
                                        <p:tav tm="100000">
                                          <p:val>
                                            <p:strVal val="ppt_x"/>
                                          </p:val>
                                        </p:tav>
                                      </p:tavLst>
                                    </p:anim>
                                    <p:anim calcmode="lin" valueType="num">
                                      <p:cBhvr>
                                        <p:cTn id="125" dur="1000"/>
                                        <p:tgtEl>
                                          <p:spTgt spid="77"/>
                                        </p:tgtEl>
                                        <p:attrNameLst>
                                          <p:attrName>ppt_y</p:attrName>
                                        </p:attrNameLst>
                                      </p:cBhvr>
                                      <p:tavLst>
                                        <p:tav tm="0">
                                          <p:val>
                                            <p:strVal val="ppt_y"/>
                                          </p:val>
                                        </p:tav>
                                        <p:tav tm="100000">
                                          <p:val>
                                            <p:strVal val="ppt_y+.1"/>
                                          </p:val>
                                        </p:tav>
                                      </p:tavLst>
                                    </p:anim>
                                    <p:set>
                                      <p:cBhvr>
                                        <p:cTn id="126" dur="1" fill="hold">
                                          <p:stCondLst>
                                            <p:cond delay="999"/>
                                          </p:stCondLst>
                                        </p:cTn>
                                        <p:tgtEl>
                                          <p:spTgt spid="77"/>
                                        </p:tgtEl>
                                        <p:attrNameLst>
                                          <p:attrName>style.visibility</p:attrName>
                                        </p:attrNameLst>
                                      </p:cBhvr>
                                      <p:to>
                                        <p:strVal val="hidden"/>
                                      </p:to>
                                    </p:set>
                                  </p:childTnLst>
                                </p:cTn>
                              </p:par>
                              <p:par>
                                <p:cTn id="127" presetID="42" presetClass="exit" presetSubtype="0" fill="hold" nodeType="withEffect">
                                  <p:stCondLst>
                                    <p:cond delay="0"/>
                                  </p:stCondLst>
                                  <p:childTnLst>
                                    <p:animEffect transition="out" filter="fade">
                                      <p:cBhvr>
                                        <p:cTn id="128" dur="1000"/>
                                        <p:tgtEl>
                                          <p:spTgt spid="80"/>
                                        </p:tgtEl>
                                      </p:cBhvr>
                                    </p:animEffect>
                                    <p:anim calcmode="lin" valueType="num">
                                      <p:cBhvr>
                                        <p:cTn id="129" dur="1000"/>
                                        <p:tgtEl>
                                          <p:spTgt spid="80"/>
                                        </p:tgtEl>
                                        <p:attrNameLst>
                                          <p:attrName>ppt_x</p:attrName>
                                        </p:attrNameLst>
                                      </p:cBhvr>
                                      <p:tavLst>
                                        <p:tav tm="0">
                                          <p:val>
                                            <p:strVal val="ppt_x"/>
                                          </p:val>
                                        </p:tav>
                                        <p:tav tm="100000">
                                          <p:val>
                                            <p:strVal val="ppt_x"/>
                                          </p:val>
                                        </p:tav>
                                      </p:tavLst>
                                    </p:anim>
                                    <p:anim calcmode="lin" valueType="num">
                                      <p:cBhvr>
                                        <p:cTn id="130" dur="1000"/>
                                        <p:tgtEl>
                                          <p:spTgt spid="80"/>
                                        </p:tgtEl>
                                        <p:attrNameLst>
                                          <p:attrName>ppt_y</p:attrName>
                                        </p:attrNameLst>
                                      </p:cBhvr>
                                      <p:tavLst>
                                        <p:tav tm="0">
                                          <p:val>
                                            <p:strVal val="ppt_y"/>
                                          </p:val>
                                        </p:tav>
                                        <p:tav tm="100000">
                                          <p:val>
                                            <p:strVal val="ppt_y+.1"/>
                                          </p:val>
                                        </p:tav>
                                      </p:tavLst>
                                    </p:anim>
                                    <p:set>
                                      <p:cBhvr>
                                        <p:cTn id="131" dur="1" fill="hold">
                                          <p:stCondLst>
                                            <p:cond delay="999"/>
                                          </p:stCondLst>
                                        </p:cTn>
                                        <p:tgtEl>
                                          <p:spTgt spid="80"/>
                                        </p:tgtEl>
                                        <p:attrNameLst>
                                          <p:attrName>style.visibility</p:attrName>
                                        </p:attrNameLst>
                                      </p:cBhvr>
                                      <p:to>
                                        <p:strVal val="hidden"/>
                                      </p:to>
                                    </p:set>
                                  </p:childTnLst>
                                </p:cTn>
                              </p:par>
                            </p:childTnLst>
                          </p:cTn>
                        </p:par>
                      </p:childTnLst>
                    </p:cTn>
                  </p:par>
                  <p:par>
                    <p:cTn id="132" fill="hold">
                      <p:stCondLst>
                        <p:cond delay="indefinite"/>
                      </p:stCondLst>
                      <p:childTnLst>
                        <p:par>
                          <p:cTn id="133" fill="hold">
                            <p:stCondLst>
                              <p:cond delay="0"/>
                            </p:stCondLst>
                            <p:childTnLst>
                              <p:par>
                                <p:cTn id="134" presetID="7" presetClass="emph" presetSubtype="2" fill="hold" nodeType="clickEffect">
                                  <p:stCondLst>
                                    <p:cond delay="0"/>
                                  </p:stCondLst>
                                  <p:childTnLst>
                                    <p:animClr clrSpc="rgb" dir="cw">
                                      <p:cBhvr>
                                        <p:cTn id="135" dur="500" fill="hold"/>
                                        <p:tgtEl>
                                          <p:spTgt spid="91"/>
                                        </p:tgtEl>
                                        <p:attrNameLst>
                                          <p:attrName>stroke.color</p:attrName>
                                        </p:attrNameLst>
                                      </p:cBhvr>
                                      <p:to>
                                        <a:schemeClr val="accent2"/>
                                      </p:to>
                                    </p:animClr>
                                    <p:set>
                                      <p:cBhvr>
                                        <p:cTn id="136" dur="500" fill="hold"/>
                                        <p:tgtEl>
                                          <p:spTgt spid="91"/>
                                        </p:tgtEl>
                                        <p:attrNameLst>
                                          <p:attrName>stroke.on</p:attrName>
                                        </p:attrNameLst>
                                      </p:cBhvr>
                                      <p:to>
                                        <p:strVal val="true"/>
                                      </p:to>
                                    </p:set>
                                  </p:childTnLst>
                                </p:cTn>
                              </p:par>
                            </p:childTnLst>
                          </p:cTn>
                        </p:par>
                      </p:childTnLst>
                    </p:cTn>
                  </p:par>
                  <p:par>
                    <p:cTn id="137" fill="hold">
                      <p:stCondLst>
                        <p:cond delay="indefinite"/>
                      </p:stCondLst>
                      <p:childTnLst>
                        <p:par>
                          <p:cTn id="138" fill="hold">
                            <p:stCondLst>
                              <p:cond delay="0"/>
                            </p:stCondLst>
                            <p:childTnLst>
                              <p:par>
                                <p:cTn id="139" presetID="42" presetClass="exit" presetSubtype="0" fill="hold" nodeType="clickEffect">
                                  <p:stCondLst>
                                    <p:cond delay="0"/>
                                  </p:stCondLst>
                                  <p:childTnLst>
                                    <p:animEffect transition="out" filter="fade">
                                      <p:cBhvr>
                                        <p:cTn id="140" dur="1000"/>
                                        <p:tgtEl>
                                          <p:spTgt spid="86"/>
                                        </p:tgtEl>
                                      </p:cBhvr>
                                    </p:animEffect>
                                    <p:anim calcmode="lin" valueType="num">
                                      <p:cBhvr>
                                        <p:cTn id="141" dur="1000"/>
                                        <p:tgtEl>
                                          <p:spTgt spid="86"/>
                                        </p:tgtEl>
                                        <p:attrNameLst>
                                          <p:attrName>ppt_x</p:attrName>
                                        </p:attrNameLst>
                                      </p:cBhvr>
                                      <p:tavLst>
                                        <p:tav tm="0">
                                          <p:val>
                                            <p:strVal val="ppt_x"/>
                                          </p:val>
                                        </p:tav>
                                        <p:tav tm="100000">
                                          <p:val>
                                            <p:strVal val="ppt_x"/>
                                          </p:val>
                                        </p:tav>
                                      </p:tavLst>
                                    </p:anim>
                                    <p:anim calcmode="lin" valueType="num">
                                      <p:cBhvr>
                                        <p:cTn id="142" dur="1000"/>
                                        <p:tgtEl>
                                          <p:spTgt spid="86"/>
                                        </p:tgtEl>
                                        <p:attrNameLst>
                                          <p:attrName>ppt_y</p:attrName>
                                        </p:attrNameLst>
                                      </p:cBhvr>
                                      <p:tavLst>
                                        <p:tav tm="0">
                                          <p:val>
                                            <p:strVal val="ppt_y"/>
                                          </p:val>
                                        </p:tav>
                                        <p:tav tm="100000">
                                          <p:val>
                                            <p:strVal val="ppt_y+.1"/>
                                          </p:val>
                                        </p:tav>
                                      </p:tavLst>
                                    </p:anim>
                                    <p:set>
                                      <p:cBhvr>
                                        <p:cTn id="143" dur="1" fill="hold">
                                          <p:stCondLst>
                                            <p:cond delay="999"/>
                                          </p:stCondLst>
                                        </p:cTn>
                                        <p:tgtEl>
                                          <p:spTgt spid="86"/>
                                        </p:tgtEl>
                                        <p:attrNameLst>
                                          <p:attrName>style.visibility</p:attrName>
                                        </p:attrNameLst>
                                      </p:cBhvr>
                                      <p:to>
                                        <p:strVal val="hidden"/>
                                      </p:to>
                                    </p:set>
                                  </p:childTnLst>
                                </p:cTn>
                              </p:par>
                            </p:childTnLst>
                          </p:cTn>
                        </p:par>
                      </p:childTnLst>
                    </p:cTn>
                  </p:par>
                  <p:par>
                    <p:cTn id="144" fill="hold">
                      <p:stCondLst>
                        <p:cond delay="indefinite"/>
                      </p:stCondLst>
                      <p:childTnLst>
                        <p:par>
                          <p:cTn id="145" fill="hold">
                            <p:stCondLst>
                              <p:cond delay="0"/>
                            </p:stCondLst>
                            <p:childTnLst>
                              <p:par>
                                <p:cTn id="146" presetID="7" presetClass="emph" presetSubtype="2" fill="hold" nodeType="clickEffect">
                                  <p:stCondLst>
                                    <p:cond delay="0"/>
                                  </p:stCondLst>
                                  <p:childTnLst>
                                    <p:animClr clrSpc="rgb" dir="cw">
                                      <p:cBhvr>
                                        <p:cTn id="147" dur="500" fill="hold"/>
                                        <p:tgtEl>
                                          <p:spTgt spid="97"/>
                                        </p:tgtEl>
                                        <p:attrNameLst>
                                          <p:attrName>stroke.color</p:attrName>
                                        </p:attrNameLst>
                                      </p:cBhvr>
                                      <p:to>
                                        <a:schemeClr val="accent2"/>
                                      </p:to>
                                    </p:animClr>
                                    <p:set>
                                      <p:cBhvr>
                                        <p:cTn id="148" dur="500" fill="hold"/>
                                        <p:tgtEl>
                                          <p:spTgt spid="97"/>
                                        </p:tgtEl>
                                        <p:attrNameLst>
                                          <p:attrName>stroke.on</p:attrName>
                                        </p:attrNameLst>
                                      </p:cBhvr>
                                      <p:to>
                                        <p:strVal val="true"/>
                                      </p:to>
                                    </p:set>
                                  </p:childTnLst>
                                </p:cTn>
                              </p:par>
                            </p:childTnLst>
                          </p:cTn>
                        </p:par>
                      </p:childTnLst>
                    </p:cTn>
                  </p:par>
                  <p:par>
                    <p:cTn id="149" fill="hold">
                      <p:stCondLst>
                        <p:cond delay="indefinite"/>
                      </p:stCondLst>
                      <p:childTnLst>
                        <p:par>
                          <p:cTn id="150" fill="hold">
                            <p:stCondLst>
                              <p:cond delay="0"/>
                            </p:stCondLst>
                            <p:childTnLst>
                              <p:par>
                                <p:cTn id="151" presetID="42" presetClass="exit" presetSubtype="0" fill="hold" nodeType="clickEffect">
                                  <p:stCondLst>
                                    <p:cond delay="0"/>
                                  </p:stCondLst>
                                  <p:childTnLst>
                                    <p:animEffect transition="out" filter="fade">
                                      <p:cBhvr>
                                        <p:cTn id="152" dur="1000"/>
                                        <p:tgtEl>
                                          <p:spTgt spid="94"/>
                                        </p:tgtEl>
                                      </p:cBhvr>
                                    </p:animEffect>
                                    <p:anim calcmode="lin" valueType="num">
                                      <p:cBhvr>
                                        <p:cTn id="153" dur="1000"/>
                                        <p:tgtEl>
                                          <p:spTgt spid="94"/>
                                        </p:tgtEl>
                                        <p:attrNameLst>
                                          <p:attrName>ppt_x</p:attrName>
                                        </p:attrNameLst>
                                      </p:cBhvr>
                                      <p:tavLst>
                                        <p:tav tm="0">
                                          <p:val>
                                            <p:strVal val="ppt_x"/>
                                          </p:val>
                                        </p:tav>
                                        <p:tav tm="100000">
                                          <p:val>
                                            <p:strVal val="ppt_x"/>
                                          </p:val>
                                        </p:tav>
                                      </p:tavLst>
                                    </p:anim>
                                    <p:anim calcmode="lin" valueType="num">
                                      <p:cBhvr>
                                        <p:cTn id="154" dur="1000"/>
                                        <p:tgtEl>
                                          <p:spTgt spid="94"/>
                                        </p:tgtEl>
                                        <p:attrNameLst>
                                          <p:attrName>ppt_y</p:attrName>
                                        </p:attrNameLst>
                                      </p:cBhvr>
                                      <p:tavLst>
                                        <p:tav tm="0">
                                          <p:val>
                                            <p:strVal val="ppt_y"/>
                                          </p:val>
                                        </p:tav>
                                        <p:tav tm="100000">
                                          <p:val>
                                            <p:strVal val="ppt_y+.1"/>
                                          </p:val>
                                        </p:tav>
                                      </p:tavLst>
                                    </p:anim>
                                    <p:set>
                                      <p:cBhvr>
                                        <p:cTn id="155" dur="1" fill="hold">
                                          <p:stCondLst>
                                            <p:cond delay="999"/>
                                          </p:stCondLst>
                                        </p:cTn>
                                        <p:tgtEl>
                                          <p:spTgt spid="94"/>
                                        </p:tgtEl>
                                        <p:attrNameLst>
                                          <p:attrName>style.visibility</p:attrName>
                                        </p:attrNameLst>
                                      </p:cBhvr>
                                      <p:to>
                                        <p:strVal val="hidden"/>
                                      </p:to>
                                    </p:set>
                                  </p:childTnLst>
                                </p:cTn>
                              </p:par>
                            </p:childTnLst>
                          </p:cTn>
                        </p:par>
                      </p:childTnLst>
                    </p:cTn>
                  </p:par>
                  <p:par>
                    <p:cTn id="156" fill="hold">
                      <p:stCondLst>
                        <p:cond delay="indefinite"/>
                      </p:stCondLst>
                      <p:childTnLst>
                        <p:par>
                          <p:cTn id="157" fill="hold">
                            <p:stCondLst>
                              <p:cond delay="0"/>
                            </p:stCondLst>
                            <p:childTnLst>
                              <p:par>
                                <p:cTn id="158" presetID="7" presetClass="emph" presetSubtype="2" fill="hold" nodeType="clickEffect">
                                  <p:stCondLst>
                                    <p:cond delay="0"/>
                                  </p:stCondLst>
                                  <p:childTnLst>
                                    <p:animClr clrSpc="rgb" dir="cw">
                                      <p:cBhvr>
                                        <p:cTn id="159" dur="500" fill="hold"/>
                                        <p:tgtEl>
                                          <p:spTgt spid="100"/>
                                        </p:tgtEl>
                                        <p:attrNameLst>
                                          <p:attrName>stroke.color</p:attrName>
                                        </p:attrNameLst>
                                      </p:cBhvr>
                                      <p:to>
                                        <a:schemeClr val="accent2"/>
                                      </p:to>
                                    </p:animClr>
                                    <p:set>
                                      <p:cBhvr>
                                        <p:cTn id="160" dur="500" fill="hold"/>
                                        <p:tgtEl>
                                          <p:spTgt spid="100"/>
                                        </p:tgtEl>
                                        <p:attrNameLst>
                                          <p:attrName>stroke.on</p:attrName>
                                        </p:attrNameLst>
                                      </p:cBhvr>
                                      <p:to>
                                        <p:strVal val="true"/>
                                      </p:to>
                                    </p:set>
                                  </p:childTnLst>
                                </p:cTn>
                              </p:par>
                            </p:childTnLst>
                          </p:cTn>
                        </p:par>
                      </p:childTnLst>
                    </p:cTn>
                  </p:par>
                  <p:par>
                    <p:cTn id="161" fill="hold">
                      <p:stCondLst>
                        <p:cond delay="indefinite"/>
                      </p:stCondLst>
                      <p:childTnLst>
                        <p:par>
                          <p:cTn id="162" fill="hold">
                            <p:stCondLst>
                              <p:cond delay="0"/>
                            </p:stCondLst>
                            <p:childTnLst>
                              <p:par>
                                <p:cTn id="163" presetID="42" presetClass="exit" presetSubtype="0" fill="hold" nodeType="clickEffect">
                                  <p:stCondLst>
                                    <p:cond delay="0"/>
                                  </p:stCondLst>
                                  <p:childTnLst>
                                    <p:animEffect transition="out" filter="fade">
                                      <p:cBhvr>
                                        <p:cTn id="164" dur="1000"/>
                                        <p:tgtEl>
                                          <p:spTgt spid="103"/>
                                        </p:tgtEl>
                                      </p:cBhvr>
                                    </p:animEffect>
                                    <p:anim calcmode="lin" valueType="num">
                                      <p:cBhvr>
                                        <p:cTn id="165" dur="1000"/>
                                        <p:tgtEl>
                                          <p:spTgt spid="103"/>
                                        </p:tgtEl>
                                        <p:attrNameLst>
                                          <p:attrName>ppt_x</p:attrName>
                                        </p:attrNameLst>
                                      </p:cBhvr>
                                      <p:tavLst>
                                        <p:tav tm="0">
                                          <p:val>
                                            <p:strVal val="ppt_x"/>
                                          </p:val>
                                        </p:tav>
                                        <p:tav tm="100000">
                                          <p:val>
                                            <p:strVal val="ppt_x"/>
                                          </p:val>
                                        </p:tav>
                                      </p:tavLst>
                                    </p:anim>
                                    <p:anim calcmode="lin" valueType="num">
                                      <p:cBhvr>
                                        <p:cTn id="166" dur="1000"/>
                                        <p:tgtEl>
                                          <p:spTgt spid="103"/>
                                        </p:tgtEl>
                                        <p:attrNameLst>
                                          <p:attrName>ppt_y</p:attrName>
                                        </p:attrNameLst>
                                      </p:cBhvr>
                                      <p:tavLst>
                                        <p:tav tm="0">
                                          <p:val>
                                            <p:strVal val="ppt_y"/>
                                          </p:val>
                                        </p:tav>
                                        <p:tav tm="100000">
                                          <p:val>
                                            <p:strVal val="ppt_y+.1"/>
                                          </p:val>
                                        </p:tav>
                                      </p:tavLst>
                                    </p:anim>
                                    <p:set>
                                      <p:cBhvr>
                                        <p:cTn id="167" dur="1" fill="hold">
                                          <p:stCondLst>
                                            <p:cond delay="999"/>
                                          </p:stCondLst>
                                        </p:cTn>
                                        <p:tgtEl>
                                          <p:spTgt spid="103"/>
                                        </p:tgtEl>
                                        <p:attrNameLst>
                                          <p:attrName>style.visibility</p:attrName>
                                        </p:attrNameLst>
                                      </p:cBhvr>
                                      <p:to>
                                        <p:strVal val="hidden"/>
                                      </p:to>
                                    </p:set>
                                  </p:childTnLst>
                                </p:cTn>
                              </p:par>
                              <p:par>
                                <p:cTn id="168" presetID="42" presetClass="exit" presetSubtype="0" fill="hold" nodeType="withEffect">
                                  <p:stCondLst>
                                    <p:cond delay="0"/>
                                  </p:stCondLst>
                                  <p:childTnLst>
                                    <p:animEffect transition="out" filter="fade">
                                      <p:cBhvr>
                                        <p:cTn id="169" dur="1000"/>
                                        <p:tgtEl>
                                          <p:spTgt spid="106"/>
                                        </p:tgtEl>
                                      </p:cBhvr>
                                    </p:animEffect>
                                    <p:anim calcmode="lin" valueType="num">
                                      <p:cBhvr>
                                        <p:cTn id="170" dur="1000"/>
                                        <p:tgtEl>
                                          <p:spTgt spid="106"/>
                                        </p:tgtEl>
                                        <p:attrNameLst>
                                          <p:attrName>ppt_x</p:attrName>
                                        </p:attrNameLst>
                                      </p:cBhvr>
                                      <p:tavLst>
                                        <p:tav tm="0">
                                          <p:val>
                                            <p:strVal val="ppt_x"/>
                                          </p:val>
                                        </p:tav>
                                        <p:tav tm="100000">
                                          <p:val>
                                            <p:strVal val="ppt_x"/>
                                          </p:val>
                                        </p:tav>
                                      </p:tavLst>
                                    </p:anim>
                                    <p:anim calcmode="lin" valueType="num">
                                      <p:cBhvr>
                                        <p:cTn id="171" dur="1000"/>
                                        <p:tgtEl>
                                          <p:spTgt spid="106"/>
                                        </p:tgtEl>
                                        <p:attrNameLst>
                                          <p:attrName>ppt_y</p:attrName>
                                        </p:attrNameLst>
                                      </p:cBhvr>
                                      <p:tavLst>
                                        <p:tav tm="0">
                                          <p:val>
                                            <p:strVal val="ppt_y"/>
                                          </p:val>
                                        </p:tav>
                                        <p:tav tm="100000">
                                          <p:val>
                                            <p:strVal val="ppt_y+.1"/>
                                          </p:val>
                                        </p:tav>
                                      </p:tavLst>
                                    </p:anim>
                                    <p:set>
                                      <p:cBhvr>
                                        <p:cTn id="172" dur="1" fill="hold">
                                          <p:stCondLst>
                                            <p:cond delay="999"/>
                                          </p:stCondLst>
                                        </p:cTn>
                                        <p:tgtEl>
                                          <p:spTgt spid="106"/>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7" presetClass="emph" presetSubtype="2" fill="hold" nodeType="clickEffect">
                                  <p:stCondLst>
                                    <p:cond delay="0"/>
                                  </p:stCondLst>
                                  <p:childTnLst>
                                    <p:animClr clrSpc="rgb" dir="cw">
                                      <p:cBhvr>
                                        <p:cTn id="176" dur="500" fill="hold"/>
                                        <p:tgtEl>
                                          <p:spTgt spid="112"/>
                                        </p:tgtEl>
                                        <p:attrNameLst>
                                          <p:attrName>stroke.color</p:attrName>
                                        </p:attrNameLst>
                                      </p:cBhvr>
                                      <p:to>
                                        <a:schemeClr val="accent2"/>
                                      </p:to>
                                    </p:animClr>
                                    <p:set>
                                      <p:cBhvr>
                                        <p:cTn id="177" dur="500" fill="hold"/>
                                        <p:tgtEl>
                                          <p:spTgt spid="112"/>
                                        </p:tgtEl>
                                        <p:attrNameLst>
                                          <p:attrName>stroke.on</p:attrName>
                                        </p:attrNameLst>
                                      </p:cBhvr>
                                      <p:to>
                                        <p:strVal val="true"/>
                                      </p:to>
                                    </p:set>
                                  </p:childTnLst>
                                </p:cTn>
                              </p:par>
                            </p:childTnLst>
                          </p:cTn>
                        </p:par>
                      </p:childTnLst>
                    </p:cTn>
                  </p:par>
                  <p:par>
                    <p:cTn id="178" fill="hold">
                      <p:stCondLst>
                        <p:cond delay="indefinite"/>
                      </p:stCondLst>
                      <p:childTnLst>
                        <p:par>
                          <p:cTn id="179" fill="hold">
                            <p:stCondLst>
                              <p:cond delay="0"/>
                            </p:stCondLst>
                            <p:childTnLst>
                              <p:par>
                                <p:cTn id="180" presetID="7" presetClass="emph" presetSubtype="2" fill="hold" nodeType="clickEffect">
                                  <p:stCondLst>
                                    <p:cond delay="0"/>
                                  </p:stCondLst>
                                  <p:childTnLst>
                                    <p:animClr clrSpc="rgb" dir="cw">
                                      <p:cBhvr>
                                        <p:cTn id="181" dur="500" fill="hold"/>
                                        <p:tgtEl>
                                          <p:spTgt spid="109"/>
                                        </p:tgtEl>
                                        <p:attrNameLst>
                                          <p:attrName>stroke.color</p:attrName>
                                        </p:attrNameLst>
                                      </p:cBhvr>
                                      <p:to>
                                        <a:schemeClr val="accent2"/>
                                      </p:to>
                                    </p:animClr>
                                    <p:set>
                                      <p:cBhvr>
                                        <p:cTn id="182" dur="500" fill="hold"/>
                                        <p:tgtEl>
                                          <p:spTgt spid="109"/>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9" grpId="0" animBg="1"/>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Hall’s Theorem Application.</a:t>
            </a:r>
          </a:p>
        </p:txBody>
      </p:sp>
      <p:sp>
        <p:nvSpPr>
          <p:cNvPr id="3" name="Content Placeholder 2"/>
          <p:cNvSpPr>
            <a:spLocks noGrp="1"/>
          </p:cNvSpPr>
          <p:nvPr>
            <p:ph idx="1"/>
          </p:nvPr>
        </p:nvSpPr>
        <p:spPr>
          <a:xfrm>
            <a:off x="131180" y="863444"/>
            <a:ext cx="11929641" cy="4590555"/>
          </a:xfrm>
        </p:spPr>
        <p:txBody>
          <a:bodyPr/>
          <a:lstStyle/>
          <a:p>
            <a:r>
              <a:rPr lang="en-US" dirty="0"/>
              <a:t>Is India playing Pakistan?</a:t>
            </a:r>
          </a:p>
          <a:p>
            <a:r>
              <a:rPr lang="en-US" dirty="0"/>
              <a:t>Yes. In the matching above: </a:t>
            </a:r>
            <a:r>
              <a:rPr lang="en-US" dirty="0" err="1"/>
              <a:t>India↔Pakistan</a:t>
            </a:r>
            <a:r>
              <a:rPr lang="en-US" dirty="0"/>
              <a:t>.</a:t>
            </a:r>
          </a:p>
          <a:p>
            <a:r>
              <a:rPr lang="en-US" dirty="0"/>
              <a:t>However, Hall's theorem only guarantees the existence of a complete matching.</a:t>
            </a:r>
          </a:p>
          <a:p>
            <a:r>
              <a:rPr lang="en-US" dirty="0"/>
              <a:t>There may be multiple perfect </a:t>
            </a:r>
            <a:r>
              <a:rPr lang="en-US" dirty="0" err="1"/>
              <a:t>matchings</a:t>
            </a:r>
            <a:r>
              <a:rPr lang="en-US" dirty="0"/>
              <a:t>, some with India–Pakistan and some without India–Pakistan.</a:t>
            </a:r>
          </a:p>
          <a:p>
            <a:r>
              <a:rPr lang="en-US" dirty="0"/>
              <a:t>So the correct conclusion for class is:</a:t>
            </a:r>
          </a:p>
          <a:p>
            <a:pPr marL="0" indent="0" algn="ctr">
              <a:buNone/>
            </a:pPr>
            <a:r>
              <a:rPr lang="en-US" b="1" dirty="0">
                <a:solidFill>
                  <a:srgbClr val="D10233"/>
                </a:solidFill>
              </a:rPr>
              <a:t>A complete schedule of 7 distinct matches exists. One such schedule includes India </a:t>
            </a:r>
            <a:r>
              <a:rPr lang="en-US" b="1" dirty="0" err="1">
                <a:solidFill>
                  <a:srgbClr val="D10233"/>
                </a:solidFill>
              </a:rPr>
              <a:t>vs</a:t>
            </a:r>
            <a:r>
              <a:rPr lang="en-US" b="1" dirty="0">
                <a:solidFill>
                  <a:srgbClr val="D10233"/>
                </a:solidFill>
              </a:rPr>
              <a:t> Pakistan, but Hall's theorem itself does not force India to play Pakistan.</a:t>
            </a:r>
          </a:p>
          <a:p>
            <a:endParaRPr lang="en-US" dirty="0"/>
          </a:p>
        </p:txBody>
      </p:sp>
    </p:spTree>
    <p:extLst>
      <p:ext uri="{BB962C8B-B14F-4D97-AF65-F5344CB8AC3E}">
        <p14:creationId xmlns:p14="http://schemas.microsoft.com/office/powerpoint/2010/main" val="30245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Method-4</a:t>
            </a:r>
          </a:p>
        </p:txBody>
      </p:sp>
    </p:spTree>
    <p:extLst>
      <p:ext uri="{BB962C8B-B14F-4D97-AF65-F5344CB8AC3E}">
        <p14:creationId xmlns:p14="http://schemas.microsoft.com/office/powerpoint/2010/main" val="44605726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2</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47845" y="2953021"/>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196472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pPr marL="514350" indent="-514350" algn="just">
              <a:buFont typeface="+mj-lt"/>
              <a:buAutoNum type="alphaLcParenR"/>
            </a:pPr>
            <a:r>
              <a:rPr lang="en-US" sz="2800" dirty="0">
                <a:solidFill>
                  <a:schemeClr val="bg1"/>
                </a:solidFill>
              </a:rPr>
              <a:t>Give an example of a graph that has a perfect matching, but its matching number is 1.</a:t>
            </a:r>
          </a:p>
          <a:p>
            <a:pPr marL="514350" indent="-514350" algn="just">
              <a:buFont typeface="+mj-lt"/>
              <a:buAutoNum type="alphaLcParenR"/>
            </a:pPr>
            <a:r>
              <a:rPr lang="en-US" sz="2800" dirty="0">
                <a:solidFill>
                  <a:schemeClr val="bg1"/>
                </a:solidFill>
              </a:rPr>
              <a:t>Give an example of a graph whose matching number is 1, but it does not have a perfect matching.</a:t>
            </a:r>
          </a:p>
        </p:txBody>
      </p:sp>
      <p:sp>
        <p:nvSpPr>
          <p:cNvPr id="33" name="Content Placeholder 32"/>
          <p:cNvSpPr>
            <a:spLocks noGrp="1"/>
          </p:cNvSpPr>
          <p:nvPr>
            <p:ph idx="1"/>
          </p:nvPr>
        </p:nvSpPr>
        <p:spPr>
          <a:xfrm>
            <a:off x="131180" y="3568700"/>
            <a:ext cx="11756019" cy="3380609"/>
          </a:xfrm>
        </p:spPr>
        <p:txBody>
          <a:bodyPr/>
          <a:lstStyle/>
          <a:p>
            <a:r>
              <a:rPr lang="en-US" dirty="0"/>
              <a:t>For (a)</a:t>
            </a:r>
          </a:p>
          <a:p>
            <a:pPr marL="0" indent="0">
              <a:buNone/>
            </a:pPr>
            <a:endParaRPr lang="en-US" dirty="0"/>
          </a:p>
          <a:p>
            <a:pPr marL="0" indent="0">
              <a:buNone/>
            </a:pPr>
            <a:endParaRPr lang="en-US" dirty="0"/>
          </a:p>
          <a:p>
            <a:r>
              <a:rPr lang="en-US" dirty="0"/>
              <a:t>Clearly graph have perfect matching as in matching of graph degree of each vertex is 1 also size of  maximum matching is 1 so, matching number is 1.</a:t>
            </a:r>
          </a:p>
          <a:p>
            <a:pPr marL="0" indent="0">
              <a:buNone/>
            </a:pPr>
            <a:endParaRPr lang="en-US" dirty="0"/>
          </a:p>
        </p:txBody>
      </p:sp>
      <p:sp>
        <p:nvSpPr>
          <p:cNvPr id="149" name="Oval 148">
            <a:extLst>
              <a:ext uri="{FF2B5EF4-FFF2-40B4-BE49-F238E27FC236}">
                <a16:creationId xmlns:a16="http://schemas.microsoft.com/office/drawing/2014/main" id="{BDD11F87-DA81-9510-C1CB-0AF4093562CB}"/>
              </a:ext>
            </a:extLst>
          </p:cNvPr>
          <p:cNvSpPr/>
          <p:nvPr/>
        </p:nvSpPr>
        <p:spPr>
          <a:xfrm rot="5400000">
            <a:off x="6708997" y="436506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0" name="Oval 149">
            <a:extLst>
              <a:ext uri="{FF2B5EF4-FFF2-40B4-BE49-F238E27FC236}">
                <a16:creationId xmlns:a16="http://schemas.microsoft.com/office/drawing/2014/main" id="{BDD11F87-DA81-9510-C1CB-0AF4093562CB}"/>
              </a:ext>
            </a:extLst>
          </p:cNvPr>
          <p:cNvSpPr/>
          <p:nvPr/>
        </p:nvSpPr>
        <p:spPr>
          <a:xfrm rot="5400000">
            <a:off x="5268853" y="436506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1" name="Straight Connector 150">
            <a:extLst>
              <a:ext uri="{FF2B5EF4-FFF2-40B4-BE49-F238E27FC236}">
                <a16:creationId xmlns:a16="http://schemas.microsoft.com/office/drawing/2014/main" id="{6205DD86-315C-53B6-CEEF-A9919650168E}"/>
              </a:ext>
            </a:extLst>
          </p:cNvPr>
          <p:cNvCxnSpPr>
            <a:cxnSpLocks/>
            <a:stCxn id="149" idx="4"/>
            <a:endCxn id="150" idx="0"/>
          </p:cNvCxnSpPr>
          <p:nvPr/>
        </p:nvCxnSpPr>
        <p:spPr>
          <a:xfrm flipH="1">
            <a:off x="5411416" y="4437063"/>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14661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P spid="150"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2(Cont.)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47845" y="2953021"/>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196472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pPr marL="514350" indent="-514350" algn="just">
              <a:buFont typeface="+mj-lt"/>
              <a:buAutoNum type="alphaLcParenR"/>
            </a:pPr>
            <a:r>
              <a:rPr lang="en-US" sz="2800" dirty="0">
                <a:solidFill>
                  <a:schemeClr val="bg1"/>
                </a:solidFill>
              </a:rPr>
              <a:t>Give an example of a graph that has a perfect matching, but its matching number is 1.</a:t>
            </a:r>
          </a:p>
          <a:p>
            <a:pPr marL="514350" indent="-514350" algn="just">
              <a:buFont typeface="+mj-lt"/>
              <a:buAutoNum type="alphaLcParenR"/>
            </a:pPr>
            <a:r>
              <a:rPr lang="en-US" sz="2800" dirty="0">
                <a:solidFill>
                  <a:schemeClr val="bg1"/>
                </a:solidFill>
              </a:rPr>
              <a:t>Give an example of a graph whose matching number is 1, but it does not have a perfect matching.</a:t>
            </a:r>
          </a:p>
        </p:txBody>
      </p:sp>
      <p:sp>
        <p:nvSpPr>
          <p:cNvPr id="33" name="Content Placeholder 32"/>
          <p:cNvSpPr>
            <a:spLocks noGrp="1"/>
          </p:cNvSpPr>
          <p:nvPr>
            <p:ph idx="1"/>
          </p:nvPr>
        </p:nvSpPr>
        <p:spPr>
          <a:xfrm>
            <a:off x="131180" y="3568700"/>
            <a:ext cx="11756019" cy="3380609"/>
          </a:xfrm>
        </p:spPr>
        <p:txBody>
          <a:bodyPr/>
          <a:lstStyle/>
          <a:p>
            <a:r>
              <a:rPr lang="en-US" dirty="0"/>
              <a:t>For (b)</a:t>
            </a:r>
          </a:p>
          <a:p>
            <a:pPr marL="0" indent="0">
              <a:buNone/>
            </a:pPr>
            <a:endParaRPr lang="en-US" dirty="0"/>
          </a:p>
          <a:p>
            <a:pPr marL="0" indent="0">
              <a:buNone/>
            </a:pPr>
            <a:endParaRPr lang="en-US" dirty="0"/>
          </a:p>
          <a:p>
            <a:r>
              <a:rPr lang="en-US" dirty="0"/>
              <a:t>Clearly graph does not have perfect matching as in matching of graph degree of each vertex is not 1 but matching number is 1 as maximum matching size is 1.</a:t>
            </a:r>
          </a:p>
          <a:p>
            <a:pPr marL="0" indent="0">
              <a:buNone/>
            </a:pPr>
            <a:endParaRPr lang="en-US" dirty="0"/>
          </a:p>
        </p:txBody>
      </p:sp>
      <p:sp>
        <p:nvSpPr>
          <p:cNvPr id="149" name="Oval 148">
            <a:extLst>
              <a:ext uri="{FF2B5EF4-FFF2-40B4-BE49-F238E27FC236}">
                <a16:creationId xmlns:a16="http://schemas.microsoft.com/office/drawing/2014/main" id="{BDD11F87-DA81-9510-C1CB-0AF4093562CB}"/>
              </a:ext>
            </a:extLst>
          </p:cNvPr>
          <p:cNvSpPr/>
          <p:nvPr/>
        </p:nvSpPr>
        <p:spPr>
          <a:xfrm rot="5400000">
            <a:off x="6708997" y="436506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0" name="Oval 149">
            <a:extLst>
              <a:ext uri="{FF2B5EF4-FFF2-40B4-BE49-F238E27FC236}">
                <a16:creationId xmlns:a16="http://schemas.microsoft.com/office/drawing/2014/main" id="{BDD11F87-DA81-9510-C1CB-0AF4093562CB}"/>
              </a:ext>
            </a:extLst>
          </p:cNvPr>
          <p:cNvSpPr/>
          <p:nvPr/>
        </p:nvSpPr>
        <p:spPr>
          <a:xfrm rot="5400000">
            <a:off x="5268853" y="436506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1" name="Straight Connector 150">
            <a:extLst>
              <a:ext uri="{FF2B5EF4-FFF2-40B4-BE49-F238E27FC236}">
                <a16:creationId xmlns:a16="http://schemas.microsoft.com/office/drawing/2014/main" id="{6205DD86-315C-53B6-CEEF-A9919650168E}"/>
              </a:ext>
            </a:extLst>
          </p:cNvPr>
          <p:cNvCxnSpPr>
            <a:cxnSpLocks/>
            <a:stCxn id="149" idx="4"/>
            <a:endCxn id="150" idx="0"/>
          </p:cNvCxnSpPr>
          <p:nvPr/>
        </p:nvCxnSpPr>
        <p:spPr>
          <a:xfrm flipH="1">
            <a:off x="5411416" y="4437063"/>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6205DD86-315C-53B6-CEEF-A9919650168E}"/>
              </a:ext>
            </a:extLst>
          </p:cNvPr>
          <p:cNvCxnSpPr>
            <a:cxnSpLocks/>
            <a:stCxn id="11" idx="4"/>
            <a:endCxn id="149" idx="0"/>
          </p:cNvCxnSpPr>
          <p:nvPr/>
        </p:nvCxnSpPr>
        <p:spPr>
          <a:xfrm flipH="1" flipV="1">
            <a:off x="6851560" y="4437063"/>
            <a:ext cx="1296144" cy="55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 name="Oval 10">
            <a:extLst>
              <a:ext uri="{FF2B5EF4-FFF2-40B4-BE49-F238E27FC236}">
                <a16:creationId xmlns:a16="http://schemas.microsoft.com/office/drawing/2014/main" id="{BDD11F87-DA81-9510-C1CB-0AF4093562CB}"/>
              </a:ext>
            </a:extLst>
          </p:cNvPr>
          <p:cNvSpPr/>
          <p:nvPr/>
        </p:nvSpPr>
        <p:spPr>
          <a:xfrm rot="5400000">
            <a:off x="8149141" y="437062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Tree>
    <p:extLst>
      <p:ext uri="{BB962C8B-B14F-4D97-AF65-F5344CB8AC3E}">
        <p14:creationId xmlns:p14="http://schemas.microsoft.com/office/powerpoint/2010/main" val="680741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P spid="150" grpId="0" animBg="1"/>
      <p:bldP spid="11"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3</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Give nine perfect matchings of the following graph.</a:t>
            </a:r>
          </a:p>
          <a:p>
            <a:endParaRPr lang="en-US" sz="2800" dirty="0">
              <a:solidFill>
                <a:schemeClr val="bg1"/>
              </a:solidFill>
            </a:endParaRPr>
          </a:p>
        </p:txBody>
      </p:sp>
      <mc:AlternateContent xmlns:mc="http://schemas.openxmlformats.org/markup-compatibility/2006" xmlns:a14="http://schemas.microsoft.com/office/drawing/2010/main">
        <mc:Choice Requires="a14">
          <p:sp>
            <p:nvSpPr>
              <p:cNvPr id="101" name="TextBox 100"/>
              <p:cNvSpPr txBox="1"/>
              <p:nvPr/>
            </p:nvSpPr>
            <p:spPr>
              <a:xfrm>
                <a:off x="5897881" y="5272199"/>
                <a:ext cx="4860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i="0" dirty="0" smtClean="0">
                          <a:solidFill>
                            <a:srgbClr val="002060"/>
                          </a:solidFill>
                          <a:latin typeface="Cambria Math" panose="02040503050406030204" pitchFamily="18" charset="0"/>
                        </a:rPr>
                        <m:t>G</m:t>
                      </m:r>
                    </m:oMath>
                  </m:oMathPara>
                </a14:m>
                <a:endParaRPr lang="en-US" sz="2800" dirty="0">
                  <a:solidFill>
                    <a:srgbClr val="002060"/>
                  </a:solidFill>
                </a:endParaRPr>
              </a:p>
            </p:txBody>
          </p:sp>
        </mc:Choice>
        <mc:Fallback xmlns="">
          <p:sp>
            <p:nvSpPr>
              <p:cNvPr id="101" name="TextBox 100"/>
              <p:cNvSpPr txBox="1">
                <a:spLocks noRot="1" noChangeAspect="1" noMove="1" noResize="1" noEditPoints="1" noAdjustHandles="1" noChangeArrowheads="1" noChangeShapeType="1" noTextEdit="1"/>
              </p:cNvSpPr>
              <p:nvPr/>
            </p:nvSpPr>
            <p:spPr>
              <a:xfrm>
                <a:off x="5897881" y="5272199"/>
                <a:ext cx="486030" cy="523220"/>
              </a:xfrm>
              <a:prstGeom prst="rect">
                <a:avLst/>
              </a:prstGeom>
              <a:blipFill rotWithShape="0">
                <a:blip r:embed="rId2"/>
                <a:stretch>
                  <a:fillRect/>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BDD11F87-DA81-9510-C1CB-0AF4093562CB}"/>
              </a:ext>
            </a:extLst>
          </p:cNvPr>
          <p:cNvSpPr/>
          <p:nvPr/>
        </p:nvSpPr>
        <p:spPr>
          <a:xfrm rot="5400000">
            <a:off x="6680820" y="433628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0" name="Oval 49">
            <a:extLst>
              <a:ext uri="{FF2B5EF4-FFF2-40B4-BE49-F238E27FC236}">
                <a16:creationId xmlns:a16="http://schemas.microsoft.com/office/drawing/2014/main" id="{BDD11F87-DA81-9510-C1CB-0AF4093562CB}"/>
              </a:ext>
            </a:extLst>
          </p:cNvPr>
          <p:cNvSpPr/>
          <p:nvPr/>
        </p:nvSpPr>
        <p:spPr>
          <a:xfrm rot="5400000">
            <a:off x="5240676" y="433583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1" name="Oval 50">
            <a:extLst>
              <a:ext uri="{FF2B5EF4-FFF2-40B4-BE49-F238E27FC236}">
                <a16:creationId xmlns:a16="http://schemas.microsoft.com/office/drawing/2014/main" id="{BDD11F87-DA81-9510-C1CB-0AF4093562CB}"/>
              </a:ext>
            </a:extLst>
          </p:cNvPr>
          <p:cNvSpPr/>
          <p:nvPr/>
        </p:nvSpPr>
        <p:spPr>
          <a:xfrm rot="5400000">
            <a:off x="6680820" y="290959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2" name="Oval 51">
            <a:extLst>
              <a:ext uri="{FF2B5EF4-FFF2-40B4-BE49-F238E27FC236}">
                <a16:creationId xmlns:a16="http://schemas.microsoft.com/office/drawing/2014/main" id="{BDD11F87-DA81-9510-C1CB-0AF4093562CB}"/>
              </a:ext>
            </a:extLst>
          </p:cNvPr>
          <p:cNvSpPr/>
          <p:nvPr/>
        </p:nvSpPr>
        <p:spPr>
          <a:xfrm rot="5400000">
            <a:off x="5240676" y="290959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3" name="Straight Connector 52">
            <a:extLst>
              <a:ext uri="{FF2B5EF4-FFF2-40B4-BE49-F238E27FC236}">
                <a16:creationId xmlns:a16="http://schemas.microsoft.com/office/drawing/2014/main" id="{6205DD86-315C-53B6-CEEF-A9919650168E}"/>
              </a:ext>
            </a:extLst>
          </p:cNvPr>
          <p:cNvCxnSpPr>
            <a:cxnSpLocks/>
            <a:endCxn id="49" idx="2"/>
          </p:cNvCxnSpPr>
          <p:nvPr/>
        </p:nvCxnSpPr>
        <p:spPr>
          <a:xfrm>
            <a:off x="6751383" y="3047838"/>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a:extLst>
              <a:ext uri="{FF2B5EF4-FFF2-40B4-BE49-F238E27FC236}">
                <a16:creationId xmlns:a16="http://schemas.microsoft.com/office/drawing/2014/main" id="{6205DD86-315C-53B6-CEEF-A9919650168E}"/>
              </a:ext>
            </a:extLst>
          </p:cNvPr>
          <p:cNvCxnSpPr>
            <a:cxnSpLocks/>
            <a:stCxn id="52" idx="6"/>
            <a:endCxn id="50" idx="2"/>
          </p:cNvCxnSpPr>
          <p:nvPr/>
        </p:nvCxnSpPr>
        <p:spPr>
          <a:xfrm>
            <a:off x="5311239" y="3052153"/>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a:extLst>
              <a:ext uri="{FF2B5EF4-FFF2-40B4-BE49-F238E27FC236}">
                <a16:creationId xmlns:a16="http://schemas.microsoft.com/office/drawing/2014/main" id="{6205DD86-315C-53B6-CEEF-A9919650168E}"/>
              </a:ext>
            </a:extLst>
          </p:cNvPr>
          <p:cNvCxnSpPr>
            <a:cxnSpLocks/>
            <a:stCxn id="51" idx="4"/>
            <a:endCxn id="52" idx="0"/>
          </p:cNvCxnSpPr>
          <p:nvPr/>
        </p:nvCxnSpPr>
        <p:spPr>
          <a:xfrm flipH="1">
            <a:off x="5383239" y="2981590"/>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205DD86-315C-53B6-CEEF-A9919650168E}"/>
              </a:ext>
            </a:extLst>
          </p:cNvPr>
          <p:cNvCxnSpPr>
            <a:cxnSpLocks/>
            <a:stCxn id="49" idx="4"/>
            <a:endCxn id="50" idx="0"/>
          </p:cNvCxnSpPr>
          <p:nvPr/>
        </p:nvCxnSpPr>
        <p:spPr>
          <a:xfrm flipH="1" flipV="1">
            <a:off x="5383239" y="4407833"/>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7" name="Oval 66">
            <a:extLst>
              <a:ext uri="{FF2B5EF4-FFF2-40B4-BE49-F238E27FC236}">
                <a16:creationId xmlns:a16="http://schemas.microsoft.com/office/drawing/2014/main" id="{BDD11F87-DA81-9510-C1CB-0AF4093562CB}"/>
              </a:ext>
            </a:extLst>
          </p:cNvPr>
          <p:cNvSpPr/>
          <p:nvPr/>
        </p:nvSpPr>
        <p:spPr>
          <a:xfrm rot="5400000">
            <a:off x="4520580" y="506262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8" name="Oval 67">
            <a:extLst>
              <a:ext uri="{FF2B5EF4-FFF2-40B4-BE49-F238E27FC236}">
                <a16:creationId xmlns:a16="http://schemas.microsoft.com/office/drawing/2014/main" id="{BDD11F87-DA81-9510-C1CB-0AF4093562CB}"/>
              </a:ext>
            </a:extLst>
          </p:cNvPr>
          <p:cNvSpPr/>
          <p:nvPr/>
        </p:nvSpPr>
        <p:spPr>
          <a:xfrm rot="5400000">
            <a:off x="7400900" y="506763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9" name="Oval 68">
            <a:extLst>
              <a:ext uri="{FF2B5EF4-FFF2-40B4-BE49-F238E27FC236}">
                <a16:creationId xmlns:a16="http://schemas.microsoft.com/office/drawing/2014/main" id="{BDD11F87-DA81-9510-C1CB-0AF4093562CB}"/>
              </a:ext>
            </a:extLst>
          </p:cNvPr>
          <p:cNvSpPr/>
          <p:nvPr/>
        </p:nvSpPr>
        <p:spPr>
          <a:xfrm rot="5400000">
            <a:off x="7400900" y="218230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0" name="Oval 69">
            <a:extLst>
              <a:ext uri="{FF2B5EF4-FFF2-40B4-BE49-F238E27FC236}">
                <a16:creationId xmlns:a16="http://schemas.microsoft.com/office/drawing/2014/main" id="{BDD11F87-DA81-9510-C1CB-0AF4093562CB}"/>
              </a:ext>
            </a:extLst>
          </p:cNvPr>
          <p:cNvSpPr/>
          <p:nvPr/>
        </p:nvSpPr>
        <p:spPr>
          <a:xfrm rot="5400000">
            <a:off x="4520580" y="218230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6" name="Straight Connector 75">
            <a:extLst>
              <a:ext uri="{FF2B5EF4-FFF2-40B4-BE49-F238E27FC236}">
                <a16:creationId xmlns:a16="http://schemas.microsoft.com/office/drawing/2014/main" id="{6205DD86-315C-53B6-CEEF-A9919650168E}"/>
              </a:ext>
            </a:extLst>
          </p:cNvPr>
          <p:cNvCxnSpPr>
            <a:cxnSpLocks/>
            <a:stCxn id="69" idx="5"/>
            <a:endCxn id="51" idx="1"/>
          </p:cNvCxnSpPr>
          <p:nvPr/>
        </p:nvCxnSpPr>
        <p:spPr>
          <a:xfrm flipH="1">
            <a:off x="6802295" y="2304201"/>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6205DD86-315C-53B6-CEEF-A9919650168E}"/>
              </a:ext>
            </a:extLst>
          </p:cNvPr>
          <p:cNvCxnSpPr>
            <a:cxnSpLocks/>
            <a:stCxn id="70" idx="7"/>
            <a:endCxn id="52" idx="3"/>
          </p:cNvCxnSpPr>
          <p:nvPr/>
        </p:nvCxnSpPr>
        <p:spPr>
          <a:xfrm>
            <a:off x="4642055" y="2304201"/>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50" idx="5"/>
            <a:endCxn id="67" idx="1"/>
          </p:cNvCxnSpPr>
          <p:nvPr/>
        </p:nvCxnSpPr>
        <p:spPr>
          <a:xfrm flipH="1">
            <a:off x="4642055" y="4457729"/>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Straight Connector 83">
            <a:extLst>
              <a:ext uri="{FF2B5EF4-FFF2-40B4-BE49-F238E27FC236}">
                <a16:creationId xmlns:a16="http://schemas.microsoft.com/office/drawing/2014/main" id="{6205DD86-315C-53B6-CEEF-A9919650168E}"/>
              </a:ext>
            </a:extLst>
          </p:cNvPr>
          <p:cNvCxnSpPr>
            <a:cxnSpLocks/>
            <a:stCxn id="49" idx="7"/>
            <a:endCxn id="68" idx="3"/>
          </p:cNvCxnSpPr>
          <p:nvPr/>
        </p:nvCxnSpPr>
        <p:spPr>
          <a:xfrm>
            <a:off x="6802295" y="4458176"/>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6205DD86-315C-53B6-CEEF-A9919650168E}"/>
              </a:ext>
            </a:extLst>
          </p:cNvPr>
          <p:cNvCxnSpPr>
            <a:cxnSpLocks/>
            <a:stCxn id="69" idx="4"/>
            <a:endCxn id="70" idx="0"/>
          </p:cNvCxnSpPr>
          <p:nvPr/>
        </p:nvCxnSpPr>
        <p:spPr>
          <a:xfrm flipH="1">
            <a:off x="4663143" y="2254305"/>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6205DD86-315C-53B6-CEEF-A9919650168E}"/>
              </a:ext>
            </a:extLst>
          </p:cNvPr>
          <p:cNvCxnSpPr>
            <a:cxnSpLocks/>
            <a:stCxn id="69" idx="6"/>
            <a:endCxn id="68" idx="2"/>
          </p:cNvCxnSpPr>
          <p:nvPr/>
        </p:nvCxnSpPr>
        <p:spPr>
          <a:xfrm>
            <a:off x="7471463" y="2324868"/>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8" name="Straight Connector 87">
            <a:extLst>
              <a:ext uri="{FF2B5EF4-FFF2-40B4-BE49-F238E27FC236}">
                <a16:creationId xmlns:a16="http://schemas.microsoft.com/office/drawing/2014/main" id="{6205DD86-315C-53B6-CEEF-A9919650168E}"/>
              </a:ext>
            </a:extLst>
          </p:cNvPr>
          <p:cNvCxnSpPr>
            <a:cxnSpLocks/>
            <a:stCxn id="70" idx="6"/>
            <a:endCxn id="67" idx="2"/>
          </p:cNvCxnSpPr>
          <p:nvPr/>
        </p:nvCxnSpPr>
        <p:spPr>
          <a:xfrm>
            <a:off x="4591143" y="2324868"/>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Straight Connector 88">
            <a:extLst>
              <a:ext uri="{FF2B5EF4-FFF2-40B4-BE49-F238E27FC236}">
                <a16:creationId xmlns:a16="http://schemas.microsoft.com/office/drawing/2014/main" id="{6205DD86-315C-53B6-CEEF-A9919650168E}"/>
              </a:ext>
            </a:extLst>
          </p:cNvPr>
          <p:cNvCxnSpPr>
            <a:cxnSpLocks/>
            <a:stCxn id="68" idx="4"/>
            <a:endCxn id="67" idx="0"/>
          </p:cNvCxnSpPr>
          <p:nvPr/>
        </p:nvCxnSpPr>
        <p:spPr>
          <a:xfrm flipH="1" flipV="1">
            <a:off x="4663143" y="5134625"/>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80713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88"/>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3(Cont.)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Give nine perfect matchings of the following graph.</a:t>
            </a:r>
          </a:p>
          <a:p>
            <a:endParaRPr lang="en-US" sz="2800" dirty="0">
              <a:solidFill>
                <a:schemeClr val="bg1"/>
              </a:solidFill>
            </a:endParaRPr>
          </a:p>
        </p:txBody>
      </p:sp>
      <mc:AlternateContent xmlns:mc="http://schemas.openxmlformats.org/markup-compatibility/2006" xmlns:a14="http://schemas.microsoft.com/office/drawing/2010/main">
        <mc:Choice Requires="a14">
          <p:sp>
            <p:nvSpPr>
              <p:cNvPr id="26" name="TextBox 25"/>
              <p:cNvSpPr txBox="1"/>
              <p:nvPr/>
            </p:nvSpPr>
            <p:spPr>
              <a:xfrm>
                <a:off x="5959932" y="5433721"/>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M</m:t>
                          </m:r>
                        </m:e>
                        <m:sub>
                          <m:r>
                            <a:rPr lang="en-US" sz="2800" b="0" i="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5959932" y="5433721"/>
                <a:ext cx="726929" cy="523220"/>
              </a:xfrm>
              <a:prstGeom prst="rect">
                <a:avLst/>
              </a:prstGeom>
              <a:blipFill rotWithShape="0">
                <a:blip r:embed="rId2"/>
                <a:stretch>
                  <a:fillRect/>
                </a:stretch>
              </a:blipFill>
            </p:spPr>
            <p:txBody>
              <a:bodyPr/>
              <a:lstStyle/>
              <a:p>
                <a:r>
                  <a:rPr lang="en-US">
                    <a:noFill/>
                  </a:rPr>
                  <a:t> </a:t>
                </a:r>
              </a:p>
            </p:txBody>
          </p:sp>
        </mc:Fallback>
      </mc:AlternateContent>
      <p:sp>
        <p:nvSpPr>
          <p:cNvPr id="27" name="Oval 26">
            <a:extLst>
              <a:ext uri="{FF2B5EF4-FFF2-40B4-BE49-F238E27FC236}">
                <a16:creationId xmlns:a16="http://schemas.microsoft.com/office/drawing/2014/main" id="{BDD11F87-DA81-9510-C1CB-0AF4093562CB}"/>
              </a:ext>
            </a:extLst>
          </p:cNvPr>
          <p:cNvSpPr/>
          <p:nvPr/>
        </p:nvSpPr>
        <p:spPr>
          <a:xfrm rot="5400000">
            <a:off x="6972914" y="449780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8" name="Oval 27">
            <a:extLst>
              <a:ext uri="{FF2B5EF4-FFF2-40B4-BE49-F238E27FC236}">
                <a16:creationId xmlns:a16="http://schemas.microsoft.com/office/drawing/2014/main" id="{BDD11F87-DA81-9510-C1CB-0AF4093562CB}"/>
              </a:ext>
            </a:extLst>
          </p:cNvPr>
          <p:cNvSpPr/>
          <p:nvPr/>
        </p:nvSpPr>
        <p:spPr>
          <a:xfrm rot="5400000">
            <a:off x="5532770" y="44973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6972914"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5532770"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1" name="Straight Connector 30">
            <a:extLst>
              <a:ext uri="{FF2B5EF4-FFF2-40B4-BE49-F238E27FC236}">
                <a16:creationId xmlns:a16="http://schemas.microsoft.com/office/drawing/2014/main" id="{6205DD86-315C-53B6-CEEF-A9919650168E}"/>
              </a:ext>
            </a:extLst>
          </p:cNvPr>
          <p:cNvCxnSpPr>
            <a:cxnSpLocks/>
            <a:endCxn id="27" idx="2"/>
          </p:cNvCxnSpPr>
          <p:nvPr/>
        </p:nvCxnSpPr>
        <p:spPr>
          <a:xfrm>
            <a:off x="7043477" y="3209360"/>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6205DD86-315C-53B6-CEEF-A9919650168E}"/>
              </a:ext>
            </a:extLst>
          </p:cNvPr>
          <p:cNvCxnSpPr>
            <a:cxnSpLocks/>
            <a:stCxn id="30" idx="6"/>
            <a:endCxn id="28" idx="2"/>
          </p:cNvCxnSpPr>
          <p:nvPr/>
        </p:nvCxnSpPr>
        <p:spPr>
          <a:xfrm>
            <a:off x="5603333" y="3213675"/>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29" idx="4"/>
            <a:endCxn id="30" idx="0"/>
          </p:cNvCxnSpPr>
          <p:nvPr/>
        </p:nvCxnSpPr>
        <p:spPr>
          <a:xfrm flipH="1">
            <a:off x="5675333" y="3143112"/>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27" idx="4"/>
            <a:endCxn id="28" idx="0"/>
          </p:cNvCxnSpPr>
          <p:nvPr/>
        </p:nvCxnSpPr>
        <p:spPr>
          <a:xfrm flipH="1" flipV="1">
            <a:off x="5675333" y="4569355"/>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7" name="Oval 36">
            <a:extLst>
              <a:ext uri="{FF2B5EF4-FFF2-40B4-BE49-F238E27FC236}">
                <a16:creationId xmlns:a16="http://schemas.microsoft.com/office/drawing/2014/main" id="{BDD11F87-DA81-9510-C1CB-0AF4093562CB}"/>
              </a:ext>
            </a:extLst>
          </p:cNvPr>
          <p:cNvSpPr/>
          <p:nvPr/>
        </p:nvSpPr>
        <p:spPr>
          <a:xfrm rot="5400000">
            <a:off x="4812674" y="522414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7692994" y="522915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7692994"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4812674"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39" idx="5"/>
            <a:endCxn id="29" idx="1"/>
          </p:cNvCxnSpPr>
          <p:nvPr/>
        </p:nvCxnSpPr>
        <p:spPr>
          <a:xfrm flipH="1">
            <a:off x="7094389" y="2465723"/>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40" idx="7"/>
            <a:endCxn id="30" idx="3"/>
          </p:cNvCxnSpPr>
          <p:nvPr/>
        </p:nvCxnSpPr>
        <p:spPr>
          <a:xfrm>
            <a:off x="4934149" y="2465723"/>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28" idx="5"/>
            <a:endCxn id="37" idx="1"/>
          </p:cNvCxnSpPr>
          <p:nvPr/>
        </p:nvCxnSpPr>
        <p:spPr>
          <a:xfrm flipH="1">
            <a:off x="4934149" y="4619251"/>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27" idx="7"/>
            <a:endCxn id="38" idx="3"/>
          </p:cNvCxnSpPr>
          <p:nvPr/>
        </p:nvCxnSpPr>
        <p:spPr>
          <a:xfrm>
            <a:off x="7094389" y="4619698"/>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39" idx="4"/>
            <a:endCxn id="40" idx="0"/>
          </p:cNvCxnSpPr>
          <p:nvPr/>
        </p:nvCxnSpPr>
        <p:spPr>
          <a:xfrm flipH="1">
            <a:off x="4955237" y="2415827"/>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a:extLst>
              <a:ext uri="{FF2B5EF4-FFF2-40B4-BE49-F238E27FC236}">
                <a16:creationId xmlns:a16="http://schemas.microsoft.com/office/drawing/2014/main" id="{6205DD86-315C-53B6-CEEF-A9919650168E}"/>
              </a:ext>
            </a:extLst>
          </p:cNvPr>
          <p:cNvCxnSpPr>
            <a:cxnSpLocks/>
            <a:stCxn id="39" idx="6"/>
            <a:endCxn id="38" idx="2"/>
          </p:cNvCxnSpPr>
          <p:nvPr/>
        </p:nvCxnSpPr>
        <p:spPr>
          <a:xfrm>
            <a:off x="7763557" y="2486390"/>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6205DD86-315C-53B6-CEEF-A9919650168E}"/>
              </a:ext>
            </a:extLst>
          </p:cNvPr>
          <p:cNvCxnSpPr>
            <a:cxnSpLocks/>
            <a:stCxn id="40" idx="6"/>
            <a:endCxn id="37" idx="2"/>
          </p:cNvCxnSpPr>
          <p:nvPr/>
        </p:nvCxnSpPr>
        <p:spPr>
          <a:xfrm>
            <a:off x="4883237" y="2486390"/>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38" idx="4"/>
            <a:endCxn id="37" idx="0"/>
          </p:cNvCxnSpPr>
          <p:nvPr/>
        </p:nvCxnSpPr>
        <p:spPr>
          <a:xfrm flipH="1" flipV="1">
            <a:off x="4955237" y="5296147"/>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56" name="TextBox 55"/>
              <p:cNvSpPr txBox="1"/>
              <p:nvPr/>
            </p:nvSpPr>
            <p:spPr>
              <a:xfrm>
                <a:off x="1787603" y="5423245"/>
                <a:ext cx="718658" cy="523220"/>
              </a:xfrm>
              <a:prstGeom prst="rect">
                <a:avLst/>
              </a:prstGeom>
              <a:noFill/>
            </p:spPr>
            <p:txBody>
              <a:bodyPr wrap="none" rtlCol="0">
                <a:spAutoFit/>
              </a:bodyPr>
              <a:lstStyle/>
              <a:p>
                <a14:m>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M</m:t>
                        </m:r>
                      </m:e>
                      <m:sub>
                        <m:r>
                          <a:rPr lang="en-US" sz="2800" b="0" i="0" smtClean="0">
                            <a:solidFill>
                              <a:srgbClr val="002060"/>
                            </a:solidFill>
                            <a:latin typeface="Cambria Math" panose="02040503050406030204" pitchFamily="18" charset="0"/>
                          </a:rPr>
                          <m:t>1</m:t>
                        </m:r>
                      </m:sub>
                    </m:sSub>
                  </m:oMath>
                </a14:m>
                <a:r>
                  <a:rPr lang="en-US" sz="2800" dirty="0">
                    <a:solidFill>
                      <a:srgbClr val="002060"/>
                    </a:solidFill>
                  </a:rPr>
                  <a:t> </a:t>
                </a:r>
              </a:p>
            </p:txBody>
          </p:sp>
        </mc:Choice>
        <mc:Fallback xmlns="">
          <p:sp>
            <p:nvSpPr>
              <p:cNvPr id="56" name="TextBox 55"/>
              <p:cNvSpPr txBox="1">
                <a:spLocks noRot="1" noChangeAspect="1" noMove="1" noResize="1" noEditPoints="1" noAdjustHandles="1" noChangeArrowheads="1" noChangeShapeType="1" noTextEdit="1"/>
              </p:cNvSpPr>
              <p:nvPr/>
            </p:nvSpPr>
            <p:spPr>
              <a:xfrm>
                <a:off x="1787603" y="5423245"/>
                <a:ext cx="718658" cy="523220"/>
              </a:xfrm>
              <a:prstGeom prst="rect">
                <a:avLst/>
              </a:prstGeom>
              <a:blipFill rotWithShape="0">
                <a:blip r:embed="rId3"/>
                <a:stretch>
                  <a:fillRect/>
                </a:stretch>
              </a:blipFill>
            </p:spPr>
            <p:txBody>
              <a:bodyPr/>
              <a:lstStyle/>
              <a:p>
                <a:r>
                  <a:rPr lang="en-US">
                    <a:noFill/>
                  </a:rPr>
                  <a:t> </a:t>
                </a:r>
              </a:p>
            </p:txBody>
          </p:sp>
        </mc:Fallback>
      </mc:AlternateContent>
      <p:sp>
        <p:nvSpPr>
          <p:cNvPr id="57" name="Oval 56">
            <a:extLst>
              <a:ext uri="{FF2B5EF4-FFF2-40B4-BE49-F238E27FC236}">
                <a16:creationId xmlns:a16="http://schemas.microsoft.com/office/drawing/2014/main" id="{BDD11F87-DA81-9510-C1CB-0AF4093562CB}"/>
              </a:ext>
            </a:extLst>
          </p:cNvPr>
          <p:cNvSpPr/>
          <p:nvPr/>
        </p:nvSpPr>
        <p:spPr>
          <a:xfrm rot="5400000">
            <a:off x="2796449" y="450211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8" name="Oval 57">
            <a:extLst>
              <a:ext uri="{FF2B5EF4-FFF2-40B4-BE49-F238E27FC236}">
                <a16:creationId xmlns:a16="http://schemas.microsoft.com/office/drawing/2014/main" id="{BDD11F87-DA81-9510-C1CB-0AF4093562CB}"/>
              </a:ext>
            </a:extLst>
          </p:cNvPr>
          <p:cNvSpPr/>
          <p:nvPr/>
        </p:nvSpPr>
        <p:spPr>
          <a:xfrm rot="5400000">
            <a:off x="1356305" y="450167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9" name="Oval 58">
            <a:extLst>
              <a:ext uri="{FF2B5EF4-FFF2-40B4-BE49-F238E27FC236}">
                <a16:creationId xmlns:a16="http://schemas.microsoft.com/office/drawing/2014/main" id="{BDD11F87-DA81-9510-C1CB-0AF4093562CB}"/>
              </a:ext>
            </a:extLst>
          </p:cNvPr>
          <p:cNvSpPr/>
          <p:nvPr/>
        </p:nvSpPr>
        <p:spPr>
          <a:xfrm rot="5400000">
            <a:off x="2796449" y="30754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0" name="Oval 59">
            <a:extLst>
              <a:ext uri="{FF2B5EF4-FFF2-40B4-BE49-F238E27FC236}">
                <a16:creationId xmlns:a16="http://schemas.microsoft.com/office/drawing/2014/main" id="{BDD11F87-DA81-9510-C1CB-0AF4093562CB}"/>
              </a:ext>
            </a:extLst>
          </p:cNvPr>
          <p:cNvSpPr/>
          <p:nvPr/>
        </p:nvSpPr>
        <p:spPr>
          <a:xfrm rot="5400000">
            <a:off x="1356305" y="30754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2" name="Straight Connector 61">
            <a:extLst>
              <a:ext uri="{FF2B5EF4-FFF2-40B4-BE49-F238E27FC236}">
                <a16:creationId xmlns:a16="http://schemas.microsoft.com/office/drawing/2014/main" id="{6205DD86-315C-53B6-CEEF-A9919650168E}"/>
              </a:ext>
            </a:extLst>
          </p:cNvPr>
          <p:cNvCxnSpPr>
            <a:cxnSpLocks/>
            <a:endCxn id="57" idx="2"/>
          </p:cNvCxnSpPr>
          <p:nvPr/>
        </p:nvCxnSpPr>
        <p:spPr>
          <a:xfrm>
            <a:off x="2867012" y="3213675"/>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6205DD86-315C-53B6-CEEF-A9919650168E}"/>
              </a:ext>
            </a:extLst>
          </p:cNvPr>
          <p:cNvCxnSpPr>
            <a:cxnSpLocks/>
            <a:stCxn id="60" idx="6"/>
            <a:endCxn id="58" idx="2"/>
          </p:cNvCxnSpPr>
          <p:nvPr/>
        </p:nvCxnSpPr>
        <p:spPr>
          <a:xfrm>
            <a:off x="1426868" y="3217990"/>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59" idx="4"/>
            <a:endCxn id="60" idx="0"/>
          </p:cNvCxnSpPr>
          <p:nvPr/>
        </p:nvCxnSpPr>
        <p:spPr>
          <a:xfrm flipH="1">
            <a:off x="1498868" y="3147427"/>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57" idx="4"/>
            <a:endCxn id="58" idx="0"/>
          </p:cNvCxnSpPr>
          <p:nvPr/>
        </p:nvCxnSpPr>
        <p:spPr>
          <a:xfrm flipH="1" flipV="1">
            <a:off x="1498868" y="4573670"/>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6" name="Oval 65">
            <a:extLst>
              <a:ext uri="{FF2B5EF4-FFF2-40B4-BE49-F238E27FC236}">
                <a16:creationId xmlns:a16="http://schemas.microsoft.com/office/drawing/2014/main" id="{BDD11F87-DA81-9510-C1CB-0AF4093562CB}"/>
              </a:ext>
            </a:extLst>
          </p:cNvPr>
          <p:cNvSpPr/>
          <p:nvPr/>
        </p:nvSpPr>
        <p:spPr>
          <a:xfrm rot="5400000">
            <a:off x="636209" y="522846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1" name="Oval 70">
            <a:extLst>
              <a:ext uri="{FF2B5EF4-FFF2-40B4-BE49-F238E27FC236}">
                <a16:creationId xmlns:a16="http://schemas.microsoft.com/office/drawing/2014/main" id="{BDD11F87-DA81-9510-C1CB-0AF4093562CB}"/>
              </a:ext>
            </a:extLst>
          </p:cNvPr>
          <p:cNvSpPr/>
          <p:nvPr/>
        </p:nvSpPr>
        <p:spPr>
          <a:xfrm rot="5400000">
            <a:off x="3516529" y="523347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2" name="Oval 71">
            <a:extLst>
              <a:ext uri="{FF2B5EF4-FFF2-40B4-BE49-F238E27FC236}">
                <a16:creationId xmlns:a16="http://schemas.microsoft.com/office/drawing/2014/main" id="{BDD11F87-DA81-9510-C1CB-0AF4093562CB}"/>
              </a:ext>
            </a:extLst>
          </p:cNvPr>
          <p:cNvSpPr/>
          <p:nvPr/>
        </p:nvSpPr>
        <p:spPr>
          <a:xfrm rot="5400000">
            <a:off x="3516529" y="234814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3" name="Oval 72">
            <a:extLst>
              <a:ext uri="{FF2B5EF4-FFF2-40B4-BE49-F238E27FC236}">
                <a16:creationId xmlns:a16="http://schemas.microsoft.com/office/drawing/2014/main" id="{BDD11F87-DA81-9510-C1CB-0AF4093562CB}"/>
              </a:ext>
            </a:extLst>
          </p:cNvPr>
          <p:cNvSpPr/>
          <p:nvPr/>
        </p:nvSpPr>
        <p:spPr>
          <a:xfrm rot="5400000">
            <a:off x="636209" y="234814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4" name="Straight Connector 73">
            <a:extLst>
              <a:ext uri="{FF2B5EF4-FFF2-40B4-BE49-F238E27FC236}">
                <a16:creationId xmlns:a16="http://schemas.microsoft.com/office/drawing/2014/main" id="{6205DD86-315C-53B6-CEEF-A9919650168E}"/>
              </a:ext>
            </a:extLst>
          </p:cNvPr>
          <p:cNvCxnSpPr>
            <a:cxnSpLocks/>
            <a:stCxn id="72" idx="5"/>
            <a:endCxn id="59" idx="1"/>
          </p:cNvCxnSpPr>
          <p:nvPr/>
        </p:nvCxnSpPr>
        <p:spPr>
          <a:xfrm flipH="1">
            <a:off x="2917924" y="2470038"/>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a:extLst>
              <a:ext uri="{FF2B5EF4-FFF2-40B4-BE49-F238E27FC236}">
                <a16:creationId xmlns:a16="http://schemas.microsoft.com/office/drawing/2014/main" id="{6205DD86-315C-53B6-CEEF-A9919650168E}"/>
              </a:ext>
            </a:extLst>
          </p:cNvPr>
          <p:cNvCxnSpPr>
            <a:cxnSpLocks/>
            <a:stCxn id="73" idx="7"/>
            <a:endCxn id="60" idx="3"/>
          </p:cNvCxnSpPr>
          <p:nvPr/>
        </p:nvCxnSpPr>
        <p:spPr>
          <a:xfrm>
            <a:off x="757684" y="2470038"/>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58" idx="5"/>
            <a:endCxn id="66" idx="1"/>
          </p:cNvCxnSpPr>
          <p:nvPr/>
        </p:nvCxnSpPr>
        <p:spPr>
          <a:xfrm flipH="1">
            <a:off x="757684" y="4623566"/>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57" idx="7"/>
            <a:endCxn id="71" idx="3"/>
          </p:cNvCxnSpPr>
          <p:nvPr/>
        </p:nvCxnSpPr>
        <p:spPr>
          <a:xfrm>
            <a:off x="2917924" y="4624013"/>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6205DD86-315C-53B6-CEEF-A9919650168E}"/>
              </a:ext>
            </a:extLst>
          </p:cNvPr>
          <p:cNvCxnSpPr>
            <a:cxnSpLocks/>
            <a:stCxn id="72" idx="4"/>
            <a:endCxn id="73" idx="0"/>
          </p:cNvCxnSpPr>
          <p:nvPr/>
        </p:nvCxnSpPr>
        <p:spPr>
          <a:xfrm flipH="1">
            <a:off x="778772" y="2420142"/>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72" idx="6"/>
            <a:endCxn id="71" idx="2"/>
          </p:cNvCxnSpPr>
          <p:nvPr/>
        </p:nvCxnSpPr>
        <p:spPr>
          <a:xfrm>
            <a:off x="3587092" y="2490705"/>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6205DD86-315C-53B6-CEEF-A9919650168E}"/>
              </a:ext>
            </a:extLst>
          </p:cNvPr>
          <p:cNvCxnSpPr>
            <a:cxnSpLocks/>
            <a:stCxn id="73" idx="6"/>
            <a:endCxn id="66" idx="2"/>
          </p:cNvCxnSpPr>
          <p:nvPr/>
        </p:nvCxnSpPr>
        <p:spPr>
          <a:xfrm>
            <a:off x="706772" y="2490705"/>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Straight Connector 84">
            <a:extLst>
              <a:ext uri="{FF2B5EF4-FFF2-40B4-BE49-F238E27FC236}">
                <a16:creationId xmlns:a16="http://schemas.microsoft.com/office/drawing/2014/main" id="{6205DD86-315C-53B6-CEEF-A9919650168E}"/>
              </a:ext>
            </a:extLst>
          </p:cNvPr>
          <p:cNvCxnSpPr>
            <a:cxnSpLocks/>
            <a:stCxn id="71" idx="4"/>
            <a:endCxn id="66" idx="0"/>
          </p:cNvCxnSpPr>
          <p:nvPr/>
        </p:nvCxnSpPr>
        <p:spPr>
          <a:xfrm flipH="1" flipV="1">
            <a:off x="778772" y="5300462"/>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90" name="TextBox 89"/>
              <p:cNvSpPr txBox="1"/>
              <p:nvPr/>
            </p:nvSpPr>
            <p:spPr>
              <a:xfrm>
                <a:off x="10140532" y="5433721"/>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M</m:t>
                          </m:r>
                        </m:e>
                        <m:sub>
                          <m:r>
                            <a:rPr lang="en-US" sz="2800" b="0" i="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90" name="TextBox 89"/>
              <p:cNvSpPr txBox="1">
                <a:spLocks noRot="1" noChangeAspect="1" noMove="1" noResize="1" noEditPoints="1" noAdjustHandles="1" noChangeArrowheads="1" noChangeShapeType="1" noTextEdit="1"/>
              </p:cNvSpPr>
              <p:nvPr/>
            </p:nvSpPr>
            <p:spPr>
              <a:xfrm>
                <a:off x="10140532" y="5433721"/>
                <a:ext cx="726929" cy="523220"/>
              </a:xfrm>
              <a:prstGeom prst="rect">
                <a:avLst/>
              </a:prstGeom>
              <a:blipFill rotWithShape="0">
                <a:blip r:embed="rId4"/>
                <a:stretch>
                  <a:fillRect/>
                </a:stretch>
              </a:blipFill>
            </p:spPr>
            <p:txBody>
              <a:bodyPr/>
              <a:lstStyle/>
              <a:p>
                <a:r>
                  <a:rPr lang="en-US">
                    <a:noFill/>
                  </a:rPr>
                  <a:t> </a:t>
                </a:r>
              </a:p>
            </p:txBody>
          </p:sp>
        </mc:Fallback>
      </mc:AlternateContent>
      <p:sp>
        <p:nvSpPr>
          <p:cNvPr id="91" name="Oval 90">
            <a:extLst>
              <a:ext uri="{FF2B5EF4-FFF2-40B4-BE49-F238E27FC236}">
                <a16:creationId xmlns:a16="http://schemas.microsoft.com/office/drawing/2014/main" id="{BDD11F87-DA81-9510-C1CB-0AF4093562CB}"/>
              </a:ext>
            </a:extLst>
          </p:cNvPr>
          <p:cNvSpPr/>
          <p:nvPr/>
        </p:nvSpPr>
        <p:spPr>
          <a:xfrm rot="5400000">
            <a:off x="11149378" y="449780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2" name="Oval 91">
            <a:extLst>
              <a:ext uri="{FF2B5EF4-FFF2-40B4-BE49-F238E27FC236}">
                <a16:creationId xmlns:a16="http://schemas.microsoft.com/office/drawing/2014/main" id="{BDD11F87-DA81-9510-C1CB-0AF4093562CB}"/>
              </a:ext>
            </a:extLst>
          </p:cNvPr>
          <p:cNvSpPr/>
          <p:nvPr/>
        </p:nvSpPr>
        <p:spPr>
          <a:xfrm rot="5400000">
            <a:off x="9709234" y="44973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3" name="Oval 92">
            <a:extLst>
              <a:ext uri="{FF2B5EF4-FFF2-40B4-BE49-F238E27FC236}">
                <a16:creationId xmlns:a16="http://schemas.microsoft.com/office/drawing/2014/main" id="{BDD11F87-DA81-9510-C1CB-0AF4093562CB}"/>
              </a:ext>
            </a:extLst>
          </p:cNvPr>
          <p:cNvSpPr/>
          <p:nvPr/>
        </p:nvSpPr>
        <p:spPr>
          <a:xfrm rot="5400000">
            <a:off x="11149378"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4" name="Oval 93">
            <a:extLst>
              <a:ext uri="{FF2B5EF4-FFF2-40B4-BE49-F238E27FC236}">
                <a16:creationId xmlns:a16="http://schemas.microsoft.com/office/drawing/2014/main" id="{BDD11F87-DA81-9510-C1CB-0AF4093562CB}"/>
              </a:ext>
            </a:extLst>
          </p:cNvPr>
          <p:cNvSpPr/>
          <p:nvPr/>
        </p:nvSpPr>
        <p:spPr>
          <a:xfrm rot="5400000">
            <a:off x="9709234"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5" name="Straight Connector 94">
            <a:extLst>
              <a:ext uri="{FF2B5EF4-FFF2-40B4-BE49-F238E27FC236}">
                <a16:creationId xmlns:a16="http://schemas.microsoft.com/office/drawing/2014/main" id="{6205DD86-315C-53B6-CEEF-A9919650168E}"/>
              </a:ext>
            </a:extLst>
          </p:cNvPr>
          <p:cNvCxnSpPr>
            <a:cxnSpLocks/>
            <a:endCxn id="91" idx="2"/>
          </p:cNvCxnSpPr>
          <p:nvPr/>
        </p:nvCxnSpPr>
        <p:spPr>
          <a:xfrm>
            <a:off x="11219941" y="3209360"/>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94" idx="6"/>
            <a:endCxn id="92" idx="2"/>
          </p:cNvCxnSpPr>
          <p:nvPr/>
        </p:nvCxnSpPr>
        <p:spPr>
          <a:xfrm>
            <a:off x="9779797" y="3213675"/>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93" idx="4"/>
            <a:endCxn id="94" idx="0"/>
          </p:cNvCxnSpPr>
          <p:nvPr/>
        </p:nvCxnSpPr>
        <p:spPr>
          <a:xfrm flipH="1">
            <a:off x="9851797" y="3143112"/>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6205DD86-315C-53B6-CEEF-A9919650168E}"/>
              </a:ext>
            </a:extLst>
          </p:cNvPr>
          <p:cNvCxnSpPr>
            <a:cxnSpLocks/>
            <a:stCxn id="91" idx="4"/>
            <a:endCxn id="92" idx="0"/>
          </p:cNvCxnSpPr>
          <p:nvPr/>
        </p:nvCxnSpPr>
        <p:spPr>
          <a:xfrm flipH="1" flipV="1">
            <a:off x="9851797" y="4569355"/>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9" name="Oval 98">
            <a:extLst>
              <a:ext uri="{FF2B5EF4-FFF2-40B4-BE49-F238E27FC236}">
                <a16:creationId xmlns:a16="http://schemas.microsoft.com/office/drawing/2014/main" id="{BDD11F87-DA81-9510-C1CB-0AF4093562CB}"/>
              </a:ext>
            </a:extLst>
          </p:cNvPr>
          <p:cNvSpPr/>
          <p:nvPr/>
        </p:nvSpPr>
        <p:spPr>
          <a:xfrm rot="5400000">
            <a:off x="8989138" y="522414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0" name="Oval 99">
            <a:extLst>
              <a:ext uri="{FF2B5EF4-FFF2-40B4-BE49-F238E27FC236}">
                <a16:creationId xmlns:a16="http://schemas.microsoft.com/office/drawing/2014/main" id="{BDD11F87-DA81-9510-C1CB-0AF4093562CB}"/>
              </a:ext>
            </a:extLst>
          </p:cNvPr>
          <p:cNvSpPr/>
          <p:nvPr/>
        </p:nvSpPr>
        <p:spPr>
          <a:xfrm rot="5400000">
            <a:off x="11869458" y="522915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2" name="Oval 101">
            <a:extLst>
              <a:ext uri="{FF2B5EF4-FFF2-40B4-BE49-F238E27FC236}">
                <a16:creationId xmlns:a16="http://schemas.microsoft.com/office/drawing/2014/main" id="{BDD11F87-DA81-9510-C1CB-0AF4093562CB}"/>
              </a:ext>
            </a:extLst>
          </p:cNvPr>
          <p:cNvSpPr/>
          <p:nvPr/>
        </p:nvSpPr>
        <p:spPr>
          <a:xfrm rot="5400000">
            <a:off x="11869458"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3" name="Oval 102">
            <a:extLst>
              <a:ext uri="{FF2B5EF4-FFF2-40B4-BE49-F238E27FC236}">
                <a16:creationId xmlns:a16="http://schemas.microsoft.com/office/drawing/2014/main" id="{BDD11F87-DA81-9510-C1CB-0AF4093562CB}"/>
              </a:ext>
            </a:extLst>
          </p:cNvPr>
          <p:cNvSpPr/>
          <p:nvPr/>
        </p:nvSpPr>
        <p:spPr>
          <a:xfrm rot="5400000">
            <a:off x="8989138"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4" name="Straight Connector 103">
            <a:extLst>
              <a:ext uri="{FF2B5EF4-FFF2-40B4-BE49-F238E27FC236}">
                <a16:creationId xmlns:a16="http://schemas.microsoft.com/office/drawing/2014/main" id="{6205DD86-315C-53B6-CEEF-A9919650168E}"/>
              </a:ext>
            </a:extLst>
          </p:cNvPr>
          <p:cNvCxnSpPr>
            <a:cxnSpLocks/>
            <a:stCxn id="102" idx="5"/>
            <a:endCxn id="93" idx="1"/>
          </p:cNvCxnSpPr>
          <p:nvPr/>
        </p:nvCxnSpPr>
        <p:spPr>
          <a:xfrm flipH="1">
            <a:off x="11270853" y="2465723"/>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 name="Straight Connector 104">
            <a:extLst>
              <a:ext uri="{FF2B5EF4-FFF2-40B4-BE49-F238E27FC236}">
                <a16:creationId xmlns:a16="http://schemas.microsoft.com/office/drawing/2014/main" id="{6205DD86-315C-53B6-CEEF-A9919650168E}"/>
              </a:ext>
            </a:extLst>
          </p:cNvPr>
          <p:cNvCxnSpPr>
            <a:cxnSpLocks/>
            <a:stCxn id="103" idx="7"/>
            <a:endCxn id="94" idx="3"/>
          </p:cNvCxnSpPr>
          <p:nvPr/>
        </p:nvCxnSpPr>
        <p:spPr>
          <a:xfrm>
            <a:off x="9110613" y="2465723"/>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a:extLst>
              <a:ext uri="{FF2B5EF4-FFF2-40B4-BE49-F238E27FC236}">
                <a16:creationId xmlns:a16="http://schemas.microsoft.com/office/drawing/2014/main" id="{6205DD86-315C-53B6-CEEF-A9919650168E}"/>
              </a:ext>
            </a:extLst>
          </p:cNvPr>
          <p:cNvCxnSpPr>
            <a:cxnSpLocks/>
            <a:stCxn id="92" idx="5"/>
            <a:endCxn id="99" idx="1"/>
          </p:cNvCxnSpPr>
          <p:nvPr/>
        </p:nvCxnSpPr>
        <p:spPr>
          <a:xfrm flipH="1">
            <a:off x="9110613" y="4619251"/>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7" name="Straight Connector 106">
            <a:extLst>
              <a:ext uri="{FF2B5EF4-FFF2-40B4-BE49-F238E27FC236}">
                <a16:creationId xmlns:a16="http://schemas.microsoft.com/office/drawing/2014/main" id="{6205DD86-315C-53B6-CEEF-A9919650168E}"/>
              </a:ext>
            </a:extLst>
          </p:cNvPr>
          <p:cNvCxnSpPr>
            <a:cxnSpLocks/>
            <a:stCxn id="91" idx="7"/>
            <a:endCxn id="100" idx="3"/>
          </p:cNvCxnSpPr>
          <p:nvPr/>
        </p:nvCxnSpPr>
        <p:spPr>
          <a:xfrm>
            <a:off x="11270853" y="4619698"/>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8" name="Straight Connector 107">
            <a:extLst>
              <a:ext uri="{FF2B5EF4-FFF2-40B4-BE49-F238E27FC236}">
                <a16:creationId xmlns:a16="http://schemas.microsoft.com/office/drawing/2014/main" id="{6205DD86-315C-53B6-CEEF-A9919650168E}"/>
              </a:ext>
            </a:extLst>
          </p:cNvPr>
          <p:cNvCxnSpPr>
            <a:cxnSpLocks/>
            <a:stCxn id="102" idx="4"/>
            <a:endCxn id="103" idx="0"/>
          </p:cNvCxnSpPr>
          <p:nvPr/>
        </p:nvCxnSpPr>
        <p:spPr>
          <a:xfrm flipH="1">
            <a:off x="9131701" y="2415827"/>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a:extLst>
              <a:ext uri="{FF2B5EF4-FFF2-40B4-BE49-F238E27FC236}">
                <a16:creationId xmlns:a16="http://schemas.microsoft.com/office/drawing/2014/main" id="{6205DD86-315C-53B6-CEEF-A9919650168E}"/>
              </a:ext>
            </a:extLst>
          </p:cNvPr>
          <p:cNvCxnSpPr>
            <a:cxnSpLocks/>
            <a:stCxn id="102" idx="6"/>
            <a:endCxn id="100" idx="2"/>
          </p:cNvCxnSpPr>
          <p:nvPr/>
        </p:nvCxnSpPr>
        <p:spPr>
          <a:xfrm>
            <a:off x="11940021" y="2486390"/>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0" name="Straight Connector 109">
            <a:extLst>
              <a:ext uri="{FF2B5EF4-FFF2-40B4-BE49-F238E27FC236}">
                <a16:creationId xmlns:a16="http://schemas.microsoft.com/office/drawing/2014/main" id="{6205DD86-315C-53B6-CEEF-A9919650168E}"/>
              </a:ext>
            </a:extLst>
          </p:cNvPr>
          <p:cNvCxnSpPr>
            <a:cxnSpLocks/>
            <a:stCxn id="103" idx="6"/>
            <a:endCxn id="99" idx="2"/>
          </p:cNvCxnSpPr>
          <p:nvPr/>
        </p:nvCxnSpPr>
        <p:spPr>
          <a:xfrm>
            <a:off x="9059701" y="2486390"/>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a:extLst>
              <a:ext uri="{FF2B5EF4-FFF2-40B4-BE49-F238E27FC236}">
                <a16:creationId xmlns:a16="http://schemas.microsoft.com/office/drawing/2014/main" id="{6205DD86-315C-53B6-CEEF-A9919650168E}"/>
              </a:ext>
            </a:extLst>
          </p:cNvPr>
          <p:cNvCxnSpPr>
            <a:cxnSpLocks/>
            <a:stCxn id="100" idx="4"/>
            <a:endCxn id="99" idx="0"/>
          </p:cNvCxnSpPr>
          <p:nvPr/>
        </p:nvCxnSpPr>
        <p:spPr>
          <a:xfrm flipH="1" flipV="1">
            <a:off x="9131701" y="5296147"/>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774979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8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9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9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97"/>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9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0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04"/>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05"/>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06"/>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07"/>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08"/>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09"/>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1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11"/>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42" presetClass="exit" presetSubtype="0" fill="hold" nodeType="clickEffect">
                                  <p:stCondLst>
                                    <p:cond delay="0"/>
                                  </p:stCondLst>
                                  <p:childTnLst>
                                    <p:animEffect transition="out" filter="fade">
                                      <p:cBhvr>
                                        <p:cTn id="128" dur="1000"/>
                                        <p:tgtEl>
                                          <p:spTgt spid="62"/>
                                        </p:tgtEl>
                                      </p:cBhvr>
                                    </p:animEffect>
                                    <p:anim calcmode="lin" valueType="num">
                                      <p:cBhvr>
                                        <p:cTn id="129" dur="1000"/>
                                        <p:tgtEl>
                                          <p:spTgt spid="62"/>
                                        </p:tgtEl>
                                        <p:attrNameLst>
                                          <p:attrName>ppt_x</p:attrName>
                                        </p:attrNameLst>
                                      </p:cBhvr>
                                      <p:tavLst>
                                        <p:tav tm="0">
                                          <p:val>
                                            <p:strVal val="ppt_x"/>
                                          </p:val>
                                        </p:tav>
                                        <p:tav tm="100000">
                                          <p:val>
                                            <p:strVal val="ppt_x"/>
                                          </p:val>
                                        </p:tav>
                                      </p:tavLst>
                                    </p:anim>
                                    <p:anim calcmode="lin" valueType="num">
                                      <p:cBhvr>
                                        <p:cTn id="130" dur="1000"/>
                                        <p:tgtEl>
                                          <p:spTgt spid="62"/>
                                        </p:tgtEl>
                                        <p:attrNameLst>
                                          <p:attrName>ppt_y</p:attrName>
                                        </p:attrNameLst>
                                      </p:cBhvr>
                                      <p:tavLst>
                                        <p:tav tm="0">
                                          <p:val>
                                            <p:strVal val="ppt_y"/>
                                          </p:val>
                                        </p:tav>
                                        <p:tav tm="100000">
                                          <p:val>
                                            <p:strVal val="ppt_y+.1"/>
                                          </p:val>
                                        </p:tav>
                                      </p:tavLst>
                                    </p:anim>
                                    <p:set>
                                      <p:cBhvr>
                                        <p:cTn id="131" dur="1" fill="hold">
                                          <p:stCondLst>
                                            <p:cond delay="999"/>
                                          </p:stCondLst>
                                        </p:cTn>
                                        <p:tgtEl>
                                          <p:spTgt spid="62"/>
                                        </p:tgtEl>
                                        <p:attrNameLst>
                                          <p:attrName>style.visibility</p:attrName>
                                        </p:attrNameLst>
                                      </p:cBhvr>
                                      <p:to>
                                        <p:strVal val="hidden"/>
                                      </p:to>
                                    </p:set>
                                  </p:childTnLst>
                                </p:cTn>
                              </p:par>
                              <p:par>
                                <p:cTn id="132" presetID="42" presetClass="exit" presetSubtype="0" fill="hold" nodeType="withEffect">
                                  <p:stCondLst>
                                    <p:cond delay="0"/>
                                  </p:stCondLst>
                                  <p:childTnLst>
                                    <p:animEffect transition="out" filter="fade">
                                      <p:cBhvr>
                                        <p:cTn id="133" dur="1000"/>
                                        <p:tgtEl>
                                          <p:spTgt spid="63"/>
                                        </p:tgtEl>
                                      </p:cBhvr>
                                    </p:animEffect>
                                    <p:anim calcmode="lin" valueType="num">
                                      <p:cBhvr>
                                        <p:cTn id="134" dur="1000"/>
                                        <p:tgtEl>
                                          <p:spTgt spid="63"/>
                                        </p:tgtEl>
                                        <p:attrNameLst>
                                          <p:attrName>ppt_x</p:attrName>
                                        </p:attrNameLst>
                                      </p:cBhvr>
                                      <p:tavLst>
                                        <p:tav tm="0">
                                          <p:val>
                                            <p:strVal val="ppt_x"/>
                                          </p:val>
                                        </p:tav>
                                        <p:tav tm="100000">
                                          <p:val>
                                            <p:strVal val="ppt_x"/>
                                          </p:val>
                                        </p:tav>
                                      </p:tavLst>
                                    </p:anim>
                                    <p:anim calcmode="lin" valueType="num">
                                      <p:cBhvr>
                                        <p:cTn id="135" dur="1000"/>
                                        <p:tgtEl>
                                          <p:spTgt spid="63"/>
                                        </p:tgtEl>
                                        <p:attrNameLst>
                                          <p:attrName>ppt_y</p:attrName>
                                        </p:attrNameLst>
                                      </p:cBhvr>
                                      <p:tavLst>
                                        <p:tav tm="0">
                                          <p:val>
                                            <p:strVal val="ppt_y"/>
                                          </p:val>
                                        </p:tav>
                                        <p:tav tm="100000">
                                          <p:val>
                                            <p:strVal val="ppt_y+.1"/>
                                          </p:val>
                                        </p:tav>
                                      </p:tavLst>
                                    </p:anim>
                                    <p:set>
                                      <p:cBhvr>
                                        <p:cTn id="136" dur="1" fill="hold">
                                          <p:stCondLst>
                                            <p:cond delay="999"/>
                                          </p:stCondLst>
                                        </p:cTn>
                                        <p:tgtEl>
                                          <p:spTgt spid="63"/>
                                        </p:tgtEl>
                                        <p:attrNameLst>
                                          <p:attrName>style.visibility</p:attrName>
                                        </p:attrNameLst>
                                      </p:cBhvr>
                                      <p:to>
                                        <p:strVal val="hidden"/>
                                      </p:to>
                                    </p:set>
                                  </p:childTnLst>
                                </p:cTn>
                              </p:par>
                              <p:par>
                                <p:cTn id="137" presetID="42" presetClass="exit" presetSubtype="0" fill="hold" nodeType="withEffect">
                                  <p:stCondLst>
                                    <p:cond delay="0"/>
                                  </p:stCondLst>
                                  <p:childTnLst>
                                    <p:animEffect transition="out" filter="fade">
                                      <p:cBhvr>
                                        <p:cTn id="138" dur="1000"/>
                                        <p:tgtEl>
                                          <p:spTgt spid="64"/>
                                        </p:tgtEl>
                                      </p:cBhvr>
                                    </p:animEffect>
                                    <p:anim calcmode="lin" valueType="num">
                                      <p:cBhvr>
                                        <p:cTn id="139" dur="1000"/>
                                        <p:tgtEl>
                                          <p:spTgt spid="64"/>
                                        </p:tgtEl>
                                        <p:attrNameLst>
                                          <p:attrName>ppt_x</p:attrName>
                                        </p:attrNameLst>
                                      </p:cBhvr>
                                      <p:tavLst>
                                        <p:tav tm="0">
                                          <p:val>
                                            <p:strVal val="ppt_x"/>
                                          </p:val>
                                        </p:tav>
                                        <p:tav tm="100000">
                                          <p:val>
                                            <p:strVal val="ppt_x"/>
                                          </p:val>
                                        </p:tav>
                                      </p:tavLst>
                                    </p:anim>
                                    <p:anim calcmode="lin" valueType="num">
                                      <p:cBhvr>
                                        <p:cTn id="140" dur="1000"/>
                                        <p:tgtEl>
                                          <p:spTgt spid="64"/>
                                        </p:tgtEl>
                                        <p:attrNameLst>
                                          <p:attrName>ppt_y</p:attrName>
                                        </p:attrNameLst>
                                      </p:cBhvr>
                                      <p:tavLst>
                                        <p:tav tm="0">
                                          <p:val>
                                            <p:strVal val="ppt_y"/>
                                          </p:val>
                                        </p:tav>
                                        <p:tav tm="100000">
                                          <p:val>
                                            <p:strVal val="ppt_y+.1"/>
                                          </p:val>
                                        </p:tav>
                                      </p:tavLst>
                                    </p:anim>
                                    <p:set>
                                      <p:cBhvr>
                                        <p:cTn id="141" dur="1" fill="hold">
                                          <p:stCondLst>
                                            <p:cond delay="999"/>
                                          </p:stCondLst>
                                        </p:cTn>
                                        <p:tgtEl>
                                          <p:spTgt spid="64"/>
                                        </p:tgtEl>
                                        <p:attrNameLst>
                                          <p:attrName>style.visibility</p:attrName>
                                        </p:attrNameLst>
                                      </p:cBhvr>
                                      <p:to>
                                        <p:strVal val="hidden"/>
                                      </p:to>
                                    </p:set>
                                  </p:childTnLst>
                                </p:cTn>
                              </p:par>
                              <p:par>
                                <p:cTn id="142" presetID="42" presetClass="exit" presetSubtype="0" fill="hold" nodeType="withEffect">
                                  <p:stCondLst>
                                    <p:cond delay="0"/>
                                  </p:stCondLst>
                                  <p:childTnLst>
                                    <p:animEffect transition="out" filter="fade">
                                      <p:cBhvr>
                                        <p:cTn id="143" dur="1000"/>
                                        <p:tgtEl>
                                          <p:spTgt spid="65"/>
                                        </p:tgtEl>
                                      </p:cBhvr>
                                    </p:animEffect>
                                    <p:anim calcmode="lin" valueType="num">
                                      <p:cBhvr>
                                        <p:cTn id="144" dur="1000"/>
                                        <p:tgtEl>
                                          <p:spTgt spid="65"/>
                                        </p:tgtEl>
                                        <p:attrNameLst>
                                          <p:attrName>ppt_x</p:attrName>
                                        </p:attrNameLst>
                                      </p:cBhvr>
                                      <p:tavLst>
                                        <p:tav tm="0">
                                          <p:val>
                                            <p:strVal val="ppt_x"/>
                                          </p:val>
                                        </p:tav>
                                        <p:tav tm="100000">
                                          <p:val>
                                            <p:strVal val="ppt_x"/>
                                          </p:val>
                                        </p:tav>
                                      </p:tavLst>
                                    </p:anim>
                                    <p:anim calcmode="lin" valueType="num">
                                      <p:cBhvr>
                                        <p:cTn id="145" dur="1000"/>
                                        <p:tgtEl>
                                          <p:spTgt spid="65"/>
                                        </p:tgtEl>
                                        <p:attrNameLst>
                                          <p:attrName>ppt_y</p:attrName>
                                        </p:attrNameLst>
                                      </p:cBhvr>
                                      <p:tavLst>
                                        <p:tav tm="0">
                                          <p:val>
                                            <p:strVal val="ppt_y"/>
                                          </p:val>
                                        </p:tav>
                                        <p:tav tm="100000">
                                          <p:val>
                                            <p:strVal val="ppt_y+.1"/>
                                          </p:val>
                                        </p:tav>
                                      </p:tavLst>
                                    </p:anim>
                                    <p:set>
                                      <p:cBhvr>
                                        <p:cTn id="146" dur="1" fill="hold">
                                          <p:stCondLst>
                                            <p:cond delay="999"/>
                                          </p:stCondLst>
                                        </p:cTn>
                                        <p:tgtEl>
                                          <p:spTgt spid="65"/>
                                        </p:tgtEl>
                                        <p:attrNameLst>
                                          <p:attrName>style.visibility</p:attrName>
                                        </p:attrNameLst>
                                      </p:cBhvr>
                                      <p:to>
                                        <p:strVal val="hidden"/>
                                      </p:to>
                                    </p:set>
                                  </p:childTnLst>
                                </p:cTn>
                              </p:par>
                              <p:par>
                                <p:cTn id="147" presetID="42" presetClass="exit" presetSubtype="0" fill="hold" nodeType="withEffect">
                                  <p:stCondLst>
                                    <p:cond delay="0"/>
                                  </p:stCondLst>
                                  <p:childTnLst>
                                    <p:animEffect transition="out" filter="fade">
                                      <p:cBhvr>
                                        <p:cTn id="148" dur="1000"/>
                                        <p:tgtEl>
                                          <p:spTgt spid="80"/>
                                        </p:tgtEl>
                                      </p:cBhvr>
                                    </p:animEffect>
                                    <p:anim calcmode="lin" valueType="num">
                                      <p:cBhvr>
                                        <p:cTn id="149" dur="1000"/>
                                        <p:tgtEl>
                                          <p:spTgt spid="80"/>
                                        </p:tgtEl>
                                        <p:attrNameLst>
                                          <p:attrName>ppt_x</p:attrName>
                                        </p:attrNameLst>
                                      </p:cBhvr>
                                      <p:tavLst>
                                        <p:tav tm="0">
                                          <p:val>
                                            <p:strVal val="ppt_x"/>
                                          </p:val>
                                        </p:tav>
                                        <p:tav tm="100000">
                                          <p:val>
                                            <p:strVal val="ppt_x"/>
                                          </p:val>
                                        </p:tav>
                                      </p:tavLst>
                                    </p:anim>
                                    <p:anim calcmode="lin" valueType="num">
                                      <p:cBhvr>
                                        <p:cTn id="150" dur="1000"/>
                                        <p:tgtEl>
                                          <p:spTgt spid="80"/>
                                        </p:tgtEl>
                                        <p:attrNameLst>
                                          <p:attrName>ppt_y</p:attrName>
                                        </p:attrNameLst>
                                      </p:cBhvr>
                                      <p:tavLst>
                                        <p:tav tm="0">
                                          <p:val>
                                            <p:strVal val="ppt_y"/>
                                          </p:val>
                                        </p:tav>
                                        <p:tav tm="100000">
                                          <p:val>
                                            <p:strVal val="ppt_y+.1"/>
                                          </p:val>
                                        </p:tav>
                                      </p:tavLst>
                                    </p:anim>
                                    <p:set>
                                      <p:cBhvr>
                                        <p:cTn id="151" dur="1" fill="hold">
                                          <p:stCondLst>
                                            <p:cond delay="999"/>
                                          </p:stCondLst>
                                        </p:cTn>
                                        <p:tgtEl>
                                          <p:spTgt spid="80"/>
                                        </p:tgtEl>
                                        <p:attrNameLst>
                                          <p:attrName>style.visibility</p:attrName>
                                        </p:attrNameLst>
                                      </p:cBhvr>
                                      <p:to>
                                        <p:strVal val="hidden"/>
                                      </p:to>
                                    </p:set>
                                  </p:childTnLst>
                                </p:cTn>
                              </p:par>
                              <p:par>
                                <p:cTn id="152" presetID="42" presetClass="exit" presetSubtype="0" fill="hold" nodeType="withEffect">
                                  <p:stCondLst>
                                    <p:cond delay="0"/>
                                  </p:stCondLst>
                                  <p:childTnLst>
                                    <p:animEffect transition="out" filter="fade">
                                      <p:cBhvr>
                                        <p:cTn id="153" dur="1000"/>
                                        <p:tgtEl>
                                          <p:spTgt spid="81"/>
                                        </p:tgtEl>
                                      </p:cBhvr>
                                    </p:animEffect>
                                    <p:anim calcmode="lin" valueType="num">
                                      <p:cBhvr>
                                        <p:cTn id="154" dur="1000"/>
                                        <p:tgtEl>
                                          <p:spTgt spid="81"/>
                                        </p:tgtEl>
                                        <p:attrNameLst>
                                          <p:attrName>ppt_x</p:attrName>
                                        </p:attrNameLst>
                                      </p:cBhvr>
                                      <p:tavLst>
                                        <p:tav tm="0">
                                          <p:val>
                                            <p:strVal val="ppt_x"/>
                                          </p:val>
                                        </p:tav>
                                        <p:tav tm="100000">
                                          <p:val>
                                            <p:strVal val="ppt_x"/>
                                          </p:val>
                                        </p:tav>
                                      </p:tavLst>
                                    </p:anim>
                                    <p:anim calcmode="lin" valueType="num">
                                      <p:cBhvr>
                                        <p:cTn id="155" dur="1000"/>
                                        <p:tgtEl>
                                          <p:spTgt spid="81"/>
                                        </p:tgtEl>
                                        <p:attrNameLst>
                                          <p:attrName>ppt_y</p:attrName>
                                        </p:attrNameLst>
                                      </p:cBhvr>
                                      <p:tavLst>
                                        <p:tav tm="0">
                                          <p:val>
                                            <p:strVal val="ppt_y"/>
                                          </p:val>
                                        </p:tav>
                                        <p:tav tm="100000">
                                          <p:val>
                                            <p:strVal val="ppt_y+.1"/>
                                          </p:val>
                                        </p:tav>
                                      </p:tavLst>
                                    </p:anim>
                                    <p:set>
                                      <p:cBhvr>
                                        <p:cTn id="156" dur="1" fill="hold">
                                          <p:stCondLst>
                                            <p:cond delay="999"/>
                                          </p:stCondLst>
                                        </p:cTn>
                                        <p:tgtEl>
                                          <p:spTgt spid="81"/>
                                        </p:tgtEl>
                                        <p:attrNameLst>
                                          <p:attrName>style.visibility</p:attrName>
                                        </p:attrNameLst>
                                      </p:cBhvr>
                                      <p:to>
                                        <p:strVal val="hidden"/>
                                      </p:to>
                                    </p:set>
                                  </p:childTnLst>
                                </p:cTn>
                              </p:par>
                              <p:par>
                                <p:cTn id="157" presetID="42" presetClass="exit" presetSubtype="0" fill="hold" nodeType="withEffect">
                                  <p:stCondLst>
                                    <p:cond delay="0"/>
                                  </p:stCondLst>
                                  <p:childTnLst>
                                    <p:animEffect transition="out" filter="fade">
                                      <p:cBhvr>
                                        <p:cTn id="158" dur="1000"/>
                                        <p:tgtEl>
                                          <p:spTgt spid="82"/>
                                        </p:tgtEl>
                                      </p:cBhvr>
                                    </p:animEffect>
                                    <p:anim calcmode="lin" valueType="num">
                                      <p:cBhvr>
                                        <p:cTn id="159" dur="1000"/>
                                        <p:tgtEl>
                                          <p:spTgt spid="82"/>
                                        </p:tgtEl>
                                        <p:attrNameLst>
                                          <p:attrName>ppt_x</p:attrName>
                                        </p:attrNameLst>
                                      </p:cBhvr>
                                      <p:tavLst>
                                        <p:tav tm="0">
                                          <p:val>
                                            <p:strVal val="ppt_x"/>
                                          </p:val>
                                        </p:tav>
                                        <p:tav tm="100000">
                                          <p:val>
                                            <p:strVal val="ppt_x"/>
                                          </p:val>
                                        </p:tav>
                                      </p:tavLst>
                                    </p:anim>
                                    <p:anim calcmode="lin" valueType="num">
                                      <p:cBhvr>
                                        <p:cTn id="160" dur="1000"/>
                                        <p:tgtEl>
                                          <p:spTgt spid="82"/>
                                        </p:tgtEl>
                                        <p:attrNameLst>
                                          <p:attrName>ppt_y</p:attrName>
                                        </p:attrNameLst>
                                      </p:cBhvr>
                                      <p:tavLst>
                                        <p:tav tm="0">
                                          <p:val>
                                            <p:strVal val="ppt_y"/>
                                          </p:val>
                                        </p:tav>
                                        <p:tav tm="100000">
                                          <p:val>
                                            <p:strVal val="ppt_y+.1"/>
                                          </p:val>
                                        </p:tav>
                                      </p:tavLst>
                                    </p:anim>
                                    <p:set>
                                      <p:cBhvr>
                                        <p:cTn id="161" dur="1" fill="hold">
                                          <p:stCondLst>
                                            <p:cond delay="999"/>
                                          </p:stCondLst>
                                        </p:cTn>
                                        <p:tgtEl>
                                          <p:spTgt spid="82"/>
                                        </p:tgtEl>
                                        <p:attrNameLst>
                                          <p:attrName>style.visibility</p:attrName>
                                        </p:attrNameLst>
                                      </p:cBhvr>
                                      <p:to>
                                        <p:strVal val="hidden"/>
                                      </p:to>
                                    </p:set>
                                  </p:childTnLst>
                                </p:cTn>
                              </p:par>
                              <p:par>
                                <p:cTn id="162" presetID="42" presetClass="exit" presetSubtype="0" fill="hold" nodeType="withEffect">
                                  <p:stCondLst>
                                    <p:cond delay="0"/>
                                  </p:stCondLst>
                                  <p:childTnLst>
                                    <p:animEffect transition="out" filter="fade">
                                      <p:cBhvr>
                                        <p:cTn id="163" dur="1000"/>
                                        <p:tgtEl>
                                          <p:spTgt spid="85"/>
                                        </p:tgtEl>
                                      </p:cBhvr>
                                    </p:animEffect>
                                    <p:anim calcmode="lin" valueType="num">
                                      <p:cBhvr>
                                        <p:cTn id="164" dur="1000"/>
                                        <p:tgtEl>
                                          <p:spTgt spid="85"/>
                                        </p:tgtEl>
                                        <p:attrNameLst>
                                          <p:attrName>ppt_x</p:attrName>
                                        </p:attrNameLst>
                                      </p:cBhvr>
                                      <p:tavLst>
                                        <p:tav tm="0">
                                          <p:val>
                                            <p:strVal val="ppt_x"/>
                                          </p:val>
                                        </p:tav>
                                        <p:tav tm="100000">
                                          <p:val>
                                            <p:strVal val="ppt_x"/>
                                          </p:val>
                                        </p:tav>
                                      </p:tavLst>
                                    </p:anim>
                                    <p:anim calcmode="lin" valueType="num">
                                      <p:cBhvr>
                                        <p:cTn id="165" dur="1000"/>
                                        <p:tgtEl>
                                          <p:spTgt spid="85"/>
                                        </p:tgtEl>
                                        <p:attrNameLst>
                                          <p:attrName>ppt_y</p:attrName>
                                        </p:attrNameLst>
                                      </p:cBhvr>
                                      <p:tavLst>
                                        <p:tav tm="0">
                                          <p:val>
                                            <p:strVal val="ppt_y"/>
                                          </p:val>
                                        </p:tav>
                                        <p:tav tm="100000">
                                          <p:val>
                                            <p:strVal val="ppt_y+.1"/>
                                          </p:val>
                                        </p:tav>
                                      </p:tavLst>
                                    </p:anim>
                                    <p:set>
                                      <p:cBhvr>
                                        <p:cTn id="166" dur="1" fill="hold">
                                          <p:stCondLst>
                                            <p:cond delay="999"/>
                                          </p:stCondLst>
                                        </p:cTn>
                                        <p:tgtEl>
                                          <p:spTgt spid="85"/>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56"/>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42" presetClass="exit" presetSubtype="0" fill="hold" nodeType="clickEffect">
                                  <p:stCondLst>
                                    <p:cond delay="0"/>
                                  </p:stCondLst>
                                  <p:childTnLst>
                                    <p:animEffect transition="out" filter="fade">
                                      <p:cBhvr>
                                        <p:cTn id="174" dur="1000"/>
                                        <p:tgtEl>
                                          <p:spTgt spid="41"/>
                                        </p:tgtEl>
                                      </p:cBhvr>
                                    </p:animEffect>
                                    <p:anim calcmode="lin" valueType="num">
                                      <p:cBhvr>
                                        <p:cTn id="175" dur="1000"/>
                                        <p:tgtEl>
                                          <p:spTgt spid="41"/>
                                        </p:tgtEl>
                                        <p:attrNameLst>
                                          <p:attrName>ppt_x</p:attrName>
                                        </p:attrNameLst>
                                      </p:cBhvr>
                                      <p:tavLst>
                                        <p:tav tm="0">
                                          <p:val>
                                            <p:strVal val="ppt_x"/>
                                          </p:val>
                                        </p:tav>
                                        <p:tav tm="100000">
                                          <p:val>
                                            <p:strVal val="ppt_x"/>
                                          </p:val>
                                        </p:tav>
                                      </p:tavLst>
                                    </p:anim>
                                    <p:anim calcmode="lin" valueType="num">
                                      <p:cBhvr>
                                        <p:cTn id="176" dur="1000"/>
                                        <p:tgtEl>
                                          <p:spTgt spid="41"/>
                                        </p:tgtEl>
                                        <p:attrNameLst>
                                          <p:attrName>ppt_y</p:attrName>
                                        </p:attrNameLst>
                                      </p:cBhvr>
                                      <p:tavLst>
                                        <p:tav tm="0">
                                          <p:val>
                                            <p:strVal val="ppt_y"/>
                                          </p:val>
                                        </p:tav>
                                        <p:tav tm="100000">
                                          <p:val>
                                            <p:strVal val="ppt_y+.1"/>
                                          </p:val>
                                        </p:tav>
                                      </p:tavLst>
                                    </p:anim>
                                    <p:set>
                                      <p:cBhvr>
                                        <p:cTn id="177" dur="1" fill="hold">
                                          <p:stCondLst>
                                            <p:cond delay="999"/>
                                          </p:stCondLst>
                                        </p:cTn>
                                        <p:tgtEl>
                                          <p:spTgt spid="41"/>
                                        </p:tgtEl>
                                        <p:attrNameLst>
                                          <p:attrName>style.visibility</p:attrName>
                                        </p:attrNameLst>
                                      </p:cBhvr>
                                      <p:to>
                                        <p:strVal val="hidden"/>
                                      </p:to>
                                    </p:set>
                                  </p:childTnLst>
                                </p:cTn>
                              </p:par>
                              <p:par>
                                <p:cTn id="178" presetID="42" presetClass="exit" presetSubtype="0" fill="hold" nodeType="withEffect">
                                  <p:stCondLst>
                                    <p:cond delay="0"/>
                                  </p:stCondLst>
                                  <p:childTnLst>
                                    <p:animEffect transition="out" filter="fade">
                                      <p:cBhvr>
                                        <p:cTn id="179" dur="1000"/>
                                        <p:tgtEl>
                                          <p:spTgt spid="42"/>
                                        </p:tgtEl>
                                      </p:cBhvr>
                                    </p:animEffect>
                                    <p:anim calcmode="lin" valueType="num">
                                      <p:cBhvr>
                                        <p:cTn id="180" dur="1000"/>
                                        <p:tgtEl>
                                          <p:spTgt spid="42"/>
                                        </p:tgtEl>
                                        <p:attrNameLst>
                                          <p:attrName>ppt_x</p:attrName>
                                        </p:attrNameLst>
                                      </p:cBhvr>
                                      <p:tavLst>
                                        <p:tav tm="0">
                                          <p:val>
                                            <p:strVal val="ppt_x"/>
                                          </p:val>
                                        </p:tav>
                                        <p:tav tm="100000">
                                          <p:val>
                                            <p:strVal val="ppt_x"/>
                                          </p:val>
                                        </p:tav>
                                      </p:tavLst>
                                    </p:anim>
                                    <p:anim calcmode="lin" valueType="num">
                                      <p:cBhvr>
                                        <p:cTn id="181" dur="1000"/>
                                        <p:tgtEl>
                                          <p:spTgt spid="42"/>
                                        </p:tgtEl>
                                        <p:attrNameLst>
                                          <p:attrName>ppt_y</p:attrName>
                                        </p:attrNameLst>
                                      </p:cBhvr>
                                      <p:tavLst>
                                        <p:tav tm="0">
                                          <p:val>
                                            <p:strVal val="ppt_y"/>
                                          </p:val>
                                        </p:tav>
                                        <p:tav tm="100000">
                                          <p:val>
                                            <p:strVal val="ppt_y+.1"/>
                                          </p:val>
                                        </p:tav>
                                      </p:tavLst>
                                    </p:anim>
                                    <p:set>
                                      <p:cBhvr>
                                        <p:cTn id="182" dur="1" fill="hold">
                                          <p:stCondLst>
                                            <p:cond delay="999"/>
                                          </p:stCondLst>
                                        </p:cTn>
                                        <p:tgtEl>
                                          <p:spTgt spid="42"/>
                                        </p:tgtEl>
                                        <p:attrNameLst>
                                          <p:attrName>style.visibility</p:attrName>
                                        </p:attrNameLst>
                                      </p:cBhvr>
                                      <p:to>
                                        <p:strVal val="hidden"/>
                                      </p:to>
                                    </p:set>
                                  </p:childTnLst>
                                </p:cTn>
                              </p:par>
                              <p:par>
                                <p:cTn id="183" presetID="42" presetClass="exit" presetSubtype="0" fill="hold" nodeType="withEffect">
                                  <p:stCondLst>
                                    <p:cond delay="0"/>
                                  </p:stCondLst>
                                  <p:childTnLst>
                                    <p:animEffect transition="out" filter="fade">
                                      <p:cBhvr>
                                        <p:cTn id="184" dur="1000"/>
                                        <p:tgtEl>
                                          <p:spTgt spid="43"/>
                                        </p:tgtEl>
                                      </p:cBhvr>
                                    </p:animEffect>
                                    <p:anim calcmode="lin" valueType="num">
                                      <p:cBhvr>
                                        <p:cTn id="185" dur="1000"/>
                                        <p:tgtEl>
                                          <p:spTgt spid="43"/>
                                        </p:tgtEl>
                                        <p:attrNameLst>
                                          <p:attrName>ppt_x</p:attrName>
                                        </p:attrNameLst>
                                      </p:cBhvr>
                                      <p:tavLst>
                                        <p:tav tm="0">
                                          <p:val>
                                            <p:strVal val="ppt_x"/>
                                          </p:val>
                                        </p:tav>
                                        <p:tav tm="100000">
                                          <p:val>
                                            <p:strVal val="ppt_x"/>
                                          </p:val>
                                        </p:tav>
                                      </p:tavLst>
                                    </p:anim>
                                    <p:anim calcmode="lin" valueType="num">
                                      <p:cBhvr>
                                        <p:cTn id="186" dur="1000"/>
                                        <p:tgtEl>
                                          <p:spTgt spid="43"/>
                                        </p:tgtEl>
                                        <p:attrNameLst>
                                          <p:attrName>ppt_y</p:attrName>
                                        </p:attrNameLst>
                                      </p:cBhvr>
                                      <p:tavLst>
                                        <p:tav tm="0">
                                          <p:val>
                                            <p:strVal val="ppt_y"/>
                                          </p:val>
                                        </p:tav>
                                        <p:tav tm="100000">
                                          <p:val>
                                            <p:strVal val="ppt_y+.1"/>
                                          </p:val>
                                        </p:tav>
                                      </p:tavLst>
                                    </p:anim>
                                    <p:set>
                                      <p:cBhvr>
                                        <p:cTn id="187" dur="1" fill="hold">
                                          <p:stCondLst>
                                            <p:cond delay="999"/>
                                          </p:stCondLst>
                                        </p:cTn>
                                        <p:tgtEl>
                                          <p:spTgt spid="43"/>
                                        </p:tgtEl>
                                        <p:attrNameLst>
                                          <p:attrName>style.visibility</p:attrName>
                                        </p:attrNameLst>
                                      </p:cBhvr>
                                      <p:to>
                                        <p:strVal val="hidden"/>
                                      </p:to>
                                    </p:set>
                                  </p:childTnLst>
                                </p:cTn>
                              </p:par>
                              <p:par>
                                <p:cTn id="188" presetID="42" presetClass="exit" presetSubtype="0" fill="hold" nodeType="withEffect">
                                  <p:stCondLst>
                                    <p:cond delay="0"/>
                                  </p:stCondLst>
                                  <p:childTnLst>
                                    <p:animEffect transition="out" filter="fade">
                                      <p:cBhvr>
                                        <p:cTn id="189" dur="1000"/>
                                        <p:tgtEl>
                                          <p:spTgt spid="44"/>
                                        </p:tgtEl>
                                      </p:cBhvr>
                                    </p:animEffect>
                                    <p:anim calcmode="lin" valueType="num">
                                      <p:cBhvr>
                                        <p:cTn id="190" dur="1000"/>
                                        <p:tgtEl>
                                          <p:spTgt spid="44"/>
                                        </p:tgtEl>
                                        <p:attrNameLst>
                                          <p:attrName>ppt_x</p:attrName>
                                        </p:attrNameLst>
                                      </p:cBhvr>
                                      <p:tavLst>
                                        <p:tav tm="0">
                                          <p:val>
                                            <p:strVal val="ppt_x"/>
                                          </p:val>
                                        </p:tav>
                                        <p:tav tm="100000">
                                          <p:val>
                                            <p:strVal val="ppt_x"/>
                                          </p:val>
                                        </p:tav>
                                      </p:tavLst>
                                    </p:anim>
                                    <p:anim calcmode="lin" valueType="num">
                                      <p:cBhvr>
                                        <p:cTn id="191" dur="1000"/>
                                        <p:tgtEl>
                                          <p:spTgt spid="44"/>
                                        </p:tgtEl>
                                        <p:attrNameLst>
                                          <p:attrName>ppt_y</p:attrName>
                                        </p:attrNameLst>
                                      </p:cBhvr>
                                      <p:tavLst>
                                        <p:tav tm="0">
                                          <p:val>
                                            <p:strVal val="ppt_y"/>
                                          </p:val>
                                        </p:tav>
                                        <p:tav tm="100000">
                                          <p:val>
                                            <p:strVal val="ppt_y+.1"/>
                                          </p:val>
                                        </p:tav>
                                      </p:tavLst>
                                    </p:anim>
                                    <p:set>
                                      <p:cBhvr>
                                        <p:cTn id="192" dur="1" fill="hold">
                                          <p:stCondLst>
                                            <p:cond delay="999"/>
                                          </p:stCondLst>
                                        </p:cTn>
                                        <p:tgtEl>
                                          <p:spTgt spid="44"/>
                                        </p:tgtEl>
                                        <p:attrNameLst>
                                          <p:attrName>style.visibility</p:attrName>
                                        </p:attrNameLst>
                                      </p:cBhvr>
                                      <p:to>
                                        <p:strVal val="hidden"/>
                                      </p:to>
                                    </p:set>
                                  </p:childTnLst>
                                </p:cTn>
                              </p:par>
                              <p:par>
                                <p:cTn id="193" presetID="42" presetClass="exit" presetSubtype="0" fill="hold" nodeType="withEffect">
                                  <p:stCondLst>
                                    <p:cond delay="0"/>
                                  </p:stCondLst>
                                  <p:childTnLst>
                                    <p:animEffect transition="out" filter="fade">
                                      <p:cBhvr>
                                        <p:cTn id="194" dur="1000"/>
                                        <p:tgtEl>
                                          <p:spTgt spid="46"/>
                                        </p:tgtEl>
                                      </p:cBhvr>
                                    </p:animEffect>
                                    <p:anim calcmode="lin" valueType="num">
                                      <p:cBhvr>
                                        <p:cTn id="195" dur="1000"/>
                                        <p:tgtEl>
                                          <p:spTgt spid="46"/>
                                        </p:tgtEl>
                                        <p:attrNameLst>
                                          <p:attrName>ppt_x</p:attrName>
                                        </p:attrNameLst>
                                      </p:cBhvr>
                                      <p:tavLst>
                                        <p:tav tm="0">
                                          <p:val>
                                            <p:strVal val="ppt_x"/>
                                          </p:val>
                                        </p:tav>
                                        <p:tav tm="100000">
                                          <p:val>
                                            <p:strVal val="ppt_x"/>
                                          </p:val>
                                        </p:tav>
                                      </p:tavLst>
                                    </p:anim>
                                    <p:anim calcmode="lin" valueType="num">
                                      <p:cBhvr>
                                        <p:cTn id="196" dur="1000"/>
                                        <p:tgtEl>
                                          <p:spTgt spid="46"/>
                                        </p:tgtEl>
                                        <p:attrNameLst>
                                          <p:attrName>ppt_y</p:attrName>
                                        </p:attrNameLst>
                                      </p:cBhvr>
                                      <p:tavLst>
                                        <p:tav tm="0">
                                          <p:val>
                                            <p:strVal val="ppt_y"/>
                                          </p:val>
                                        </p:tav>
                                        <p:tav tm="100000">
                                          <p:val>
                                            <p:strVal val="ppt_y+.1"/>
                                          </p:val>
                                        </p:tav>
                                      </p:tavLst>
                                    </p:anim>
                                    <p:set>
                                      <p:cBhvr>
                                        <p:cTn id="197" dur="1" fill="hold">
                                          <p:stCondLst>
                                            <p:cond delay="999"/>
                                          </p:stCondLst>
                                        </p:cTn>
                                        <p:tgtEl>
                                          <p:spTgt spid="46"/>
                                        </p:tgtEl>
                                        <p:attrNameLst>
                                          <p:attrName>style.visibility</p:attrName>
                                        </p:attrNameLst>
                                      </p:cBhvr>
                                      <p:to>
                                        <p:strVal val="hidden"/>
                                      </p:to>
                                    </p:set>
                                  </p:childTnLst>
                                </p:cTn>
                              </p:par>
                              <p:par>
                                <p:cTn id="198" presetID="42" presetClass="exit" presetSubtype="0" fill="hold" nodeType="withEffect">
                                  <p:stCondLst>
                                    <p:cond delay="0"/>
                                  </p:stCondLst>
                                  <p:childTnLst>
                                    <p:animEffect transition="out" filter="fade">
                                      <p:cBhvr>
                                        <p:cTn id="199" dur="1000"/>
                                        <p:tgtEl>
                                          <p:spTgt spid="47"/>
                                        </p:tgtEl>
                                      </p:cBhvr>
                                    </p:animEffect>
                                    <p:anim calcmode="lin" valueType="num">
                                      <p:cBhvr>
                                        <p:cTn id="200" dur="1000"/>
                                        <p:tgtEl>
                                          <p:spTgt spid="47"/>
                                        </p:tgtEl>
                                        <p:attrNameLst>
                                          <p:attrName>ppt_x</p:attrName>
                                        </p:attrNameLst>
                                      </p:cBhvr>
                                      <p:tavLst>
                                        <p:tav tm="0">
                                          <p:val>
                                            <p:strVal val="ppt_x"/>
                                          </p:val>
                                        </p:tav>
                                        <p:tav tm="100000">
                                          <p:val>
                                            <p:strVal val="ppt_x"/>
                                          </p:val>
                                        </p:tav>
                                      </p:tavLst>
                                    </p:anim>
                                    <p:anim calcmode="lin" valueType="num">
                                      <p:cBhvr>
                                        <p:cTn id="201" dur="1000"/>
                                        <p:tgtEl>
                                          <p:spTgt spid="47"/>
                                        </p:tgtEl>
                                        <p:attrNameLst>
                                          <p:attrName>ppt_y</p:attrName>
                                        </p:attrNameLst>
                                      </p:cBhvr>
                                      <p:tavLst>
                                        <p:tav tm="0">
                                          <p:val>
                                            <p:strVal val="ppt_y"/>
                                          </p:val>
                                        </p:tav>
                                        <p:tav tm="100000">
                                          <p:val>
                                            <p:strVal val="ppt_y+.1"/>
                                          </p:val>
                                        </p:tav>
                                      </p:tavLst>
                                    </p:anim>
                                    <p:set>
                                      <p:cBhvr>
                                        <p:cTn id="202" dur="1" fill="hold">
                                          <p:stCondLst>
                                            <p:cond delay="999"/>
                                          </p:stCondLst>
                                        </p:cTn>
                                        <p:tgtEl>
                                          <p:spTgt spid="47"/>
                                        </p:tgtEl>
                                        <p:attrNameLst>
                                          <p:attrName>style.visibility</p:attrName>
                                        </p:attrNameLst>
                                      </p:cBhvr>
                                      <p:to>
                                        <p:strVal val="hidden"/>
                                      </p:to>
                                    </p:set>
                                  </p:childTnLst>
                                </p:cTn>
                              </p:par>
                              <p:par>
                                <p:cTn id="203" presetID="42" presetClass="exit" presetSubtype="0" fill="hold" nodeType="withEffect">
                                  <p:stCondLst>
                                    <p:cond delay="0"/>
                                  </p:stCondLst>
                                  <p:childTnLst>
                                    <p:animEffect transition="out" filter="fade">
                                      <p:cBhvr>
                                        <p:cTn id="204" dur="1000"/>
                                        <p:tgtEl>
                                          <p:spTgt spid="31"/>
                                        </p:tgtEl>
                                      </p:cBhvr>
                                    </p:animEffect>
                                    <p:anim calcmode="lin" valueType="num">
                                      <p:cBhvr>
                                        <p:cTn id="205" dur="1000"/>
                                        <p:tgtEl>
                                          <p:spTgt spid="31"/>
                                        </p:tgtEl>
                                        <p:attrNameLst>
                                          <p:attrName>ppt_x</p:attrName>
                                        </p:attrNameLst>
                                      </p:cBhvr>
                                      <p:tavLst>
                                        <p:tav tm="0">
                                          <p:val>
                                            <p:strVal val="ppt_x"/>
                                          </p:val>
                                        </p:tav>
                                        <p:tav tm="100000">
                                          <p:val>
                                            <p:strVal val="ppt_x"/>
                                          </p:val>
                                        </p:tav>
                                      </p:tavLst>
                                    </p:anim>
                                    <p:anim calcmode="lin" valueType="num">
                                      <p:cBhvr>
                                        <p:cTn id="206" dur="1000"/>
                                        <p:tgtEl>
                                          <p:spTgt spid="31"/>
                                        </p:tgtEl>
                                        <p:attrNameLst>
                                          <p:attrName>ppt_y</p:attrName>
                                        </p:attrNameLst>
                                      </p:cBhvr>
                                      <p:tavLst>
                                        <p:tav tm="0">
                                          <p:val>
                                            <p:strVal val="ppt_y"/>
                                          </p:val>
                                        </p:tav>
                                        <p:tav tm="100000">
                                          <p:val>
                                            <p:strVal val="ppt_y+.1"/>
                                          </p:val>
                                        </p:tav>
                                      </p:tavLst>
                                    </p:anim>
                                    <p:set>
                                      <p:cBhvr>
                                        <p:cTn id="207" dur="1" fill="hold">
                                          <p:stCondLst>
                                            <p:cond delay="999"/>
                                          </p:stCondLst>
                                        </p:cTn>
                                        <p:tgtEl>
                                          <p:spTgt spid="31"/>
                                        </p:tgtEl>
                                        <p:attrNameLst>
                                          <p:attrName>style.visibility</p:attrName>
                                        </p:attrNameLst>
                                      </p:cBhvr>
                                      <p:to>
                                        <p:strVal val="hidden"/>
                                      </p:to>
                                    </p:set>
                                  </p:childTnLst>
                                </p:cTn>
                              </p:par>
                              <p:par>
                                <p:cTn id="208" presetID="42" presetClass="exit" presetSubtype="0" fill="hold" nodeType="withEffect">
                                  <p:stCondLst>
                                    <p:cond delay="0"/>
                                  </p:stCondLst>
                                  <p:childTnLst>
                                    <p:animEffect transition="out" filter="fade">
                                      <p:cBhvr>
                                        <p:cTn id="209" dur="1000"/>
                                        <p:tgtEl>
                                          <p:spTgt spid="33"/>
                                        </p:tgtEl>
                                      </p:cBhvr>
                                    </p:animEffect>
                                    <p:anim calcmode="lin" valueType="num">
                                      <p:cBhvr>
                                        <p:cTn id="210" dur="1000"/>
                                        <p:tgtEl>
                                          <p:spTgt spid="33"/>
                                        </p:tgtEl>
                                        <p:attrNameLst>
                                          <p:attrName>ppt_x</p:attrName>
                                        </p:attrNameLst>
                                      </p:cBhvr>
                                      <p:tavLst>
                                        <p:tav tm="0">
                                          <p:val>
                                            <p:strVal val="ppt_x"/>
                                          </p:val>
                                        </p:tav>
                                        <p:tav tm="100000">
                                          <p:val>
                                            <p:strVal val="ppt_x"/>
                                          </p:val>
                                        </p:tav>
                                      </p:tavLst>
                                    </p:anim>
                                    <p:anim calcmode="lin" valueType="num">
                                      <p:cBhvr>
                                        <p:cTn id="211" dur="1000"/>
                                        <p:tgtEl>
                                          <p:spTgt spid="33"/>
                                        </p:tgtEl>
                                        <p:attrNameLst>
                                          <p:attrName>ppt_y</p:attrName>
                                        </p:attrNameLst>
                                      </p:cBhvr>
                                      <p:tavLst>
                                        <p:tav tm="0">
                                          <p:val>
                                            <p:strVal val="ppt_y"/>
                                          </p:val>
                                        </p:tav>
                                        <p:tav tm="100000">
                                          <p:val>
                                            <p:strVal val="ppt_y+.1"/>
                                          </p:val>
                                        </p:tav>
                                      </p:tavLst>
                                    </p:anim>
                                    <p:set>
                                      <p:cBhvr>
                                        <p:cTn id="212" dur="1" fill="hold">
                                          <p:stCondLst>
                                            <p:cond delay="999"/>
                                          </p:stCondLst>
                                        </p:cTn>
                                        <p:tgtEl>
                                          <p:spTgt spid="33"/>
                                        </p:tgtEl>
                                        <p:attrNameLst>
                                          <p:attrName>style.visibility</p:attrName>
                                        </p:attrNameLst>
                                      </p:cBhvr>
                                      <p:to>
                                        <p:strVal val="hidden"/>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grpId="0" nodeType="clickEffect">
                                  <p:stCondLst>
                                    <p:cond delay="0"/>
                                  </p:stCondLst>
                                  <p:childTnLst>
                                    <p:set>
                                      <p:cBhvr>
                                        <p:cTn id="216" dur="1" fill="hold">
                                          <p:stCondLst>
                                            <p:cond delay="0"/>
                                          </p:stCondLst>
                                        </p:cTn>
                                        <p:tgtEl>
                                          <p:spTgt spid="26"/>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42" presetClass="exit" presetSubtype="0" fill="hold" nodeType="clickEffect">
                                  <p:stCondLst>
                                    <p:cond delay="0"/>
                                  </p:stCondLst>
                                  <p:childTnLst>
                                    <p:animEffect transition="out" filter="fade">
                                      <p:cBhvr>
                                        <p:cTn id="220" dur="1000"/>
                                        <p:tgtEl>
                                          <p:spTgt spid="97"/>
                                        </p:tgtEl>
                                      </p:cBhvr>
                                    </p:animEffect>
                                    <p:anim calcmode="lin" valueType="num">
                                      <p:cBhvr>
                                        <p:cTn id="221" dur="1000"/>
                                        <p:tgtEl>
                                          <p:spTgt spid="97"/>
                                        </p:tgtEl>
                                        <p:attrNameLst>
                                          <p:attrName>ppt_x</p:attrName>
                                        </p:attrNameLst>
                                      </p:cBhvr>
                                      <p:tavLst>
                                        <p:tav tm="0">
                                          <p:val>
                                            <p:strVal val="ppt_x"/>
                                          </p:val>
                                        </p:tav>
                                        <p:tav tm="100000">
                                          <p:val>
                                            <p:strVal val="ppt_x"/>
                                          </p:val>
                                        </p:tav>
                                      </p:tavLst>
                                    </p:anim>
                                    <p:anim calcmode="lin" valueType="num">
                                      <p:cBhvr>
                                        <p:cTn id="222" dur="1000"/>
                                        <p:tgtEl>
                                          <p:spTgt spid="97"/>
                                        </p:tgtEl>
                                        <p:attrNameLst>
                                          <p:attrName>ppt_y</p:attrName>
                                        </p:attrNameLst>
                                      </p:cBhvr>
                                      <p:tavLst>
                                        <p:tav tm="0">
                                          <p:val>
                                            <p:strVal val="ppt_y"/>
                                          </p:val>
                                        </p:tav>
                                        <p:tav tm="100000">
                                          <p:val>
                                            <p:strVal val="ppt_y+.1"/>
                                          </p:val>
                                        </p:tav>
                                      </p:tavLst>
                                    </p:anim>
                                    <p:set>
                                      <p:cBhvr>
                                        <p:cTn id="223" dur="1" fill="hold">
                                          <p:stCondLst>
                                            <p:cond delay="999"/>
                                          </p:stCondLst>
                                        </p:cTn>
                                        <p:tgtEl>
                                          <p:spTgt spid="97"/>
                                        </p:tgtEl>
                                        <p:attrNameLst>
                                          <p:attrName>style.visibility</p:attrName>
                                        </p:attrNameLst>
                                      </p:cBhvr>
                                      <p:to>
                                        <p:strVal val="hidden"/>
                                      </p:to>
                                    </p:set>
                                  </p:childTnLst>
                                </p:cTn>
                              </p:par>
                              <p:par>
                                <p:cTn id="224" presetID="42" presetClass="exit" presetSubtype="0" fill="hold" nodeType="withEffect">
                                  <p:stCondLst>
                                    <p:cond delay="0"/>
                                  </p:stCondLst>
                                  <p:childTnLst>
                                    <p:animEffect transition="out" filter="fade">
                                      <p:cBhvr>
                                        <p:cTn id="225" dur="1000"/>
                                        <p:tgtEl>
                                          <p:spTgt spid="98"/>
                                        </p:tgtEl>
                                      </p:cBhvr>
                                    </p:animEffect>
                                    <p:anim calcmode="lin" valueType="num">
                                      <p:cBhvr>
                                        <p:cTn id="226" dur="1000"/>
                                        <p:tgtEl>
                                          <p:spTgt spid="98"/>
                                        </p:tgtEl>
                                        <p:attrNameLst>
                                          <p:attrName>ppt_x</p:attrName>
                                        </p:attrNameLst>
                                      </p:cBhvr>
                                      <p:tavLst>
                                        <p:tav tm="0">
                                          <p:val>
                                            <p:strVal val="ppt_x"/>
                                          </p:val>
                                        </p:tav>
                                        <p:tav tm="100000">
                                          <p:val>
                                            <p:strVal val="ppt_x"/>
                                          </p:val>
                                        </p:tav>
                                      </p:tavLst>
                                    </p:anim>
                                    <p:anim calcmode="lin" valueType="num">
                                      <p:cBhvr>
                                        <p:cTn id="227" dur="1000"/>
                                        <p:tgtEl>
                                          <p:spTgt spid="98"/>
                                        </p:tgtEl>
                                        <p:attrNameLst>
                                          <p:attrName>ppt_y</p:attrName>
                                        </p:attrNameLst>
                                      </p:cBhvr>
                                      <p:tavLst>
                                        <p:tav tm="0">
                                          <p:val>
                                            <p:strVal val="ppt_y"/>
                                          </p:val>
                                        </p:tav>
                                        <p:tav tm="100000">
                                          <p:val>
                                            <p:strVal val="ppt_y+.1"/>
                                          </p:val>
                                        </p:tav>
                                      </p:tavLst>
                                    </p:anim>
                                    <p:set>
                                      <p:cBhvr>
                                        <p:cTn id="228" dur="1" fill="hold">
                                          <p:stCondLst>
                                            <p:cond delay="999"/>
                                          </p:stCondLst>
                                        </p:cTn>
                                        <p:tgtEl>
                                          <p:spTgt spid="98"/>
                                        </p:tgtEl>
                                        <p:attrNameLst>
                                          <p:attrName>style.visibility</p:attrName>
                                        </p:attrNameLst>
                                      </p:cBhvr>
                                      <p:to>
                                        <p:strVal val="hidden"/>
                                      </p:to>
                                    </p:set>
                                  </p:childTnLst>
                                </p:cTn>
                              </p:par>
                              <p:par>
                                <p:cTn id="229" presetID="42" presetClass="exit" presetSubtype="0" fill="hold" nodeType="withEffect">
                                  <p:stCondLst>
                                    <p:cond delay="0"/>
                                  </p:stCondLst>
                                  <p:childTnLst>
                                    <p:animEffect transition="out" filter="fade">
                                      <p:cBhvr>
                                        <p:cTn id="230" dur="1000"/>
                                        <p:tgtEl>
                                          <p:spTgt spid="104"/>
                                        </p:tgtEl>
                                      </p:cBhvr>
                                    </p:animEffect>
                                    <p:anim calcmode="lin" valueType="num">
                                      <p:cBhvr>
                                        <p:cTn id="231" dur="1000"/>
                                        <p:tgtEl>
                                          <p:spTgt spid="104"/>
                                        </p:tgtEl>
                                        <p:attrNameLst>
                                          <p:attrName>ppt_x</p:attrName>
                                        </p:attrNameLst>
                                      </p:cBhvr>
                                      <p:tavLst>
                                        <p:tav tm="0">
                                          <p:val>
                                            <p:strVal val="ppt_x"/>
                                          </p:val>
                                        </p:tav>
                                        <p:tav tm="100000">
                                          <p:val>
                                            <p:strVal val="ppt_x"/>
                                          </p:val>
                                        </p:tav>
                                      </p:tavLst>
                                    </p:anim>
                                    <p:anim calcmode="lin" valueType="num">
                                      <p:cBhvr>
                                        <p:cTn id="232" dur="1000"/>
                                        <p:tgtEl>
                                          <p:spTgt spid="104"/>
                                        </p:tgtEl>
                                        <p:attrNameLst>
                                          <p:attrName>ppt_y</p:attrName>
                                        </p:attrNameLst>
                                      </p:cBhvr>
                                      <p:tavLst>
                                        <p:tav tm="0">
                                          <p:val>
                                            <p:strVal val="ppt_y"/>
                                          </p:val>
                                        </p:tav>
                                        <p:tav tm="100000">
                                          <p:val>
                                            <p:strVal val="ppt_y+.1"/>
                                          </p:val>
                                        </p:tav>
                                      </p:tavLst>
                                    </p:anim>
                                    <p:set>
                                      <p:cBhvr>
                                        <p:cTn id="233" dur="1" fill="hold">
                                          <p:stCondLst>
                                            <p:cond delay="999"/>
                                          </p:stCondLst>
                                        </p:cTn>
                                        <p:tgtEl>
                                          <p:spTgt spid="104"/>
                                        </p:tgtEl>
                                        <p:attrNameLst>
                                          <p:attrName>style.visibility</p:attrName>
                                        </p:attrNameLst>
                                      </p:cBhvr>
                                      <p:to>
                                        <p:strVal val="hidden"/>
                                      </p:to>
                                    </p:set>
                                  </p:childTnLst>
                                </p:cTn>
                              </p:par>
                              <p:par>
                                <p:cTn id="234" presetID="42" presetClass="exit" presetSubtype="0" fill="hold" nodeType="withEffect">
                                  <p:stCondLst>
                                    <p:cond delay="0"/>
                                  </p:stCondLst>
                                  <p:childTnLst>
                                    <p:animEffect transition="out" filter="fade">
                                      <p:cBhvr>
                                        <p:cTn id="235" dur="1000"/>
                                        <p:tgtEl>
                                          <p:spTgt spid="105"/>
                                        </p:tgtEl>
                                      </p:cBhvr>
                                    </p:animEffect>
                                    <p:anim calcmode="lin" valueType="num">
                                      <p:cBhvr>
                                        <p:cTn id="236" dur="1000"/>
                                        <p:tgtEl>
                                          <p:spTgt spid="105"/>
                                        </p:tgtEl>
                                        <p:attrNameLst>
                                          <p:attrName>ppt_x</p:attrName>
                                        </p:attrNameLst>
                                      </p:cBhvr>
                                      <p:tavLst>
                                        <p:tav tm="0">
                                          <p:val>
                                            <p:strVal val="ppt_x"/>
                                          </p:val>
                                        </p:tav>
                                        <p:tav tm="100000">
                                          <p:val>
                                            <p:strVal val="ppt_x"/>
                                          </p:val>
                                        </p:tav>
                                      </p:tavLst>
                                    </p:anim>
                                    <p:anim calcmode="lin" valueType="num">
                                      <p:cBhvr>
                                        <p:cTn id="237" dur="1000"/>
                                        <p:tgtEl>
                                          <p:spTgt spid="105"/>
                                        </p:tgtEl>
                                        <p:attrNameLst>
                                          <p:attrName>ppt_y</p:attrName>
                                        </p:attrNameLst>
                                      </p:cBhvr>
                                      <p:tavLst>
                                        <p:tav tm="0">
                                          <p:val>
                                            <p:strVal val="ppt_y"/>
                                          </p:val>
                                        </p:tav>
                                        <p:tav tm="100000">
                                          <p:val>
                                            <p:strVal val="ppt_y+.1"/>
                                          </p:val>
                                        </p:tav>
                                      </p:tavLst>
                                    </p:anim>
                                    <p:set>
                                      <p:cBhvr>
                                        <p:cTn id="238" dur="1" fill="hold">
                                          <p:stCondLst>
                                            <p:cond delay="999"/>
                                          </p:stCondLst>
                                        </p:cTn>
                                        <p:tgtEl>
                                          <p:spTgt spid="105"/>
                                        </p:tgtEl>
                                        <p:attrNameLst>
                                          <p:attrName>style.visibility</p:attrName>
                                        </p:attrNameLst>
                                      </p:cBhvr>
                                      <p:to>
                                        <p:strVal val="hidden"/>
                                      </p:to>
                                    </p:set>
                                  </p:childTnLst>
                                </p:cTn>
                              </p:par>
                              <p:par>
                                <p:cTn id="239" presetID="42" presetClass="exit" presetSubtype="0" fill="hold" nodeType="withEffect">
                                  <p:stCondLst>
                                    <p:cond delay="0"/>
                                  </p:stCondLst>
                                  <p:childTnLst>
                                    <p:animEffect transition="out" filter="fade">
                                      <p:cBhvr>
                                        <p:cTn id="240" dur="1000"/>
                                        <p:tgtEl>
                                          <p:spTgt spid="106"/>
                                        </p:tgtEl>
                                      </p:cBhvr>
                                    </p:animEffect>
                                    <p:anim calcmode="lin" valueType="num">
                                      <p:cBhvr>
                                        <p:cTn id="241" dur="1000"/>
                                        <p:tgtEl>
                                          <p:spTgt spid="106"/>
                                        </p:tgtEl>
                                        <p:attrNameLst>
                                          <p:attrName>ppt_x</p:attrName>
                                        </p:attrNameLst>
                                      </p:cBhvr>
                                      <p:tavLst>
                                        <p:tav tm="0">
                                          <p:val>
                                            <p:strVal val="ppt_x"/>
                                          </p:val>
                                        </p:tav>
                                        <p:tav tm="100000">
                                          <p:val>
                                            <p:strVal val="ppt_x"/>
                                          </p:val>
                                        </p:tav>
                                      </p:tavLst>
                                    </p:anim>
                                    <p:anim calcmode="lin" valueType="num">
                                      <p:cBhvr>
                                        <p:cTn id="242" dur="1000"/>
                                        <p:tgtEl>
                                          <p:spTgt spid="106"/>
                                        </p:tgtEl>
                                        <p:attrNameLst>
                                          <p:attrName>ppt_y</p:attrName>
                                        </p:attrNameLst>
                                      </p:cBhvr>
                                      <p:tavLst>
                                        <p:tav tm="0">
                                          <p:val>
                                            <p:strVal val="ppt_y"/>
                                          </p:val>
                                        </p:tav>
                                        <p:tav tm="100000">
                                          <p:val>
                                            <p:strVal val="ppt_y+.1"/>
                                          </p:val>
                                        </p:tav>
                                      </p:tavLst>
                                    </p:anim>
                                    <p:set>
                                      <p:cBhvr>
                                        <p:cTn id="243" dur="1" fill="hold">
                                          <p:stCondLst>
                                            <p:cond delay="999"/>
                                          </p:stCondLst>
                                        </p:cTn>
                                        <p:tgtEl>
                                          <p:spTgt spid="106"/>
                                        </p:tgtEl>
                                        <p:attrNameLst>
                                          <p:attrName>style.visibility</p:attrName>
                                        </p:attrNameLst>
                                      </p:cBhvr>
                                      <p:to>
                                        <p:strVal val="hidden"/>
                                      </p:to>
                                    </p:set>
                                  </p:childTnLst>
                                </p:cTn>
                              </p:par>
                              <p:par>
                                <p:cTn id="244" presetID="42" presetClass="exit" presetSubtype="0" fill="hold" nodeType="withEffect">
                                  <p:stCondLst>
                                    <p:cond delay="0"/>
                                  </p:stCondLst>
                                  <p:childTnLst>
                                    <p:animEffect transition="out" filter="fade">
                                      <p:cBhvr>
                                        <p:cTn id="245" dur="1000"/>
                                        <p:tgtEl>
                                          <p:spTgt spid="107"/>
                                        </p:tgtEl>
                                      </p:cBhvr>
                                    </p:animEffect>
                                    <p:anim calcmode="lin" valueType="num">
                                      <p:cBhvr>
                                        <p:cTn id="246" dur="1000"/>
                                        <p:tgtEl>
                                          <p:spTgt spid="107"/>
                                        </p:tgtEl>
                                        <p:attrNameLst>
                                          <p:attrName>ppt_x</p:attrName>
                                        </p:attrNameLst>
                                      </p:cBhvr>
                                      <p:tavLst>
                                        <p:tav tm="0">
                                          <p:val>
                                            <p:strVal val="ppt_x"/>
                                          </p:val>
                                        </p:tav>
                                        <p:tav tm="100000">
                                          <p:val>
                                            <p:strVal val="ppt_x"/>
                                          </p:val>
                                        </p:tav>
                                      </p:tavLst>
                                    </p:anim>
                                    <p:anim calcmode="lin" valueType="num">
                                      <p:cBhvr>
                                        <p:cTn id="247" dur="1000"/>
                                        <p:tgtEl>
                                          <p:spTgt spid="107"/>
                                        </p:tgtEl>
                                        <p:attrNameLst>
                                          <p:attrName>ppt_y</p:attrName>
                                        </p:attrNameLst>
                                      </p:cBhvr>
                                      <p:tavLst>
                                        <p:tav tm="0">
                                          <p:val>
                                            <p:strVal val="ppt_y"/>
                                          </p:val>
                                        </p:tav>
                                        <p:tav tm="100000">
                                          <p:val>
                                            <p:strVal val="ppt_y+.1"/>
                                          </p:val>
                                        </p:tav>
                                      </p:tavLst>
                                    </p:anim>
                                    <p:set>
                                      <p:cBhvr>
                                        <p:cTn id="248" dur="1" fill="hold">
                                          <p:stCondLst>
                                            <p:cond delay="999"/>
                                          </p:stCondLst>
                                        </p:cTn>
                                        <p:tgtEl>
                                          <p:spTgt spid="107"/>
                                        </p:tgtEl>
                                        <p:attrNameLst>
                                          <p:attrName>style.visibility</p:attrName>
                                        </p:attrNameLst>
                                      </p:cBhvr>
                                      <p:to>
                                        <p:strVal val="hidden"/>
                                      </p:to>
                                    </p:set>
                                  </p:childTnLst>
                                </p:cTn>
                              </p:par>
                              <p:par>
                                <p:cTn id="249" presetID="42" presetClass="exit" presetSubtype="0" fill="hold" nodeType="withEffect">
                                  <p:stCondLst>
                                    <p:cond delay="0"/>
                                  </p:stCondLst>
                                  <p:childTnLst>
                                    <p:animEffect transition="out" filter="fade">
                                      <p:cBhvr>
                                        <p:cTn id="250" dur="1000"/>
                                        <p:tgtEl>
                                          <p:spTgt spid="108"/>
                                        </p:tgtEl>
                                      </p:cBhvr>
                                    </p:animEffect>
                                    <p:anim calcmode="lin" valueType="num">
                                      <p:cBhvr>
                                        <p:cTn id="251" dur="1000"/>
                                        <p:tgtEl>
                                          <p:spTgt spid="108"/>
                                        </p:tgtEl>
                                        <p:attrNameLst>
                                          <p:attrName>ppt_x</p:attrName>
                                        </p:attrNameLst>
                                      </p:cBhvr>
                                      <p:tavLst>
                                        <p:tav tm="0">
                                          <p:val>
                                            <p:strVal val="ppt_x"/>
                                          </p:val>
                                        </p:tav>
                                        <p:tav tm="100000">
                                          <p:val>
                                            <p:strVal val="ppt_x"/>
                                          </p:val>
                                        </p:tav>
                                      </p:tavLst>
                                    </p:anim>
                                    <p:anim calcmode="lin" valueType="num">
                                      <p:cBhvr>
                                        <p:cTn id="252" dur="1000"/>
                                        <p:tgtEl>
                                          <p:spTgt spid="108"/>
                                        </p:tgtEl>
                                        <p:attrNameLst>
                                          <p:attrName>ppt_y</p:attrName>
                                        </p:attrNameLst>
                                      </p:cBhvr>
                                      <p:tavLst>
                                        <p:tav tm="0">
                                          <p:val>
                                            <p:strVal val="ppt_y"/>
                                          </p:val>
                                        </p:tav>
                                        <p:tav tm="100000">
                                          <p:val>
                                            <p:strVal val="ppt_y+.1"/>
                                          </p:val>
                                        </p:tav>
                                      </p:tavLst>
                                    </p:anim>
                                    <p:set>
                                      <p:cBhvr>
                                        <p:cTn id="253" dur="1" fill="hold">
                                          <p:stCondLst>
                                            <p:cond delay="999"/>
                                          </p:stCondLst>
                                        </p:cTn>
                                        <p:tgtEl>
                                          <p:spTgt spid="108"/>
                                        </p:tgtEl>
                                        <p:attrNameLst>
                                          <p:attrName>style.visibility</p:attrName>
                                        </p:attrNameLst>
                                      </p:cBhvr>
                                      <p:to>
                                        <p:strVal val="hidden"/>
                                      </p:to>
                                    </p:set>
                                  </p:childTnLst>
                                </p:cTn>
                              </p:par>
                              <p:par>
                                <p:cTn id="254" presetID="42" presetClass="exit" presetSubtype="0" fill="hold" nodeType="withEffect">
                                  <p:stCondLst>
                                    <p:cond delay="0"/>
                                  </p:stCondLst>
                                  <p:childTnLst>
                                    <p:animEffect transition="out" filter="fade">
                                      <p:cBhvr>
                                        <p:cTn id="255" dur="1000"/>
                                        <p:tgtEl>
                                          <p:spTgt spid="111"/>
                                        </p:tgtEl>
                                      </p:cBhvr>
                                    </p:animEffect>
                                    <p:anim calcmode="lin" valueType="num">
                                      <p:cBhvr>
                                        <p:cTn id="256" dur="1000"/>
                                        <p:tgtEl>
                                          <p:spTgt spid="111"/>
                                        </p:tgtEl>
                                        <p:attrNameLst>
                                          <p:attrName>ppt_x</p:attrName>
                                        </p:attrNameLst>
                                      </p:cBhvr>
                                      <p:tavLst>
                                        <p:tav tm="0">
                                          <p:val>
                                            <p:strVal val="ppt_x"/>
                                          </p:val>
                                        </p:tav>
                                        <p:tav tm="100000">
                                          <p:val>
                                            <p:strVal val="ppt_x"/>
                                          </p:val>
                                        </p:tav>
                                      </p:tavLst>
                                    </p:anim>
                                    <p:anim calcmode="lin" valueType="num">
                                      <p:cBhvr>
                                        <p:cTn id="257" dur="1000"/>
                                        <p:tgtEl>
                                          <p:spTgt spid="111"/>
                                        </p:tgtEl>
                                        <p:attrNameLst>
                                          <p:attrName>ppt_y</p:attrName>
                                        </p:attrNameLst>
                                      </p:cBhvr>
                                      <p:tavLst>
                                        <p:tav tm="0">
                                          <p:val>
                                            <p:strVal val="ppt_y"/>
                                          </p:val>
                                        </p:tav>
                                        <p:tav tm="100000">
                                          <p:val>
                                            <p:strVal val="ppt_y+.1"/>
                                          </p:val>
                                        </p:tav>
                                      </p:tavLst>
                                    </p:anim>
                                    <p:set>
                                      <p:cBhvr>
                                        <p:cTn id="258" dur="1" fill="hold">
                                          <p:stCondLst>
                                            <p:cond delay="999"/>
                                          </p:stCondLst>
                                        </p:cTn>
                                        <p:tgtEl>
                                          <p:spTgt spid="111"/>
                                        </p:tgtEl>
                                        <p:attrNameLst>
                                          <p:attrName>style.visibility</p:attrName>
                                        </p:attrNameLst>
                                      </p:cBhvr>
                                      <p:to>
                                        <p:strVal val="hidden"/>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8" grpId="0" animBg="1"/>
      <p:bldP spid="29" grpId="0" animBg="1"/>
      <p:bldP spid="30" grpId="0" animBg="1"/>
      <p:bldP spid="37" grpId="0" animBg="1"/>
      <p:bldP spid="38" grpId="0" animBg="1"/>
      <p:bldP spid="39" grpId="0" animBg="1"/>
      <p:bldP spid="40" grpId="0" animBg="1"/>
      <p:bldP spid="56" grpId="0"/>
      <p:bldP spid="57" grpId="0" animBg="1"/>
      <p:bldP spid="58" grpId="0" animBg="1"/>
      <p:bldP spid="59" grpId="0" animBg="1"/>
      <p:bldP spid="60" grpId="0" animBg="1"/>
      <p:bldP spid="66" grpId="0" animBg="1"/>
      <p:bldP spid="71" grpId="0" animBg="1"/>
      <p:bldP spid="72" grpId="0" animBg="1"/>
      <p:bldP spid="73" grpId="0" animBg="1"/>
      <p:bldP spid="90" grpId="0"/>
      <p:bldP spid="91" grpId="0" animBg="1"/>
      <p:bldP spid="92" grpId="0" animBg="1"/>
      <p:bldP spid="93" grpId="0" animBg="1"/>
      <p:bldP spid="94" grpId="0" animBg="1"/>
      <p:bldP spid="99" grpId="0" animBg="1"/>
      <p:bldP spid="100" grpId="0" animBg="1"/>
      <p:bldP spid="102" grpId="0" animBg="1"/>
      <p:bldP spid="103"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3(Cont.)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Give nine perfect matchings of the following graph.</a:t>
            </a:r>
          </a:p>
          <a:p>
            <a:endParaRPr lang="en-US" sz="2800" dirty="0">
              <a:solidFill>
                <a:schemeClr val="bg1"/>
              </a:solidFill>
            </a:endParaRPr>
          </a:p>
        </p:txBody>
      </p:sp>
      <p:sp>
        <p:nvSpPr>
          <p:cNvPr id="27" name="Oval 26">
            <a:extLst>
              <a:ext uri="{FF2B5EF4-FFF2-40B4-BE49-F238E27FC236}">
                <a16:creationId xmlns:a16="http://schemas.microsoft.com/office/drawing/2014/main" id="{BDD11F87-DA81-9510-C1CB-0AF4093562CB}"/>
              </a:ext>
            </a:extLst>
          </p:cNvPr>
          <p:cNvSpPr/>
          <p:nvPr/>
        </p:nvSpPr>
        <p:spPr>
          <a:xfrm rot="5400000">
            <a:off x="6972914" y="449780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8" name="Oval 27">
            <a:extLst>
              <a:ext uri="{FF2B5EF4-FFF2-40B4-BE49-F238E27FC236}">
                <a16:creationId xmlns:a16="http://schemas.microsoft.com/office/drawing/2014/main" id="{BDD11F87-DA81-9510-C1CB-0AF4093562CB}"/>
              </a:ext>
            </a:extLst>
          </p:cNvPr>
          <p:cNvSpPr/>
          <p:nvPr/>
        </p:nvSpPr>
        <p:spPr>
          <a:xfrm rot="5400000">
            <a:off x="5532770" y="44973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6972914"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5532770"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1" name="Straight Connector 30">
            <a:extLst>
              <a:ext uri="{FF2B5EF4-FFF2-40B4-BE49-F238E27FC236}">
                <a16:creationId xmlns:a16="http://schemas.microsoft.com/office/drawing/2014/main" id="{6205DD86-315C-53B6-CEEF-A9919650168E}"/>
              </a:ext>
            </a:extLst>
          </p:cNvPr>
          <p:cNvCxnSpPr>
            <a:cxnSpLocks/>
            <a:endCxn id="27" idx="2"/>
          </p:cNvCxnSpPr>
          <p:nvPr/>
        </p:nvCxnSpPr>
        <p:spPr>
          <a:xfrm>
            <a:off x="7043477" y="3209360"/>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6205DD86-315C-53B6-CEEF-A9919650168E}"/>
              </a:ext>
            </a:extLst>
          </p:cNvPr>
          <p:cNvCxnSpPr>
            <a:cxnSpLocks/>
            <a:stCxn id="30" idx="6"/>
            <a:endCxn id="28" idx="2"/>
          </p:cNvCxnSpPr>
          <p:nvPr/>
        </p:nvCxnSpPr>
        <p:spPr>
          <a:xfrm>
            <a:off x="5603333" y="3213675"/>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29" idx="4"/>
            <a:endCxn id="30" idx="0"/>
          </p:cNvCxnSpPr>
          <p:nvPr/>
        </p:nvCxnSpPr>
        <p:spPr>
          <a:xfrm flipH="1">
            <a:off x="5675333" y="3143112"/>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27" idx="4"/>
            <a:endCxn id="28" idx="0"/>
          </p:cNvCxnSpPr>
          <p:nvPr/>
        </p:nvCxnSpPr>
        <p:spPr>
          <a:xfrm flipH="1" flipV="1">
            <a:off x="5675333" y="4569355"/>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7" name="Oval 36">
            <a:extLst>
              <a:ext uri="{FF2B5EF4-FFF2-40B4-BE49-F238E27FC236}">
                <a16:creationId xmlns:a16="http://schemas.microsoft.com/office/drawing/2014/main" id="{BDD11F87-DA81-9510-C1CB-0AF4093562CB}"/>
              </a:ext>
            </a:extLst>
          </p:cNvPr>
          <p:cNvSpPr/>
          <p:nvPr/>
        </p:nvSpPr>
        <p:spPr>
          <a:xfrm rot="5400000">
            <a:off x="4812674" y="522414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7692994" y="522915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7692994"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4812674"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39" idx="5"/>
            <a:endCxn id="29" idx="1"/>
          </p:cNvCxnSpPr>
          <p:nvPr/>
        </p:nvCxnSpPr>
        <p:spPr>
          <a:xfrm flipH="1">
            <a:off x="7094389" y="2465723"/>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40" idx="7"/>
            <a:endCxn id="30" idx="3"/>
          </p:cNvCxnSpPr>
          <p:nvPr/>
        </p:nvCxnSpPr>
        <p:spPr>
          <a:xfrm>
            <a:off x="4934149" y="2465723"/>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28" idx="5"/>
            <a:endCxn id="37" idx="1"/>
          </p:cNvCxnSpPr>
          <p:nvPr/>
        </p:nvCxnSpPr>
        <p:spPr>
          <a:xfrm flipH="1">
            <a:off x="4934149" y="4619251"/>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27" idx="7"/>
            <a:endCxn id="38" idx="3"/>
          </p:cNvCxnSpPr>
          <p:nvPr/>
        </p:nvCxnSpPr>
        <p:spPr>
          <a:xfrm>
            <a:off x="7094389" y="4619698"/>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39" idx="4"/>
            <a:endCxn id="40" idx="0"/>
          </p:cNvCxnSpPr>
          <p:nvPr/>
        </p:nvCxnSpPr>
        <p:spPr>
          <a:xfrm flipH="1">
            <a:off x="4955237" y="2415827"/>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a:extLst>
              <a:ext uri="{FF2B5EF4-FFF2-40B4-BE49-F238E27FC236}">
                <a16:creationId xmlns:a16="http://schemas.microsoft.com/office/drawing/2014/main" id="{6205DD86-315C-53B6-CEEF-A9919650168E}"/>
              </a:ext>
            </a:extLst>
          </p:cNvPr>
          <p:cNvCxnSpPr>
            <a:cxnSpLocks/>
            <a:stCxn id="39" idx="6"/>
            <a:endCxn id="38" idx="2"/>
          </p:cNvCxnSpPr>
          <p:nvPr/>
        </p:nvCxnSpPr>
        <p:spPr>
          <a:xfrm>
            <a:off x="7763557" y="2486390"/>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6205DD86-315C-53B6-CEEF-A9919650168E}"/>
              </a:ext>
            </a:extLst>
          </p:cNvPr>
          <p:cNvCxnSpPr>
            <a:cxnSpLocks/>
            <a:stCxn id="40" idx="6"/>
            <a:endCxn id="37" idx="2"/>
          </p:cNvCxnSpPr>
          <p:nvPr/>
        </p:nvCxnSpPr>
        <p:spPr>
          <a:xfrm>
            <a:off x="4883237" y="2486390"/>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38" idx="4"/>
            <a:endCxn id="37" idx="0"/>
          </p:cNvCxnSpPr>
          <p:nvPr/>
        </p:nvCxnSpPr>
        <p:spPr>
          <a:xfrm flipH="1" flipV="1">
            <a:off x="4955237" y="5296147"/>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7" name="Oval 56">
            <a:extLst>
              <a:ext uri="{FF2B5EF4-FFF2-40B4-BE49-F238E27FC236}">
                <a16:creationId xmlns:a16="http://schemas.microsoft.com/office/drawing/2014/main" id="{BDD11F87-DA81-9510-C1CB-0AF4093562CB}"/>
              </a:ext>
            </a:extLst>
          </p:cNvPr>
          <p:cNvSpPr/>
          <p:nvPr/>
        </p:nvSpPr>
        <p:spPr>
          <a:xfrm rot="5400000">
            <a:off x="2796449" y="450211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8" name="Oval 57">
            <a:extLst>
              <a:ext uri="{FF2B5EF4-FFF2-40B4-BE49-F238E27FC236}">
                <a16:creationId xmlns:a16="http://schemas.microsoft.com/office/drawing/2014/main" id="{BDD11F87-DA81-9510-C1CB-0AF4093562CB}"/>
              </a:ext>
            </a:extLst>
          </p:cNvPr>
          <p:cNvSpPr/>
          <p:nvPr/>
        </p:nvSpPr>
        <p:spPr>
          <a:xfrm rot="5400000">
            <a:off x="1356305" y="450167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9" name="Oval 58">
            <a:extLst>
              <a:ext uri="{FF2B5EF4-FFF2-40B4-BE49-F238E27FC236}">
                <a16:creationId xmlns:a16="http://schemas.microsoft.com/office/drawing/2014/main" id="{BDD11F87-DA81-9510-C1CB-0AF4093562CB}"/>
              </a:ext>
            </a:extLst>
          </p:cNvPr>
          <p:cNvSpPr/>
          <p:nvPr/>
        </p:nvSpPr>
        <p:spPr>
          <a:xfrm rot="5400000">
            <a:off x="2796449" y="30754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0" name="Oval 59">
            <a:extLst>
              <a:ext uri="{FF2B5EF4-FFF2-40B4-BE49-F238E27FC236}">
                <a16:creationId xmlns:a16="http://schemas.microsoft.com/office/drawing/2014/main" id="{BDD11F87-DA81-9510-C1CB-0AF4093562CB}"/>
              </a:ext>
            </a:extLst>
          </p:cNvPr>
          <p:cNvSpPr/>
          <p:nvPr/>
        </p:nvSpPr>
        <p:spPr>
          <a:xfrm rot="5400000">
            <a:off x="1356305" y="30754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2" name="Straight Connector 61">
            <a:extLst>
              <a:ext uri="{FF2B5EF4-FFF2-40B4-BE49-F238E27FC236}">
                <a16:creationId xmlns:a16="http://schemas.microsoft.com/office/drawing/2014/main" id="{6205DD86-315C-53B6-CEEF-A9919650168E}"/>
              </a:ext>
            </a:extLst>
          </p:cNvPr>
          <p:cNvCxnSpPr>
            <a:cxnSpLocks/>
            <a:endCxn id="57" idx="2"/>
          </p:cNvCxnSpPr>
          <p:nvPr/>
        </p:nvCxnSpPr>
        <p:spPr>
          <a:xfrm>
            <a:off x="2867012" y="3213675"/>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6205DD86-315C-53B6-CEEF-A9919650168E}"/>
              </a:ext>
            </a:extLst>
          </p:cNvPr>
          <p:cNvCxnSpPr>
            <a:cxnSpLocks/>
            <a:stCxn id="60" idx="6"/>
            <a:endCxn id="58" idx="2"/>
          </p:cNvCxnSpPr>
          <p:nvPr/>
        </p:nvCxnSpPr>
        <p:spPr>
          <a:xfrm>
            <a:off x="1426868" y="3217990"/>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59" idx="4"/>
            <a:endCxn id="60" idx="0"/>
          </p:cNvCxnSpPr>
          <p:nvPr/>
        </p:nvCxnSpPr>
        <p:spPr>
          <a:xfrm flipH="1">
            <a:off x="1498868" y="3147427"/>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57" idx="4"/>
            <a:endCxn id="58" idx="0"/>
          </p:cNvCxnSpPr>
          <p:nvPr/>
        </p:nvCxnSpPr>
        <p:spPr>
          <a:xfrm flipH="1" flipV="1">
            <a:off x="1498868" y="4573670"/>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6" name="Oval 65">
            <a:extLst>
              <a:ext uri="{FF2B5EF4-FFF2-40B4-BE49-F238E27FC236}">
                <a16:creationId xmlns:a16="http://schemas.microsoft.com/office/drawing/2014/main" id="{BDD11F87-DA81-9510-C1CB-0AF4093562CB}"/>
              </a:ext>
            </a:extLst>
          </p:cNvPr>
          <p:cNvSpPr/>
          <p:nvPr/>
        </p:nvSpPr>
        <p:spPr>
          <a:xfrm rot="5400000">
            <a:off x="636209" y="522846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1" name="Oval 70">
            <a:extLst>
              <a:ext uri="{FF2B5EF4-FFF2-40B4-BE49-F238E27FC236}">
                <a16:creationId xmlns:a16="http://schemas.microsoft.com/office/drawing/2014/main" id="{BDD11F87-DA81-9510-C1CB-0AF4093562CB}"/>
              </a:ext>
            </a:extLst>
          </p:cNvPr>
          <p:cNvSpPr/>
          <p:nvPr/>
        </p:nvSpPr>
        <p:spPr>
          <a:xfrm rot="5400000">
            <a:off x="3516529" y="523347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2" name="Oval 71">
            <a:extLst>
              <a:ext uri="{FF2B5EF4-FFF2-40B4-BE49-F238E27FC236}">
                <a16:creationId xmlns:a16="http://schemas.microsoft.com/office/drawing/2014/main" id="{BDD11F87-DA81-9510-C1CB-0AF4093562CB}"/>
              </a:ext>
            </a:extLst>
          </p:cNvPr>
          <p:cNvSpPr/>
          <p:nvPr/>
        </p:nvSpPr>
        <p:spPr>
          <a:xfrm rot="5400000">
            <a:off x="3516529" y="234814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3" name="Oval 72">
            <a:extLst>
              <a:ext uri="{FF2B5EF4-FFF2-40B4-BE49-F238E27FC236}">
                <a16:creationId xmlns:a16="http://schemas.microsoft.com/office/drawing/2014/main" id="{BDD11F87-DA81-9510-C1CB-0AF4093562CB}"/>
              </a:ext>
            </a:extLst>
          </p:cNvPr>
          <p:cNvSpPr/>
          <p:nvPr/>
        </p:nvSpPr>
        <p:spPr>
          <a:xfrm rot="5400000">
            <a:off x="636209" y="234814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4" name="Straight Connector 73">
            <a:extLst>
              <a:ext uri="{FF2B5EF4-FFF2-40B4-BE49-F238E27FC236}">
                <a16:creationId xmlns:a16="http://schemas.microsoft.com/office/drawing/2014/main" id="{6205DD86-315C-53B6-CEEF-A9919650168E}"/>
              </a:ext>
            </a:extLst>
          </p:cNvPr>
          <p:cNvCxnSpPr>
            <a:cxnSpLocks/>
            <a:stCxn id="72" idx="5"/>
            <a:endCxn id="59" idx="1"/>
          </p:cNvCxnSpPr>
          <p:nvPr/>
        </p:nvCxnSpPr>
        <p:spPr>
          <a:xfrm flipH="1">
            <a:off x="2917924" y="2470038"/>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a:extLst>
              <a:ext uri="{FF2B5EF4-FFF2-40B4-BE49-F238E27FC236}">
                <a16:creationId xmlns:a16="http://schemas.microsoft.com/office/drawing/2014/main" id="{6205DD86-315C-53B6-CEEF-A9919650168E}"/>
              </a:ext>
            </a:extLst>
          </p:cNvPr>
          <p:cNvCxnSpPr>
            <a:cxnSpLocks/>
            <a:stCxn id="73" idx="7"/>
            <a:endCxn id="60" idx="3"/>
          </p:cNvCxnSpPr>
          <p:nvPr/>
        </p:nvCxnSpPr>
        <p:spPr>
          <a:xfrm>
            <a:off x="757684" y="2470038"/>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58" idx="5"/>
            <a:endCxn id="66" idx="1"/>
          </p:cNvCxnSpPr>
          <p:nvPr/>
        </p:nvCxnSpPr>
        <p:spPr>
          <a:xfrm flipH="1">
            <a:off x="757684" y="4623566"/>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57" idx="7"/>
            <a:endCxn id="71" idx="3"/>
          </p:cNvCxnSpPr>
          <p:nvPr/>
        </p:nvCxnSpPr>
        <p:spPr>
          <a:xfrm>
            <a:off x="2917924" y="4624013"/>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6205DD86-315C-53B6-CEEF-A9919650168E}"/>
              </a:ext>
            </a:extLst>
          </p:cNvPr>
          <p:cNvCxnSpPr>
            <a:cxnSpLocks/>
            <a:stCxn id="72" idx="4"/>
            <a:endCxn id="73" idx="0"/>
          </p:cNvCxnSpPr>
          <p:nvPr/>
        </p:nvCxnSpPr>
        <p:spPr>
          <a:xfrm flipH="1">
            <a:off x="778772" y="2420142"/>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72" idx="6"/>
            <a:endCxn id="71" idx="2"/>
          </p:cNvCxnSpPr>
          <p:nvPr/>
        </p:nvCxnSpPr>
        <p:spPr>
          <a:xfrm>
            <a:off x="3587092" y="2490705"/>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6205DD86-315C-53B6-CEEF-A9919650168E}"/>
              </a:ext>
            </a:extLst>
          </p:cNvPr>
          <p:cNvCxnSpPr>
            <a:cxnSpLocks/>
            <a:stCxn id="73" idx="6"/>
            <a:endCxn id="66" idx="2"/>
          </p:cNvCxnSpPr>
          <p:nvPr/>
        </p:nvCxnSpPr>
        <p:spPr>
          <a:xfrm>
            <a:off x="706772" y="2490705"/>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Straight Connector 84">
            <a:extLst>
              <a:ext uri="{FF2B5EF4-FFF2-40B4-BE49-F238E27FC236}">
                <a16:creationId xmlns:a16="http://schemas.microsoft.com/office/drawing/2014/main" id="{6205DD86-315C-53B6-CEEF-A9919650168E}"/>
              </a:ext>
            </a:extLst>
          </p:cNvPr>
          <p:cNvCxnSpPr>
            <a:cxnSpLocks/>
            <a:stCxn id="71" idx="4"/>
            <a:endCxn id="66" idx="0"/>
          </p:cNvCxnSpPr>
          <p:nvPr/>
        </p:nvCxnSpPr>
        <p:spPr>
          <a:xfrm flipH="1" flipV="1">
            <a:off x="778772" y="5300462"/>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1" name="Oval 90">
            <a:extLst>
              <a:ext uri="{FF2B5EF4-FFF2-40B4-BE49-F238E27FC236}">
                <a16:creationId xmlns:a16="http://schemas.microsoft.com/office/drawing/2014/main" id="{BDD11F87-DA81-9510-C1CB-0AF4093562CB}"/>
              </a:ext>
            </a:extLst>
          </p:cNvPr>
          <p:cNvSpPr/>
          <p:nvPr/>
        </p:nvSpPr>
        <p:spPr>
          <a:xfrm rot="5400000">
            <a:off x="11149378" y="449780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2" name="Oval 91">
            <a:extLst>
              <a:ext uri="{FF2B5EF4-FFF2-40B4-BE49-F238E27FC236}">
                <a16:creationId xmlns:a16="http://schemas.microsoft.com/office/drawing/2014/main" id="{BDD11F87-DA81-9510-C1CB-0AF4093562CB}"/>
              </a:ext>
            </a:extLst>
          </p:cNvPr>
          <p:cNvSpPr/>
          <p:nvPr/>
        </p:nvSpPr>
        <p:spPr>
          <a:xfrm rot="5400000">
            <a:off x="9709234" y="44973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3" name="Oval 92">
            <a:extLst>
              <a:ext uri="{FF2B5EF4-FFF2-40B4-BE49-F238E27FC236}">
                <a16:creationId xmlns:a16="http://schemas.microsoft.com/office/drawing/2014/main" id="{BDD11F87-DA81-9510-C1CB-0AF4093562CB}"/>
              </a:ext>
            </a:extLst>
          </p:cNvPr>
          <p:cNvSpPr/>
          <p:nvPr/>
        </p:nvSpPr>
        <p:spPr>
          <a:xfrm rot="5400000">
            <a:off x="11149378"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4" name="Oval 93">
            <a:extLst>
              <a:ext uri="{FF2B5EF4-FFF2-40B4-BE49-F238E27FC236}">
                <a16:creationId xmlns:a16="http://schemas.microsoft.com/office/drawing/2014/main" id="{BDD11F87-DA81-9510-C1CB-0AF4093562CB}"/>
              </a:ext>
            </a:extLst>
          </p:cNvPr>
          <p:cNvSpPr/>
          <p:nvPr/>
        </p:nvSpPr>
        <p:spPr>
          <a:xfrm rot="5400000">
            <a:off x="9709234"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5" name="Straight Connector 94">
            <a:extLst>
              <a:ext uri="{FF2B5EF4-FFF2-40B4-BE49-F238E27FC236}">
                <a16:creationId xmlns:a16="http://schemas.microsoft.com/office/drawing/2014/main" id="{6205DD86-315C-53B6-CEEF-A9919650168E}"/>
              </a:ext>
            </a:extLst>
          </p:cNvPr>
          <p:cNvCxnSpPr>
            <a:cxnSpLocks/>
            <a:endCxn id="91" idx="2"/>
          </p:cNvCxnSpPr>
          <p:nvPr/>
        </p:nvCxnSpPr>
        <p:spPr>
          <a:xfrm>
            <a:off x="11219941" y="3209360"/>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94" idx="6"/>
            <a:endCxn id="92" idx="2"/>
          </p:cNvCxnSpPr>
          <p:nvPr/>
        </p:nvCxnSpPr>
        <p:spPr>
          <a:xfrm>
            <a:off x="9779797" y="3213675"/>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93" idx="4"/>
            <a:endCxn id="94" idx="0"/>
          </p:cNvCxnSpPr>
          <p:nvPr/>
        </p:nvCxnSpPr>
        <p:spPr>
          <a:xfrm flipH="1">
            <a:off x="9851797" y="3143112"/>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6205DD86-315C-53B6-CEEF-A9919650168E}"/>
              </a:ext>
            </a:extLst>
          </p:cNvPr>
          <p:cNvCxnSpPr>
            <a:cxnSpLocks/>
            <a:stCxn id="91" idx="4"/>
            <a:endCxn id="92" idx="0"/>
          </p:cNvCxnSpPr>
          <p:nvPr/>
        </p:nvCxnSpPr>
        <p:spPr>
          <a:xfrm flipH="1" flipV="1">
            <a:off x="9851797" y="4569355"/>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9" name="Oval 98">
            <a:extLst>
              <a:ext uri="{FF2B5EF4-FFF2-40B4-BE49-F238E27FC236}">
                <a16:creationId xmlns:a16="http://schemas.microsoft.com/office/drawing/2014/main" id="{BDD11F87-DA81-9510-C1CB-0AF4093562CB}"/>
              </a:ext>
            </a:extLst>
          </p:cNvPr>
          <p:cNvSpPr/>
          <p:nvPr/>
        </p:nvSpPr>
        <p:spPr>
          <a:xfrm rot="5400000">
            <a:off x="8989138" y="522414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0" name="Oval 99">
            <a:extLst>
              <a:ext uri="{FF2B5EF4-FFF2-40B4-BE49-F238E27FC236}">
                <a16:creationId xmlns:a16="http://schemas.microsoft.com/office/drawing/2014/main" id="{BDD11F87-DA81-9510-C1CB-0AF4093562CB}"/>
              </a:ext>
            </a:extLst>
          </p:cNvPr>
          <p:cNvSpPr/>
          <p:nvPr/>
        </p:nvSpPr>
        <p:spPr>
          <a:xfrm rot="5400000">
            <a:off x="11869458" y="522915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2" name="Oval 101">
            <a:extLst>
              <a:ext uri="{FF2B5EF4-FFF2-40B4-BE49-F238E27FC236}">
                <a16:creationId xmlns:a16="http://schemas.microsoft.com/office/drawing/2014/main" id="{BDD11F87-DA81-9510-C1CB-0AF4093562CB}"/>
              </a:ext>
            </a:extLst>
          </p:cNvPr>
          <p:cNvSpPr/>
          <p:nvPr/>
        </p:nvSpPr>
        <p:spPr>
          <a:xfrm rot="5400000">
            <a:off x="11869458"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3" name="Oval 102">
            <a:extLst>
              <a:ext uri="{FF2B5EF4-FFF2-40B4-BE49-F238E27FC236}">
                <a16:creationId xmlns:a16="http://schemas.microsoft.com/office/drawing/2014/main" id="{BDD11F87-DA81-9510-C1CB-0AF4093562CB}"/>
              </a:ext>
            </a:extLst>
          </p:cNvPr>
          <p:cNvSpPr/>
          <p:nvPr/>
        </p:nvSpPr>
        <p:spPr>
          <a:xfrm rot="5400000">
            <a:off x="8989138"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4" name="Straight Connector 103">
            <a:extLst>
              <a:ext uri="{FF2B5EF4-FFF2-40B4-BE49-F238E27FC236}">
                <a16:creationId xmlns:a16="http://schemas.microsoft.com/office/drawing/2014/main" id="{6205DD86-315C-53B6-CEEF-A9919650168E}"/>
              </a:ext>
            </a:extLst>
          </p:cNvPr>
          <p:cNvCxnSpPr>
            <a:cxnSpLocks/>
            <a:stCxn id="102" idx="5"/>
            <a:endCxn id="93" idx="1"/>
          </p:cNvCxnSpPr>
          <p:nvPr/>
        </p:nvCxnSpPr>
        <p:spPr>
          <a:xfrm flipH="1">
            <a:off x="11270853" y="2465723"/>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 name="Straight Connector 104">
            <a:extLst>
              <a:ext uri="{FF2B5EF4-FFF2-40B4-BE49-F238E27FC236}">
                <a16:creationId xmlns:a16="http://schemas.microsoft.com/office/drawing/2014/main" id="{6205DD86-315C-53B6-CEEF-A9919650168E}"/>
              </a:ext>
            </a:extLst>
          </p:cNvPr>
          <p:cNvCxnSpPr>
            <a:cxnSpLocks/>
            <a:stCxn id="103" idx="7"/>
            <a:endCxn id="94" idx="3"/>
          </p:cNvCxnSpPr>
          <p:nvPr/>
        </p:nvCxnSpPr>
        <p:spPr>
          <a:xfrm>
            <a:off x="9110613" y="2465723"/>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a:extLst>
              <a:ext uri="{FF2B5EF4-FFF2-40B4-BE49-F238E27FC236}">
                <a16:creationId xmlns:a16="http://schemas.microsoft.com/office/drawing/2014/main" id="{6205DD86-315C-53B6-CEEF-A9919650168E}"/>
              </a:ext>
            </a:extLst>
          </p:cNvPr>
          <p:cNvCxnSpPr>
            <a:cxnSpLocks/>
            <a:stCxn id="92" idx="5"/>
            <a:endCxn id="99" idx="1"/>
          </p:cNvCxnSpPr>
          <p:nvPr/>
        </p:nvCxnSpPr>
        <p:spPr>
          <a:xfrm flipH="1">
            <a:off x="9110613" y="4619251"/>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7" name="Straight Connector 106">
            <a:extLst>
              <a:ext uri="{FF2B5EF4-FFF2-40B4-BE49-F238E27FC236}">
                <a16:creationId xmlns:a16="http://schemas.microsoft.com/office/drawing/2014/main" id="{6205DD86-315C-53B6-CEEF-A9919650168E}"/>
              </a:ext>
            </a:extLst>
          </p:cNvPr>
          <p:cNvCxnSpPr>
            <a:cxnSpLocks/>
            <a:stCxn id="91" idx="7"/>
            <a:endCxn id="100" idx="3"/>
          </p:cNvCxnSpPr>
          <p:nvPr/>
        </p:nvCxnSpPr>
        <p:spPr>
          <a:xfrm>
            <a:off x="11270853" y="4619698"/>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8" name="Straight Connector 107">
            <a:extLst>
              <a:ext uri="{FF2B5EF4-FFF2-40B4-BE49-F238E27FC236}">
                <a16:creationId xmlns:a16="http://schemas.microsoft.com/office/drawing/2014/main" id="{6205DD86-315C-53B6-CEEF-A9919650168E}"/>
              </a:ext>
            </a:extLst>
          </p:cNvPr>
          <p:cNvCxnSpPr>
            <a:cxnSpLocks/>
            <a:stCxn id="102" idx="4"/>
            <a:endCxn id="103" idx="0"/>
          </p:cNvCxnSpPr>
          <p:nvPr/>
        </p:nvCxnSpPr>
        <p:spPr>
          <a:xfrm flipH="1">
            <a:off x="9131701" y="2415827"/>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a:extLst>
              <a:ext uri="{FF2B5EF4-FFF2-40B4-BE49-F238E27FC236}">
                <a16:creationId xmlns:a16="http://schemas.microsoft.com/office/drawing/2014/main" id="{6205DD86-315C-53B6-CEEF-A9919650168E}"/>
              </a:ext>
            </a:extLst>
          </p:cNvPr>
          <p:cNvCxnSpPr>
            <a:cxnSpLocks/>
            <a:stCxn id="102" idx="6"/>
            <a:endCxn id="100" idx="2"/>
          </p:cNvCxnSpPr>
          <p:nvPr/>
        </p:nvCxnSpPr>
        <p:spPr>
          <a:xfrm>
            <a:off x="11940021" y="2486390"/>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0" name="Straight Connector 109">
            <a:extLst>
              <a:ext uri="{FF2B5EF4-FFF2-40B4-BE49-F238E27FC236}">
                <a16:creationId xmlns:a16="http://schemas.microsoft.com/office/drawing/2014/main" id="{6205DD86-315C-53B6-CEEF-A9919650168E}"/>
              </a:ext>
            </a:extLst>
          </p:cNvPr>
          <p:cNvCxnSpPr>
            <a:cxnSpLocks/>
            <a:stCxn id="103" idx="6"/>
            <a:endCxn id="99" idx="2"/>
          </p:cNvCxnSpPr>
          <p:nvPr/>
        </p:nvCxnSpPr>
        <p:spPr>
          <a:xfrm>
            <a:off x="9059701" y="2486390"/>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a:extLst>
              <a:ext uri="{FF2B5EF4-FFF2-40B4-BE49-F238E27FC236}">
                <a16:creationId xmlns:a16="http://schemas.microsoft.com/office/drawing/2014/main" id="{6205DD86-315C-53B6-CEEF-A9919650168E}"/>
              </a:ext>
            </a:extLst>
          </p:cNvPr>
          <p:cNvCxnSpPr>
            <a:cxnSpLocks/>
            <a:stCxn id="100" idx="4"/>
            <a:endCxn id="99" idx="0"/>
          </p:cNvCxnSpPr>
          <p:nvPr/>
        </p:nvCxnSpPr>
        <p:spPr>
          <a:xfrm flipH="1" flipV="1">
            <a:off x="9131701" y="5296147"/>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15" name="TextBox 114"/>
              <p:cNvSpPr txBox="1"/>
              <p:nvPr/>
            </p:nvSpPr>
            <p:spPr>
              <a:xfrm>
                <a:off x="5959932" y="5433721"/>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M</m:t>
                          </m:r>
                        </m:e>
                        <m:sub>
                          <m:r>
                            <a:rPr lang="en-US" sz="2800" b="0" i="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15" name="TextBox 114"/>
              <p:cNvSpPr txBox="1">
                <a:spLocks noRot="1" noChangeAspect="1" noMove="1" noResize="1" noEditPoints="1" noAdjustHandles="1" noChangeArrowheads="1" noChangeShapeType="1" noTextEdit="1"/>
              </p:cNvSpPr>
              <p:nvPr/>
            </p:nvSpPr>
            <p:spPr>
              <a:xfrm>
                <a:off x="5959932" y="5433721"/>
                <a:ext cx="726929"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p:cNvSpPr txBox="1"/>
              <p:nvPr/>
            </p:nvSpPr>
            <p:spPr>
              <a:xfrm>
                <a:off x="1787603" y="5423245"/>
                <a:ext cx="718658" cy="523220"/>
              </a:xfrm>
              <a:prstGeom prst="rect">
                <a:avLst/>
              </a:prstGeom>
              <a:noFill/>
            </p:spPr>
            <p:txBody>
              <a:bodyPr wrap="none" rtlCol="0">
                <a:spAutoFit/>
              </a:bodyPr>
              <a:lstStyle/>
              <a:p>
                <a14:m>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M</m:t>
                        </m:r>
                      </m:e>
                      <m:sub>
                        <m:r>
                          <a:rPr lang="en-US" sz="2800" b="0" i="0" smtClean="0">
                            <a:solidFill>
                              <a:srgbClr val="002060"/>
                            </a:solidFill>
                            <a:latin typeface="Cambria Math" panose="02040503050406030204" pitchFamily="18" charset="0"/>
                          </a:rPr>
                          <m:t>1</m:t>
                        </m:r>
                      </m:sub>
                    </m:sSub>
                  </m:oMath>
                </a14:m>
                <a:r>
                  <a:rPr lang="en-US" sz="2800" dirty="0">
                    <a:solidFill>
                      <a:srgbClr val="002060"/>
                    </a:solidFill>
                  </a:rPr>
                  <a:t> </a:t>
                </a:r>
              </a:p>
            </p:txBody>
          </p:sp>
        </mc:Choice>
        <mc:Fallback xmlns="">
          <p:sp>
            <p:nvSpPr>
              <p:cNvPr id="116" name="TextBox 115"/>
              <p:cNvSpPr txBox="1">
                <a:spLocks noRot="1" noChangeAspect="1" noMove="1" noResize="1" noEditPoints="1" noAdjustHandles="1" noChangeArrowheads="1" noChangeShapeType="1" noTextEdit="1"/>
              </p:cNvSpPr>
              <p:nvPr/>
            </p:nvSpPr>
            <p:spPr>
              <a:xfrm>
                <a:off x="1787603" y="5423245"/>
                <a:ext cx="71865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p:cNvSpPr txBox="1"/>
              <p:nvPr/>
            </p:nvSpPr>
            <p:spPr>
              <a:xfrm>
                <a:off x="10140532" y="5433721"/>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M</m:t>
                          </m:r>
                        </m:e>
                        <m:sub>
                          <m:r>
                            <a:rPr lang="en-US" sz="2800" b="0" i="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117" name="TextBox 116"/>
              <p:cNvSpPr txBox="1">
                <a:spLocks noRot="1" noChangeAspect="1" noMove="1" noResize="1" noEditPoints="1" noAdjustHandles="1" noChangeArrowheads="1" noChangeShapeType="1" noTextEdit="1"/>
              </p:cNvSpPr>
              <p:nvPr/>
            </p:nvSpPr>
            <p:spPr>
              <a:xfrm>
                <a:off x="10140532" y="5433721"/>
                <a:ext cx="726929" cy="523220"/>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6684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75"/>
                                        </p:tgtEl>
                                      </p:cBhvr>
                                    </p:animEffect>
                                    <p:anim calcmode="lin" valueType="num">
                                      <p:cBhvr>
                                        <p:cTn id="7" dur="1000"/>
                                        <p:tgtEl>
                                          <p:spTgt spid="75"/>
                                        </p:tgtEl>
                                        <p:attrNameLst>
                                          <p:attrName>ppt_x</p:attrName>
                                        </p:attrNameLst>
                                      </p:cBhvr>
                                      <p:tavLst>
                                        <p:tav tm="0">
                                          <p:val>
                                            <p:strVal val="ppt_x"/>
                                          </p:val>
                                        </p:tav>
                                        <p:tav tm="100000">
                                          <p:val>
                                            <p:strVal val="ppt_x"/>
                                          </p:val>
                                        </p:tav>
                                      </p:tavLst>
                                    </p:anim>
                                    <p:anim calcmode="lin" valueType="num">
                                      <p:cBhvr>
                                        <p:cTn id="8" dur="1000"/>
                                        <p:tgtEl>
                                          <p:spTgt spid="75"/>
                                        </p:tgtEl>
                                        <p:attrNameLst>
                                          <p:attrName>ppt_y</p:attrName>
                                        </p:attrNameLst>
                                      </p:cBhvr>
                                      <p:tavLst>
                                        <p:tav tm="0">
                                          <p:val>
                                            <p:strVal val="ppt_y"/>
                                          </p:val>
                                        </p:tav>
                                        <p:tav tm="100000">
                                          <p:val>
                                            <p:strVal val="ppt_y+.1"/>
                                          </p:val>
                                        </p:tav>
                                      </p:tavLst>
                                    </p:anim>
                                    <p:set>
                                      <p:cBhvr>
                                        <p:cTn id="9" dur="1" fill="hold">
                                          <p:stCondLst>
                                            <p:cond delay="999"/>
                                          </p:stCondLst>
                                        </p:cTn>
                                        <p:tgtEl>
                                          <p:spTgt spid="75"/>
                                        </p:tgtEl>
                                        <p:attrNameLst>
                                          <p:attrName>style.visibility</p:attrName>
                                        </p:attrNameLst>
                                      </p:cBhvr>
                                      <p:to>
                                        <p:strVal val="hidden"/>
                                      </p:to>
                                    </p:set>
                                  </p:childTnLst>
                                </p:cTn>
                              </p:par>
                              <p:par>
                                <p:cTn id="10" presetID="42" presetClass="exit" presetSubtype="0" fill="hold" nodeType="withEffect">
                                  <p:stCondLst>
                                    <p:cond delay="0"/>
                                  </p:stCondLst>
                                  <p:childTnLst>
                                    <p:animEffect transition="out" filter="fade">
                                      <p:cBhvr>
                                        <p:cTn id="11" dur="1000"/>
                                        <p:tgtEl>
                                          <p:spTgt spid="63"/>
                                        </p:tgtEl>
                                      </p:cBhvr>
                                    </p:animEffect>
                                    <p:anim calcmode="lin" valueType="num">
                                      <p:cBhvr>
                                        <p:cTn id="12" dur="1000"/>
                                        <p:tgtEl>
                                          <p:spTgt spid="63"/>
                                        </p:tgtEl>
                                        <p:attrNameLst>
                                          <p:attrName>ppt_x</p:attrName>
                                        </p:attrNameLst>
                                      </p:cBhvr>
                                      <p:tavLst>
                                        <p:tav tm="0">
                                          <p:val>
                                            <p:strVal val="ppt_x"/>
                                          </p:val>
                                        </p:tav>
                                        <p:tav tm="100000">
                                          <p:val>
                                            <p:strVal val="ppt_x"/>
                                          </p:val>
                                        </p:tav>
                                      </p:tavLst>
                                    </p:anim>
                                    <p:anim calcmode="lin" valueType="num">
                                      <p:cBhvr>
                                        <p:cTn id="13" dur="1000"/>
                                        <p:tgtEl>
                                          <p:spTgt spid="63"/>
                                        </p:tgtEl>
                                        <p:attrNameLst>
                                          <p:attrName>ppt_y</p:attrName>
                                        </p:attrNameLst>
                                      </p:cBhvr>
                                      <p:tavLst>
                                        <p:tav tm="0">
                                          <p:val>
                                            <p:strVal val="ppt_y"/>
                                          </p:val>
                                        </p:tav>
                                        <p:tav tm="100000">
                                          <p:val>
                                            <p:strVal val="ppt_y+.1"/>
                                          </p:val>
                                        </p:tav>
                                      </p:tavLst>
                                    </p:anim>
                                    <p:set>
                                      <p:cBhvr>
                                        <p:cTn id="14" dur="1" fill="hold">
                                          <p:stCondLst>
                                            <p:cond delay="999"/>
                                          </p:stCondLst>
                                        </p:cTn>
                                        <p:tgtEl>
                                          <p:spTgt spid="63"/>
                                        </p:tgtEl>
                                        <p:attrNameLst>
                                          <p:attrName>style.visibility</p:attrName>
                                        </p:attrNameLst>
                                      </p:cBhvr>
                                      <p:to>
                                        <p:strVal val="hidden"/>
                                      </p:to>
                                    </p:set>
                                  </p:childTnLst>
                                </p:cTn>
                              </p:par>
                              <p:par>
                                <p:cTn id="15" presetID="42" presetClass="exit" presetSubtype="0" fill="hold" nodeType="withEffect">
                                  <p:stCondLst>
                                    <p:cond delay="0"/>
                                  </p:stCondLst>
                                  <p:childTnLst>
                                    <p:animEffect transition="out" filter="fade">
                                      <p:cBhvr>
                                        <p:cTn id="16" dur="1000"/>
                                        <p:tgtEl>
                                          <p:spTgt spid="78"/>
                                        </p:tgtEl>
                                      </p:cBhvr>
                                    </p:animEffect>
                                    <p:anim calcmode="lin" valueType="num">
                                      <p:cBhvr>
                                        <p:cTn id="17" dur="1000"/>
                                        <p:tgtEl>
                                          <p:spTgt spid="78"/>
                                        </p:tgtEl>
                                        <p:attrNameLst>
                                          <p:attrName>ppt_x</p:attrName>
                                        </p:attrNameLst>
                                      </p:cBhvr>
                                      <p:tavLst>
                                        <p:tav tm="0">
                                          <p:val>
                                            <p:strVal val="ppt_x"/>
                                          </p:val>
                                        </p:tav>
                                        <p:tav tm="100000">
                                          <p:val>
                                            <p:strVal val="ppt_x"/>
                                          </p:val>
                                        </p:tav>
                                      </p:tavLst>
                                    </p:anim>
                                    <p:anim calcmode="lin" valueType="num">
                                      <p:cBhvr>
                                        <p:cTn id="18" dur="1000"/>
                                        <p:tgtEl>
                                          <p:spTgt spid="78"/>
                                        </p:tgtEl>
                                        <p:attrNameLst>
                                          <p:attrName>ppt_y</p:attrName>
                                        </p:attrNameLst>
                                      </p:cBhvr>
                                      <p:tavLst>
                                        <p:tav tm="0">
                                          <p:val>
                                            <p:strVal val="ppt_y"/>
                                          </p:val>
                                        </p:tav>
                                        <p:tav tm="100000">
                                          <p:val>
                                            <p:strVal val="ppt_y+.1"/>
                                          </p:val>
                                        </p:tav>
                                      </p:tavLst>
                                    </p:anim>
                                    <p:set>
                                      <p:cBhvr>
                                        <p:cTn id="19" dur="1" fill="hold">
                                          <p:stCondLst>
                                            <p:cond delay="999"/>
                                          </p:stCondLst>
                                        </p:cTn>
                                        <p:tgtEl>
                                          <p:spTgt spid="78"/>
                                        </p:tgtEl>
                                        <p:attrNameLst>
                                          <p:attrName>style.visibility</p:attrName>
                                        </p:attrNameLst>
                                      </p:cBhvr>
                                      <p:to>
                                        <p:strVal val="hidden"/>
                                      </p:to>
                                    </p:set>
                                  </p:childTnLst>
                                </p:cTn>
                              </p:par>
                              <p:par>
                                <p:cTn id="20" presetID="42" presetClass="exit" presetSubtype="0" fill="hold" nodeType="withEffect">
                                  <p:stCondLst>
                                    <p:cond delay="0"/>
                                  </p:stCondLst>
                                  <p:childTnLst>
                                    <p:animEffect transition="out" filter="fade">
                                      <p:cBhvr>
                                        <p:cTn id="21" dur="1000"/>
                                        <p:tgtEl>
                                          <p:spTgt spid="80"/>
                                        </p:tgtEl>
                                      </p:cBhvr>
                                    </p:animEffect>
                                    <p:anim calcmode="lin" valueType="num">
                                      <p:cBhvr>
                                        <p:cTn id="22" dur="1000"/>
                                        <p:tgtEl>
                                          <p:spTgt spid="80"/>
                                        </p:tgtEl>
                                        <p:attrNameLst>
                                          <p:attrName>ppt_x</p:attrName>
                                        </p:attrNameLst>
                                      </p:cBhvr>
                                      <p:tavLst>
                                        <p:tav tm="0">
                                          <p:val>
                                            <p:strVal val="ppt_x"/>
                                          </p:val>
                                        </p:tav>
                                        <p:tav tm="100000">
                                          <p:val>
                                            <p:strVal val="ppt_x"/>
                                          </p:val>
                                        </p:tav>
                                      </p:tavLst>
                                    </p:anim>
                                    <p:anim calcmode="lin" valueType="num">
                                      <p:cBhvr>
                                        <p:cTn id="23" dur="1000"/>
                                        <p:tgtEl>
                                          <p:spTgt spid="80"/>
                                        </p:tgtEl>
                                        <p:attrNameLst>
                                          <p:attrName>ppt_y</p:attrName>
                                        </p:attrNameLst>
                                      </p:cBhvr>
                                      <p:tavLst>
                                        <p:tav tm="0">
                                          <p:val>
                                            <p:strVal val="ppt_y"/>
                                          </p:val>
                                        </p:tav>
                                        <p:tav tm="100000">
                                          <p:val>
                                            <p:strVal val="ppt_y+.1"/>
                                          </p:val>
                                        </p:tav>
                                      </p:tavLst>
                                    </p:anim>
                                    <p:set>
                                      <p:cBhvr>
                                        <p:cTn id="24" dur="1" fill="hold">
                                          <p:stCondLst>
                                            <p:cond delay="999"/>
                                          </p:stCondLst>
                                        </p:cTn>
                                        <p:tgtEl>
                                          <p:spTgt spid="80"/>
                                        </p:tgtEl>
                                        <p:attrNameLst>
                                          <p:attrName>style.visibility</p:attrName>
                                        </p:attrNameLst>
                                      </p:cBhvr>
                                      <p:to>
                                        <p:strVal val="hidden"/>
                                      </p:to>
                                    </p:set>
                                  </p:childTnLst>
                                </p:cTn>
                              </p:par>
                              <p:par>
                                <p:cTn id="25" presetID="42" presetClass="exit" presetSubtype="0" fill="hold" nodeType="withEffect">
                                  <p:stCondLst>
                                    <p:cond delay="0"/>
                                  </p:stCondLst>
                                  <p:childTnLst>
                                    <p:animEffect transition="out" filter="fade">
                                      <p:cBhvr>
                                        <p:cTn id="26" dur="1000"/>
                                        <p:tgtEl>
                                          <p:spTgt spid="62"/>
                                        </p:tgtEl>
                                      </p:cBhvr>
                                    </p:animEffect>
                                    <p:anim calcmode="lin" valueType="num">
                                      <p:cBhvr>
                                        <p:cTn id="27" dur="1000"/>
                                        <p:tgtEl>
                                          <p:spTgt spid="62"/>
                                        </p:tgtEl>
                                        <p:attrNameLst>
                                          <p:attrName>ppt_x</p:attrName>
                                        </p:attrNameLst>
                                      </p:cBhvr>
                                      <p:tavLst>
                                        <p:tav tm="0">
                                          <p:val>
                                            <p:strVal val="ppt_x"/>
                                          </p:val>
                                        </p:tav>
                                        <p:tav tm="100000">
                                          <p:val>
                                            <p:strVal val="ppt_x"/>
                                          </p:val>
                                        </p:tav>
                                      </p:tavLst>
                                    </p:anim>
                                    <p:anim calcmode="lin" valueType="num">
                                      <p:cBhvr>
                                        <p:cTn id="28" dur="1000"/>
                                        <p:tgtEl>
                                          <p:spTgt spid="62"/>
                                        </p:tgtEl>
                                        <p:attrNameLst>
                                          <p:attrName>ppt_y</p:attrName>
                                        </p:attrNameLst>
                                      </p:cBhvr>
                                      <p:tavLst>
                                        <p:tav tm="0">
                                          <p:val>
                                            <p:strVal val="ppt_y"/>
                                          </p:val>
                                        </p:tav>
                                        <p:tav tm="100000">
                                          <p:val>
                                            <p:strVal val="ppt_y+.1"/>
                                          </p:val>
                                        </p:tav>
                                      </p:tavLst>
                                    </p:anim>
                                    <p:set>
                                      <p:cBhvr>
                                        <p:cTn id="29" dur="1" fill="hold">
                                          <p:stCondLst>
                                            <p:cond delay="999"/>
                                          </p:stCondLst>
                                        </p:cTn>
                                        <p:tgtEl>
                                          <p:spTgt spid="62"/>
                                        </p:tgtEl>
                                        <p:attrNameLst>
                                          <p:attrName>style.visibility</p:attrName>
                                        </p:attrNameLst>
                                      </p:cBhvr>
                                      <p:to>
                                        <p:strVal val="hidden"/>
                                      </p:to>
                                    </p:set>
                                  </p:childTnLst>
                                </p:cTn>
                              </p:par>
                              <p:par>
                                <p:cTn id="30" presetID="42" presetClass="exit" presetSubtype="0" fill="hold" nodeType="withEffect">
                                  <p:stCondLst>
                                    <p:cond delay="0"/>
                                  </p:stCondLst>
                                  <p:childTnLst>
                                    <p:animEffect transition="out" filter="fade">
                                      <p:cBhvr>
                                        <p:cTn id="31" dur="1000"/>
                                        <p:tgtEl>
                                          <p:spTgt spid="74"/>
                                        </p:tgtEl>
                                      </p:cBhvr>
                                    </p:animEffect>
                                    <p:anim calcmode="lin" valueType="num">
                                      <p:cBhvr>
                                        <p:cTn id="32" dur="1000"/>
                                        <p:tgtEl>
                                          <p:spTgt spid="74"/>
                                        </p:tgtEl>
                                        <p:attrNameLst>
                                          <p:attrName>ppt_x</p:attrName>
                                        </p:attrNameLst>
                                      </p:cBhvr>
                                      <p:tavLst>
                                        <p:tav tm="0">
                                          <p:val>
                                            <p:strVal val="ppt_x"/>
                                          </p:val>
                                        </p:tav>
                                        <p:tav tm="100000">
                                          <p:val>
                                            <p:strVal val="ppt_x"/>
                                          </p:val>
                                        </p:tav>
                                      </p:tavLst>
                                    </p:anim>
                                    <p:anim calcmode="lin" valueType="num">
                                      <p:cBhvr>
                                        <p:cTn id="33" dur="1000"/>
                                        <p:tgtEl>
                                          <p:spTgt spid="74"/>
                                        </p:tgtEl>
                                        <p:attrNameLst>
                                          <p:attrName>ppt_y</p:attrName>
                                        </p:attrNameLst>
                                      </p:cBhvr>
                                      <p:tavLst>
                                        <p:tav tm="0">
                                          <p:val>
                                            <p:strVal val="ppt_y"/>
                                          </p:val>
                                        </p:tav>
                                        <p:tav tm="100000">
                                          <p:val>
                                            <p:strVal val="ppt_y+.1"/>
                                          </p:val>
                                        </p:tav>
                                      </p:tavLst>
                                    </p:anim>
                                    <p:set>
                                      <p:cBhvr>
                                        <p:cTn id="34" dur="1" fill="hold">
                                          <p:stCondLst>
                                            <p:cond delay="999"/>
                                          </p:stCondLst>
                                        </p:cTn>
                                        <p:tgtEl>
                                          <p:spTgt spid="74"/>
                                        </p:tgtEl>
                                        <p:attrNameLst>
                                          <p:attrName>style.visibility</p:attrName>
                                        </p:attrNameLst>
                                      </p:cBhvr>
                                      <p:to>
                                        <p:strVal val="hidden"/>
                                      </p:to>
                                    </p:set>
                                  </p:childTnLst>
                                </p:cTn>
                              </p:par>
                              <p:par>
                                <p:cTn id="35" presetID="42" presetClass="exit" presetSubtype="0" fill="hold" nodeType="withEffect">
                                  <p:stCondLst>
                                    <p:cond delay="0"/>
                                  </p:stCondLst>
                                  <p:childTnLst>
                                    <p:animEffect transition="out" filter="fade">
                                      <p:cBhvr>
                                        <p:cTn id="36" dur="1000"/>
                                        <p:tgtEl>
                                          <p:spTgt spid="79"/>
                                        </p:tgtEl>
                                      </p:cBhvr>
                                    </p:animEffect>
                                    <p:anim calcmode="lin" valueType="num">
                                      <p:cBhvr>
                                        <p:cTn id="37" dur="1000"/>
                                        <p:tgtEl>
                                          <p:spTgt spid="79"/>
                                        </p:tgtEl>
                                        <p:attrNameLst>
                                          <p:attrName>ppt_x</p:attrName>
                                        </p:attrNameLst>
                                      </p:cBhvr>
                                      <p:tavLst>
                                        <p:tav tm="0">
                                          <p:val>
                                            <p:strVal val="ppt_x"/>
                                          </p:val>
                                        </p:tav>
                                        <p:tav tm="100000">
                                          <p:val>
                                            <p:strVal val="ppt_x"/>
                                          </p:val>
                                        </p:tav>
                                      </p:tavLst>
                                    </p:anim>
                                    <p:anim calcmode="lin" valueType="num">
                                      <p:cBhvr>
                                        <p:cTn id="38" dur="1000"/>
                                        <p:tgtEl>
                                          <p:spTgt spid="79"/>
                                        </p:tgtEl>
                                        <p:attrNameLst>
                                          <p:attrName>ppt_y</p:attrName>
                                        </p:attrNameLst>
                                      </p:cBhvr>
                                      <p:tavLst>
                                        <p:tav tm="0">
                                          <p:val>
                                            <p:strVal val="ppt_y"/>
                                          </p:val>
                                        </p:tav>
                                        <p:tav tm="100000">
                                          <p:val>
                                            <p:strVal val="ppt_y+.1"/>
                                          </p:val>
                                        </p:tav>
                                      </p:tavLst>
                                    </p:anim>
                                    <p:set>
                                      <p:cBhvr>
                                        <p:cTn id="39" dur="1" fill="hold">
                                          <p:stCondLst>
                                            <p:cond delay="999"/>
                                          </p:stCondLst>
                                        </p:cTn>
                                        <p:tgtEl>
                                          <p:spTgt spid="79"/>
                                        </p:tgtEl>
                                        <p:attrNameLst>
                                          <p:attrName>style.visibility</p:attrName>
                                        </p:attrNameLst>
                                      </p:cBhvr>
                                      <p:to>
                                        <p:strVal val="hidden"/>
                                      </p:to>
                                    </p:set>
                                  </p:childTnLst>
                                </p:cTn>
                              </p:par>
                              <p:par>
                                <p:cTn id="40" presetID="42" presetClass="exit" presetSubtype="0" fill="hold" nodeType="withEffect">
                                  <p:stCondLst>
                                    <p:cond delay="0"/>
                                  </p:stCondLst>
                                  <p:childTnLst>
                                    <p:animEffect transition="out" filter="fade">
                                      <p:cBhvr>
                                        <p:cTn id="41" dur="1000"/>
                                        <p:tgtEl>
                                          <p:spTgt spid="85"/>
                                        </p:tgtEl>
                                      </p:cBhvr>
                                    </p:animEffect>
                                    <p:anim calcmode="lin" valueType="num">
                                      <p:cBhvr>
                                        <p:cTn id="42" dur="1000"/>
                                        <p:tgtEl>
                                          <p:spTgt spid="85"/>
                                        </p:tgtEl>
                                        <p:attrNameLst>
                                          <p:attrName>ppt_x</p:attrName>
                                        </p:attrNameLst>
                                      </p:cBhvr>
                                      <p:tavLst>
                                        <p:tav tm="0">
                                          <p:val>
                                            <p:strVal val="ppt_x"/>
                                          </p:val>
                                        </p:tav>
                                        <p:tav tm="100000">
                                          <p:val>
                                            <p:strVal val="ppt_x"/>
                                          </p:val>
                                        </p:tav>
                                      </p:tavLst>
                                    </p:anim>
                                    <p:anim calcmode="lin" valueType="num">
                                      <p:cBhvr>
                                        <p:cTn id="43" dur="1000"/>
                                        <p:tgtEl>
                                          <p:spTgt spid="85"/>
                                        </p:tgtEl>
                                        <p:attrNameLst>
                                          <p:attrName>ppt_y</p:attrName>
                                        </p:attrNameLst>
                                      </p:cBhvr>
                                      <p:tavLst>
                                        <p:tav tm="0">
                                          <p:val>
                                            <p:strVal val="ppt_y"/>
                                          </p:val>
                                        </p:tav>
                                        <p:tav tm="100000">
                                          <p:val>
                                            <p:strVal val="ppt_y+.1"/>
                                          </p:val>
                                        </p:tav>
                                      </p:tavLst>
                                    </p:anim>
                                    <p:set>
                                      <p:cBhvr>
                                        <p:cTn id="44" dur="1" fill="hold">
                                          <p:stCondLst>
                                            <p:cond delay="999"/>
                                          </p:stCondLst>
                                        </p:cTn>
                                        <p:tgtEl>
                                          <p:spTgt spid="8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42" presetClass="exit" presetSubtype="0" fill="hold" nodeType="clickEffect">
                                  <p:stCondLst>
                                    <p:cond delay="0"/>
                                  </p:stCondLst>
                                  <p:childTnLst>
                                    <p:animEffect transition="out" filter="fade">
                                      <p:cBhvr>
                                        <p:cTn id="52" dur="1000"/>
                                        <p:tgtEl>
                                          <p:spTgt spid="34"/>
                                        </p:tgtEl>
                                      </p:cBhvr>
                                    </p:animEffect>
                                    <p:anim calcmode="lin" valueType="num">
                                      <p:cBhvr>
                                        <p:cTn id="53" dur="1000"/>
                                        <p:tgtEl>
                                          <p:spTgt spid="34"/>
                                        </p:tgtEl>
                                        <p:attrNameLst>
                                          <p:attrName>ppt_x</p:attrName>
                                        </p:attrNameLst>
                                      </p:cBhvr>
                                      <p:tavLst>
                                        <p:tav tm="0">
                                          <p:val>
                                            <p:strVal val="ppt_x"/>
                                          </p:val>
                                        </p:tav>
                                        <p:tav tm="100000">
                                          <p:val>
                                            <p:strVal val="ppt_x"/>
                                          </p:val>
                                        </p:tav>
                                      </p:tavLst>
                                    </p:anim>
                                    <p:anim calcmode="lin" valueType="num">
                                      <p:cBhvr>
                                        <p:cTn id="54" dur="1000"/>
                                        <p:tgtEl>
                                          <p:spTgt spid="34"/>
                                        </p:tgtEl>
                                        <p:attrNameLst>
                                          <p:attrName>ppt_y</p:attrName>
                                        </p:attrNameLst>
                                      </p:cBhvr>
                                      <p:tavLst>
                                        <p:tav tm="0">
                                          <p:val>
                                            <p:strVal val="ppt_y"/>
                                          </p:val>
                                        </p:tav>
                                        <p:tav tm="100000">
                                          <p:val>
                                            <p:strVal val="ppt_y+.1"/>
                                          </p:val>
                                        </p:tav>
                                      </p:tavLst>
                                    </p:anim>
                                    <p:set>
                                      <p:cBhvr>
                                        <p:cTn id="55" dur="1" fill="hold">
                                          <p:stCondLst>
                                            <p:cond delay="999"/>
                                          </p:stCondLst>
                                        </p:cTn>
                                        <p:tgtEl>
                                          <p:spTgt spid="34"/>
                                        </p:tgtEl>
                                        <p:attrNameLst>
                                          <p:attrName>style.visibility</p:attrName>
                                        </p:attrNameLst>
                                      </p:cBhvr>
                                      <p:to>
                                        <p:strVal val="hidden"/>
                                      </p:to>
                                    </p:set>
                                  </p:childTnLst>
                                </p:cTn>
                              </p:par>
                              <p:par>
                                <p:cTn id="56" presetID="42" presetClass="exit" presetSubtype="0" fill="hold" nodeType="withEffect">
                                  <p:stCondLst>
                                    <p:cond delay="0"/>
                                  </p:stCondLst>
                                  <p:childTnLst>
                                    <p:animEffect transition="out" filter="fade">
                                      <p:cBhvr>
                                        <p:cTn id="57" dur="1000"/>
                                        <p:tgtEl>
                                          <p:spTgt spid="36"/>
                                        </p:tgtEl>
                                      </p:cBhvr>
                                    </p:animEffect>
                                    <p:anim calcmode="lin" valueType="num">
                                      <p:cBhvr>
                                        <p:cTn id="58" dur="1000"/>
                                        <p:tgtEl>
                                          <p:spTgt spid="36"/>
                                        </p:tgtEl>
                                        <p:attrNameLst>
                                          <p:attrName>ppt_x</p:attrName>
                                        </p:attrNameLst>
                                      </p:cBhvr>
                                      <p:tavLst>
                                        <p:tav tm="0">
                                          <p:val>
                                            <p:strVal val="ppt_x"/>
                                          </p:val>
                                        </p:tav>
                                        <p:tav tm="100000">
                                          <p:val>
                                            <p:strVal val="ppt_x"/>
                                          </p:val>
                                        </p:tav>
                                      </p:tavLst>
                                    </p:anim>
                                    <p:anim calcmode="lin" valueType="num">
                                      <p:cBhvr>
                                        <p:cTn id="59" dur="1000"/>
                                        <p:tgtEl>
                                          <p:spTgt spid="36"/>
                                        </p:tgtEl>
                                        <p:attrNameLst>
                                          <p:attrName>ppt_y</p:attrName>
                                        </p:attrNameLst>
                                      </p:cBhvr>
                                      <p:tavLst>
                                        <p:tav tm="0">
                                          <p:val>
                                            <p:strVal val="ppt_y"/>
                                          </p:val>
                                        </p:tav>
                                        <p:tav tm="100000">
                                          <p:val>
                                            <p:strVal val="ppt_y+.1"/>
                                          </p:val>
                                        </p:tav>
                                      </p:tavLst>
                                    </p:anim>
                                    <p:set>
                                      <p:cBhvr>
                                        <p:cTn id="60" dur="1" fill="hold">
                                          <p:stCondLst>
                                            <p:cond delay="999"/>
                                          </p:stCondLst>
                                        </p:cTn>
                                        <p:tgtEl>
                                          <p:spTgt spid="36"/>
                                        </p:tgtEl>
                                        <p:attrNameLst>
                                          <p:attrName>style.visibility</p:attrName>
                                        </p:attrNameLst>
                                      </p:cBhvr>
                                      <p:to>
                                        <p:strVal val="hidden"/>
                                      </p:to>
                                    </p:set>
                                  </p:childTnLst>
                                </p:cTn>
                              </p:par>
                              <p:par>
                                <p:cTn id="61" presetID="42" presetClass="exit" presetSubtype="0" fill="hold" nodeType="withEffect">
                                  <p:stCondLst>
                                    <p:cond delay="0"/>
                                  </p:stCondLst>
                                  <p:childTnLst>
                                    <p:animEffect transition="out" filter="fade">
                                      <p:cBhvr>
                                        <p:cTn id="62" dur="1000"/>
                                        <p:tgtEl>
                                          <p:spTgt spid="44"/>
                                        </p:tgtEl>
                                      </p:cBhvr>
                                    </p:animEffect>
                                    <p:anim calcmode="lin" valueType="num">
                                      <p:cBhvr>
                                        <p:cTn id="63" dur="1000"/>
                                        <p:tgtEl>
                                          <p:spTgt spid="44"/>
                                        </p:tgtEl>
                                        <p:attrNameLst>
                                          <p:attrName>ppt_x</p:attrName>
                                        </p:attrNameLst>
                                      </p:cBhvr>
                                      <p:tavLst>
                                        <p:tav tm="0">
                                          <p:val>
                                            <p:strVal val="ppt_x"/>
                                          </p:val>
                                        </p:tav>
                                        <p:tav tm="100000">
                                          <p:val>
                                            <p:strVal val="ppt_x"/>
                                          </p:val>
                                        </p:tav>
                                      </p:tavLst>
                                    </p:anim>
                                    <p:anim calcmode="lin" valueType="num">
                                      <p:cBhvr>
                                        <p:cTn id="64" dur="1000"/>
                                        <p:tgtEl>
                                          <p:spTgt spid="44"/>
                                        </p:tgtEl>
                                        <p:attrNameLst>
                                          <p:attrName>ppt_y</p:attrName>
                                        </p:attrNameLst>
                                      </p:cBhvr>
                                      <p:tavLst>
                                        <p:tav tm="0">
                                          <p:val>
                                            <p:strVal val="ppt_y"/>
                                          </p:val>
                                        </p:tav>
                                        <p:tav tm="100000">
                                          <p:val>
                                            <p:strVal val="ppt_y+.1"/>
                                          </p:val>
                                        </p:tav>
                                      </p:tavLst>
                                    </p:anim>
                                    <p:set>
                                      <p:cBhvr>
                                        <p:cTn id="65" dur="1" fill="hold">
                                          <p:stCondLst>
                                            <p:cond delay="999"/>
                                          </p:stCondLst>
                                        </p:cTn>
                                        <p:tgtEl>
                                          <p:spTgt spid="44"/>
                                        </p:tgtEl>
                                        <p:attrNameLst>
                                          <p:attrName>style.visibility</p:attrName>
                                        </p:attrNameLst>
                                      </p:cBhvr>
                                      <p:to>
                                        <p:strVal val="hidden"/>
                                      </p:to>
                                    </p:set>
                                  </p:childTnLst>
                                </p:cTn>
                              </p:par>
                              <p:par>
                                <p:cTn id="66" presetID="42" presetClass="exit" presetSubtype="0" fill="hold" nodeType="withEffect">
                                  <p:stCondLst>
                                    <p:cond delay="0"/>
                                  </p:stCondLst>
                                  <p:childTnLst>
                                    <p:animEffect transition="out" filter="fade">
                                      <p:cBhvr>
                                        <p:cTn id="67" dur="1000"/>
                                        <p:tgtEl>
                                          <p:spTgt spid="43"/>
                                        </p:tgtEl>
                                      </p:cBhvr>
                                    </p:animEffect>
                                    <p:anim calcmode="lin" valueType="num">
                                      <p:cBhvr>
                                        <p:cTn id="68" dur="1000"/>
                                        <p:tgtEl>
                                          <p:spTgt spid="43"/>
                                        </p:tgtEl>
                                        <p:attrNameLst>
                                          <p:attrName>ppt_x</p:attrName>
                                        </p:attrNameLst>
                                      </p:cBhvr>
                                      <p:tavLst>
                                        <p:tav tm="0">
                                          <p:val>
                                            <p:strVal val="ppt_x"/>
                                          </p:val>
                                        </p:tav>
                                        <p:tav tm="100000">
                                          <p:val>
                                            <p:strVal val="ppt_x"/>
                                          </p:val>
                                        </p:tav>
                                      </p:tavLst>
                                    </p:anim>
                                    <p:anim calcmode="lin" valueType="num">
                                      <p:cBhvr>
                                        <p:cTn id="69" dur="1000"/>
                                        <p:tgtEl>
                                          <p:spTgt spid="43"/>
                                        </p:tgtEl>
                                        <p:attrNameLst>
                                          <p:attrName>ppt_y</p:attrName>
                                        </p:attrNameLst>
                                      </p:cBhvr>
                                      <p:tavLst>
                                        <p:tav tm="0">
                                          <p:val>
                                            <p:strVal val="ppt_y"/>
                                          </p:val>
                                        </p:tav>
                                        <p:tav tm="100000">
                                          <p:val>
                                            <p:strVal val="ppt_y+.1"/>
                                          </p:val>
                                        </p:tav>
                                      </p:tavLst>
                                    </p:anim>
                                    <p:set>
                                      <p:cBhvr>
                                        <p:cTn id="70" dur="1" fill="hold">
                                          <p:stCondLst>
                                            <p:cond delay="999"/>
                                          </p:stCondLst>
                                        </p:cTn>
                                        <p:tgtEl>
                                          <p:spTgt spid="43"/>
                                        </p:tgtEl>
                                        <p:attrNameLst>
                                          <p:attrName>style.visibility</p:attrName>
                                        </p:attrNameLst>
                                      </p:cBhvr>
                                      <p:to>
                                        <p:strVal val="hidden"/>
                                      </p:to>
                                    </p:set>
                                  </p:childTnLst>
                                </p:cTn>
                              </p:par>
                              <p:par>
                                <p:cTn id="71" presetID="42" presetClass="exit" presetSubtype="0" fill="hold" nodeType="withEffect">
                                  <p:stCondLst>
                                    <p:cond delay="0"/>
                                  </p:stCondLst>
                                  <p:childTnLst>
                                    <p:animEffect transition="out" filter="fade">
                                      <p:cBhvr>
                                        <p:cTn id="72" dur="1000"/>
                                        <p:tgtEl>
                                          <p:spTgt spid="47"/>
                                        </p:tgtEl>
                                      </p:cBhvr>
                                    </p:animEffect>
                                    <p:anim calcmode="lin" valueType="num">
                                      <p:cBhvr>
                                        <p:cTn id="73" dur="1000"/>
                                        <p:tgtEl>
                                          <p:spTgt spid="47"/>
                                        </p:tgtEl>
                                        <p:attrNameLst>
                                          <p:attrName>ppt_x</p:attrName>
                                        </p:attrNameLst>
                                      </p:cBhvr>
                                      <p:tavLst>
                                        <p:tav tm="0">
                                          <p:val>
                                            <p:strVal val="ppt_x"/>
                                          </p:val>
                                        </p:tav>
                                        <p:tav tm="100000">
                                          <p:val>
                                            <p:strVal val="ppt_x"/>
                                          </p:val>
                                        </p:tav>
                                      </p:tavLst>
                                    </p:anim>
                                    <p:anim calcmode="lin" valueType="num">
                                      <p:cBhvr>
                                        <p:cTn id="74" dur="1000"/>
                                        <p:tgtEl>
                                          <p:spTgt spid="47"/>
                                        </p:tgtEl>
                                        <p:attrNameLst>
                                          <p:attrName>ppt_y</p:attrName>
                                        </p:attrNameLst>
                                      </p:cBhvr>
                                      <p:tavLst>
                                        <p:tav tm="0">
                                          <p:val>
                                            <p:strVal val="ppt_y"/>
                                          </p:val>
                                        </p:tav>
                                        <p:tav tm="100000">
                                          <p:val>
                                            <p:strVal val="ppt_y+.1"/>
                                          </p:val>
                                        </p:tav>
                                      </p:tavLst>
                                    </p:anim>
                                    <p:set>
                                      <p:cBhvr>
                                        <p:cTn id="75" dur="1" fill="hold">
                                          <p:stCondLst>
                                            <p:cond delay="999"/>
                                          </p:stCondLst>
                                        </p:cTn>
                                        <p:tgtEl>
                                          <p:spTgt spid="47"/>
                                        </p:tgtEl>
                                        <p:attrNameLst>
                                          <p:attrName>style.visibility</p:attrName>
                                        </p:attrNameLst>
                                      </p:cBhvr>
                                      <p:to>
                                        <p:strVal val="hidden"/>
                                      </p:to>
                                    </p:set>
                                  </p:childTnLst>
                                </p:cTn>
                              </p:par>
                              <p:par>
                                <p:cTn id="76" presetID="42" presetClass="exit" presetSubtype="0" fill="hold" nodeType="withEffect">
                                  <p:stCondLst>
                                    <p:cond delay="0"/>
                                  </p:stCondLst>
                                  <p:childTnLst>
                                    <p:animEffect transition="out" filter="fade">
                                      <p:cBhvr>
                                        <p:cTn id="77" dur="1000"/>
                                        <p:tgtEl>
                                          <p:spTgt spid="42"/>
                                        </p:tgtEl>
                                      </p:cBhvr>
                                    </p:animEffect>
                                    <p:anim calcmode="lin" valueType="num">
                                      <p:cBhvr>
                                        <p:cTn id="78" dur="1000"/>
                                        <p:tgtEl>
                                          <p:spTgt spid="42"/>
                                        </p:tgtEl>
                                        <p:attrNameLst>
                                          <p:attrName>ppt_x</p:attrName>
                                        </p:attrNameLst>
                                      </p:cBhvr>
                                      <p:tavLst>
                                        <p:tav tm="0">
                                          <p:val>
                                            <p:strVal val="ppt_x"/>
                                          </p:val>
                                        </p:tav>
                                        <p:tav tm="100000">
                                          <p:val>
                                            <p:strVal val="ppt_x"/>
                                          </p:val>
                                        </p:tav>
                                      </p:tavLst>
                                    </p:anim>
                                    <p:anim calcmode="lin" valueType="num">
                                      <p:cBhvr>
                                        <p:cTn id="79" dur="1000"/>
                                        <p:tgtEl>
                                          <p:spTgt spid="42"/>
                                        </p:tgtEl>
                                        <p:attrNameLst>
                                          <p:attrName>ppt_y</p:attrName>
                                        </p:attrNameLst>
                                      </p:cBhvr>
                                      <p:tavLst>
                                        <p:tav tm="0">
                                          <p:val>
                                            <p:strVal val="ppt_y"/>
                                          </p:val>
                                        </p:tav>
                                        <p:tav tm="100000">
                                          <p:val>
                                            <p:strVal val="ppt_y+.1"/>
                                          </p:val>
                                        </p:tav>
                                      </p:tavLst>
                                    </p:anim>
                                    <p:set>
                                      <p:cBhvr>
                                        <p:cTn id="80" dur="1" fill="hold">
                                          <p:stCondLst>
                                            <p:cond delay="999"/>
                                          </p:stCondLst>
                                        </p:cTn>
                                        <p:tgtEl>
                                          <p:spTgt spid="42"/>
                                        </p:tgtEl>
                                        <p:attrNameLst>
                                          <p:attrName>style.visibility</p:attrName>
                                        </p:attrNameLst>
                                      </p:cBhvr>
                                      <p:to>
                                        <p:strVal val="hidden"/>
                                      </p:to>
                                    </p:set>
                                  </p:childTnLst>
                                </p:cTn>
                              </p:par>
                              <p:par>
                                <p:cTn id="81" presetID="42" presetClass="exit" presetSubtype="0" fill="hold" nodeType="withEffect">
                                  <p:stCondLst>
                                    <p:cond delay="0"/>
                                  </p:stCondLst>
                                  <p:childTnLst>
                                    <p:animEffect transition="out" filter="fade">
                                      <p:cBhvr>
                                        <p:cTn id="82" dur="1000"/>
                                        <p:tgtEl>
                                          <p:spTgt spid="41"/>
                                        </p:tgtEl>
                                      </p:cBhvr>
                                    </p:animEffect>
                                    <p:anim calcmode="lin" valueType="num">
                                      <p:cBhvr>
                                        <p:cTn id="83" dur="1000"/>
                                        <p:tgtEl>
                                          <p:spTgt spid="41"/>
                                        </p:tgtEl>
                                        <p:attrNameLst>
                                          <p:attrName>ppt_x</p:attrName>
                                        </p:attrNameLst>
                                      </p:cBhvr>
                                      <p:tavLst>
                                        <p:tav tm="0">
                                          <p:val>
                                            <p:strVal val="ppt_x"/>
                                          </p:val>
                                        </p:tav>
                                        <p:tav tm="100000">
                                          <p:val>
                                            <p:strVal val="ppt_x"/>
                                          </p:val>
                                        </p:tav>
                                      </p:tavLst>
                                    </p:anim>
                                    <p:anim calcmode="lin" valueType="num">
                                      <p:cBhvr>
                                        <p:cTn id="84" dur="1000"/>
                                        <p:tgtEl>
                                          <p:spTgt spid="41"/>
                                        </p:tgtEl>
                                        <p:attrNameLst>
                                          <p:attrName>ppt_y</p:attrName>
                                        </p:attrNameLst>
                                      </p:cBhvr>
                                      <p:tavLst>
                                        <p:tav tm="0">
                                          <p:val>
                                            <p:strVal val="ppt_y"/>
                                          </p:val>
                                        </p:tav>
                                        <p:tav tm="100000">
                                          <p:val>
                                            <p:strVal val="ppt_y+.1"/>
                                          </p:val>
                                        </p:tav>
                                      </p:tavLst>
                                    </p:anim>
                                    <p:set>
                                      <p:cBhvr>
                                        <p:cTn id="85" dur="1" fill="hold">
                                          <p:stCondLst>
                                            <p:cond delay="999"/>
                                          </p:stCondLst>
                                        </p:cTn>
                                        <p:tgtEl>
                                          <p:spTgt spid="41"/>
                                        </p:tgtEl>
                                        <p:attrNameLst>
                                          <p:attrName>style.visibility</p:attrName>
                                        </p:attrNameLst>
                                      </p:cBhvr>
                                      <p:to>
                                        <p:strVal val="hidden"/>
                                      </p:to>
                                    </p:set>
                                  </p:childTnLst>
                                </p:cTn>
                              </p:par>
                              <p:par>
                                <p:cTn id="86" presetID="42" presetClass="exit" presetSubtype="0" fill="hold" nodeType="withEffect">
                                  <p:stCondLst>
                                    <p:cond delay="0"/>
                                  </p:stCondLst>
                                  <p:childTnLst>
                                    <p:animEffect transition="out" filter="fade">
                                      <p:cBhvr>
                                        <p:cTn id="87" dur="1000"/>
                                        <p:tgtEl>
                                          <p:spTgt spid="46"/>
                                        </p:tgtEl>
                                      </p:cBhvr>
                                    </p:animEffect>
                                    <p:anim calcmode="lin" valueType="num">
                                      <p:cBhvr>
                                        <p:cTn id="88" dur="1000"/>
                                        <p:tgtEl>
                                          <p:spTgt spid="46"/>
                                        </p:tgtEl>
                                        <p:attrNameLst>
                                          <p:attrName>ppt_x</p:attrName>
                                        </p:attrNameLst>
                                      </p:cBhvr>
                                      <p:tavLst>
                                        <p:tav tm="0">
                                          <p:val>
                                            <p:strVal val="ppt_x"/>
                                          </p:val>
                                        </p:tav>
                                        <p:tav tm="100000">
                                          <p:val>
                                            <p:strVal val="ppt_x"/>
                                          </p:val>
                                        </p:tav>
                                      </p:tavLst>
                                    </p:anim>
                                    <p:anim calcmode="lin" valueType="num">
                                      <p:cBhvr>
                                        <p:cTn id="89" dur="1000"/>
                                        <p:tgtEl>
                                          <p:spTgt spid="46"/>
                                        </p:tgtEl>
                                        <p:attrNameLst>
                                          <p:attrName>ppt_y</p:attrName>
                                        </p:attrNameLst>
                                      </p:cBhvr>
                                      <p:tavLst>
                                        <p:tav tm="0">
                                          <p:val>
                                            <p:strVal val="ppt_y"/>
                                          </p:val>
                                        </p:tav>
                                        <p:tav tm="100000">
                                          <p:val>
                                            <p:strVal val="ppt_y+.1"/>
                                          </p:val>
                                        </p:tav>
                                      </p:tavLst>
                                    </p:anim>
                                    <p:set>
                                      <p:cBhvr>
                                        <p:cTn id="90" dur="1" fill="hold">
                                          <p:stCondLst>
                                            <p:cond delay="999"/>
                                          </p:stCondLst>
                                        </p:cTn>
                                        <p:tgtEl>
                                          <p:spTgt spid="46"/>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1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42" presetClass="exit" presetSubtype="0" fill="hold" nodeType="clickEffect">
                                  <p:stCondLst>
                                    <p:cond delay="0"/>
                                  </p:stCondLst>
                                  <p:childTnLst>
                                    <p:animEffect transition="out" filter="fade">
                                      <p:cBhvr>
                                        <p:cTn id="98" dur="1000"/>
                                        <p:tgtEl>
                                          <p:spTgt spid="110"/>
                                        </p:tgtEl>
                                      </p:cBhvr>
                                    </p:animEffect>
                                    <p:anim calcmode="lin" valueType="num">
                                      <p:cBhvr>
                                        <p:cTn id="99" dur="1000"/>
                                        <p:tgtEl>
                                          <p:spTgt spid="110"/>
                                        </p:tgtEl>
                                        <p:attrNameLst>
                                          <p:attrName>ppt_x</p:attrName>
                                        </p:attrNameLst>
                                      </p:cBhvr>
                                      <p:tavLst>
                                        <p:tav tm="0">
                                          <p:val>
                                            <p:strVal val="ppt_x"/>
                                          </p:val>
                                        </p:tav>
                                        <p:tav tm="100000">
                                          <p:val>
                                            <p:strVal val="ppt_x"/>
                                          </p:val>
                                        </p:tav>
                                      </p:tavLst>
                                    </p:anim>
                                    <p:anim calcmode="lin" valueType="num">
                                      <p:cBhvr>
                                        <p:cTn id="100" dur="1000"/>
                                        <p:tgtEl>
                                          <p:spTgt spid="110"/>
                                        </p:tgtEl>
                                        <p:attrNameLst>
                                          <p:attrName>ppt_y</p:attrName>
                                        </p:attrNameLst>
                                      </p:cBhvr>
                                      <p:tavLst>
                                        <p:tav tm="0">
                                          <p:val>
                                            <p:strVal val="ppt_y"/>
                                          </p:val>
                                        </p:tav>
                                        <p:tav tm="100000">
                                          <p:val>
                                            <p:strVal val="ppt_y+.1"/>
                                          </p:val>
                                        </p:tav>
                                      </p:tavLst>
                                    </p:anim>
                                    <p:set>
                                      <p:cBhvr>
                                        <p:cTn id="101" dur="1" fill="hold">
                                          <p:stCondLst>
                                            <p:cond delay="999"/>
                                          </p:stCondLst>
                                        </p:cTn>
                                        <p:tgtEl>
                                          <p:spTgt spid="110"/>
                                        </p:tgtEl>
                                        <p:attrNameLst>
                                          <p:attrName>style.visibility</p:attrName>
                                        </p:attrNameLst>
                                      </p:cBhvr>
                                      <p:to>
                                        <p:strVal val="hidden"/>
                                      </p:to>
                                    </p:set>
                                  </p:childTnLst>
                                </p:cTn>
                              </p:par>
                              <p:par>
                                <p:cTn id="102" presetID="42" presetClass="exit" presetSubtype="0" fill="hold" nodeType="withEffect">
                                  <p:stCondLst>
                                    <p:cond delay="0"/>
                                  </p:stCondLst>
                                  <p:childTnLst>
                                    <p:animEffect transition="out" filter="fade">
                                      <p:cBhvr>
                                        <p:cTn id="103" dur="1000"/>
                                        <p:tgtEl>
                                          <p:spTgt spid="96"/>
                                        </p:tgtEl>
                                      </p:cBhvr>
                                    </p:animEffect>
                                    <p:anim calcmode="lin" valueType="num">
                                      <p:cBhvr>
                                        <p:cTn id="104" dur="1000"/>
                                        <p:tgtEl>
                                          <p:spTgt spid="96"/>
                                        </p:tgtEl>
                                        <p:attrNameLst>
                                          <p:attrName>ppt_x</p:attrName>
                                        </p:attrNameLst>
                                      </p:cBhvr>
                                      <p:tavLst>
                                        <p:tav tm="0">
                                          <p:val>
                                            <p:strVal val="ppt_x"/>
                                          </p:val>
                                        </p:tav>
                                        <p:tav tm="100000">
                                          <p:val>
                                            <p:strVal val="ppt_x"/>
                                          </p:val>
                                        </p:tav>
                                      </p:tavLst>
                                    </p:anim>
                                    <p:anim calcmode="lin" valueType="num">
                                      <p:cBhvr>
                                        <p:cTn id="105" dur="1000"/>
                                        <p:tgtEl>
                                          <p:spTgt spid="96"/>
                                        </p:tgtEl>
                                        <p:attrNameLst>
                                          <p:attrName>ppt_y</p:attrName>
                                        </p:attrNameLst>
                                      </p:cBhvr>
                                      <p:tavLst>
                                        <p:tav tm="0">
                                          <p:val>
                                            <p:strVal val="ppt_y"/>
                                          </p:val>
                                        </p:tav>
                                        <p:tav tm="100000">
                                          <p:val>
                                            <p:strVal val="ppt_y+.1"/>
                                          </p:val>
                                        </p:tav>
                                      </p:tavLst>
                                    </p:anim>
                                    <p:set>
                                      <p:cBhvr>
                                        <p:cTn id="106" dur="1" fill="hold">
                                          <p:stCondLst>
                                            <p:cond delay="999"/>
                                          </p:stCondLst>
                                        </p:cTn>
                                        <p:tgtEl>
                                          <p:spTgt spid="96"/>
                                        </p:tgtEl>
                                        <p:attrNameLst>
                                          <p:attrName>style.visibility</p:attrName>
                                        </p:attrNameLst>
                                      </p:cBhvr>
                                      <p:to>
                                        <p:strVal val="hidden"/>
                                      </p:to>
                                    </p:set>
                                  </p:childTnLst>
                                </p:cTn>
                              </p:par>
                              <p:par>
                                <p:cTn id="107" presetID="42" presetClass="exit" presetSubtype="0" fill="hold" nodeType="withEffect">
                                  <p:stCondLst>
                                    <p:cond delay="0"/>
                                  </p:stCondLst>
                                  <p:childTnLst>
                                    <p:animEffect transition="out" filter="fade">
                                      <p:cBhvr>
                                        <p:cTn id="108" dur="1000"/>
                                        <p:tgtEl>
                                          <p:spTgt spid="108"/>
                                        </p:tgtEl>
                                      </p:cBhvr>
                                    </p:animEffect>
                                    <p:anim calcmode="lin" valueType="num">
                                      <p:cBhvr>
                                        <p:cTn id="109" dur="1000"/>
                                        <p:tgtEl>
                                          <p:spTgt spid="108"/>
                                        </p:tgtEl>
                                        <p:attrNameLst>
                                          <p:attrName>ppt_x</p:attrName>
                                        </p:attrNameLst>
                                      </p:cBhvr>
                                      <p:tavLst>
                                        <p:tav tm="0">
                                          <p:val>
                                            <p:strVal val="ppt_x"/>
                                          </p:val>
                                        </p:tav>
                                        <p:tav tm="100000">
                                          <p:val>
                                            <p:strVal val="ppt_x"/>
                                          </p:val>
                                        </p:tav>
                                      </p:tavLst>
                                    </p:anim>
                                    <p:anim calcmode="lin" valueType="num">
                                      <p:cBhvr>
                                        <p:cTn id="110" dur="1000"/>
                                        <p:tgtEl>
                                          <p:spTgt spid="108"/>
                                        </p:tgtEl>
                                        <p:attrNameLst>
                                          <p:attrName>ppt_y</p:attrName>
                                        </p:attrNameLst>
                                      </p:cBhvr>
                                      <p:tavLst>
                                        <p:tav tm="0">
                                          <p:val>
                                            <p:strVal val="ppt_y"/>
                                          </p:val>
                                        </p:tav>
                                        <p:tav tm="100000">
                                          <p:val>
                                            <p:strVal val="ppt_y+.1"/>
                                          </p:val>
                                        </p:tav>
                                      </p:tavLst>
                                    </p:anim>
                                    <p:set>
                                      <p:cBhvr>
                                        <p:cTn id="111" dur="1" fill="hold">
                                          <p:stCondLst>
                                            <p:cond delay="999"/>
                                          </p:stCondLst>
                                        </p:cTn>
                                        <p:tgtEl>
                                          <p:spTgt spid="108"/>
                                        </p:tgtEl>
                                        <p:attrNameLst>
                                          <p:attrName>style.visibility</p:attrName>
                                        </p:attrNameLst>
                                      </p:cBhvr>
                                      <p:to>
                                        <p:strVal val="hidden"/>
                                      </p:to>
                                    </p:set>
                                  </p:childTnLst>
                                </p:cTn>
                              </p:par>
                              <p:par>
                                <p:cTn id="112" presetID="42" presetClass="exit" presetSubtype="0" fill="hold" nodeType="withEffect">
                                  <p:stCondLst>
                                    <p:cond delay="0"/>
                                  </p:stCondLst>
                                  <p:childTnLst>
                                    <p:animEffect transition="out" filter="fade">
                                      <p:cBhvr>
                                        <p:cTn id="113" dur="1000"/>
                                        <p:tgtEl>
                                          <p:spTgt spid="97"/>
                                        </p:tgtEl>
                                      </p:cBhvr>
                                    </p:animEffect>
                                    <p:anim calcmode="lin" valueType="num">
                                      <p:cBhvr>
                                        <p:cTn id="114" dur="1000"/>
                                        <p:tgtEl>
                                          <p:spTgt spid="97"/>
                                        </p:tgtEl>
                                        <p:attrNameLst>
                                          <p:attrName>ppt_x</p:attrName>
                                        </p:attrNameLst>
                                      </p:cBhvr>
                                      <p:tavLst>
                                        <p:tav tm="0">
                                          <p:val>
                                            <p:strVal val="ppt_x"/>
                                          </p:val>
                                        </p:tav>
                                        <p:tav tm="100000">
                                          <p:val>
                                            <p:strVal val="ppt_x"/>
                                          </p:val>
                                        </p:tav>
                                      </p:tavLst>
                                    </p:anim>
                                    <p:anim calcmode="lin" valueType="num">
                                      <p:cBhvr>
                                        <p:cTn id="115" dur="1000"/>
                                        <p:tgtEl>
                                          <p:spTgt spid="97"/>
                                        </p:tgtEl>
                                        <p:attrNameLst>
                                          <p:attrName>ppt_y</p:attrName>
                                        </p:attrNameLst>
                                      </p:cBhvr>
                                      <p:tavLst>
                                        <p:tav tm="0">
                                          <p:val>
                                            <p:strVal val="ppt_y"/>
                                          </p:val>
                                        </p:tav>
                                        <p:tav tm="100000">
                                          <p:val>
                                            <p:strVal val="ppt_y+.1"/>
                                          </p:val>
                                        </p:tav>
                                      </p:tavLst>
                                    </p:anim>
                                    <p:set>
                                      <p:cBhvr>
                                        <p:cTn id="116" dur="1" fill="hold">
                                          <p:stCondLst>
                                            <p:cond delay="999"/>
                                          </p:stCondLst>
                                        </p:cTn>
                                        <p:tgtEl>
                                          <p:spTgt spid="97"/>
                                        </p:tgtEl>
                                        <p:attrNameLst>
                                          <p:attrName>style.visibility</p:attrName>
                                        </p:attrNameLst>
                                      </p:cBhvr>
                                      <p:to>
                                        <p:strVal val="hidden"/>
                                      </p:to>
                                    </p:set>
                                  </p:childTnLst>
                                </p:cTn>
                              </p:par>
                              <p:par>
                                <p:cTn id="117" presetID="42" presetClass="exit" presetSubtype="0" fill="hold" nodeType="withEffect">
                                  <p:stCondLst>
                                    <p:cond delay="0"/>
                                  </p:stCondLst>
                                  <p:childTnLst>
                                    <p:animEffect transition="out" filter="fade">
                                      <p:cBhvr>
                                        <p:cTn id="118" dur="1000"/>
                                        <p:tgtEl>
                                          <p:spTgt spid="98"/>
                                        </p:tgtEl>
                                      </p:cBhvr>
                                    </p:animEffect>
                                    <p:anim calcmode="lin" valueType="num">
                                      <p:cBhvr>
                                        <p:cTn id="119" dur="1000"/>
                                        <p:tgtEl>
                                          <p:spTgt spid="98"/>
                                        </p:tgtEl>
                                        <p:attrNameLst>
                                          <p:attrName>ppt_x</p:attrName>
                                        </p:attrNameLst>
                                      </p:cBhvr>
                                      <p:tavLst>
                                        <p:tav tm="0">
                                          <p:val>
                                            <p:strVal val="ppt_x"/>
                                          </p:val>
                                        </p:tav>
                                        <p:tav tm="100000">
                                          <p:val>
                                            <p:strVal val="ppt_x"/>
                                          </p:val>
                                        </p:tav>
                                      </p:tavLst>
                                    </p:anim>
                                    <p:anim calcmode="lin" valueType="num">
                                      <p:cBhvr>
                                        <p:cTn id="120" dur="1000"/>
                                        <p:tgtEl>
                                          <p:spTgt spid="98"/>
                                        </p:tgtEl>
                                        <p:attrNameLst>
                                          <p:attrName>ppt_y</p:attrName>
                                        </p:attrNameLst>
                                      </p:cBhvr>
                                      <p:tavLst>
                                        <p:tav tm="0">
                                          <p:val>
                                            <p:strVal val="ppt_y"/>
                                          </p:val>
                                        </p:tav>
                                        <p:tav tm="100000">
                                          <p:val>
                                            <p:strVal val="ppt_y+.1"/>
                                          </p:val>
                                        </p:tav>
                                      </p:tavLst>
                                    </p:anim>
                                    <p:set>
                                      <p:cBhvr>
                                        <p:cTn id="121" dur="1" fill="hold">
                                          <p:stCondLst>
                                            <p:cond delay="999"/>
                                          </p:stCondLst>
                                        </p:cTn>
                                        <p:tgtEl>
                                          <p:spTgt spid="98"/>
                                        </p:tgtEl>
                                        <p:attrNameLst>
                                          <p:attrName>style.visibility</p:attrName>
                                        </p:attrNameLst>
                                      </p:cBhvr>
                                      <p:to>
                                        <p:strVal val="hidden"/>
                                      </p:to>
                                    </p:set>
                                  </p:childTnLst>
                                </p:cTn>
                              </p:par>
                              <p:par>
                                <p:cTn id="122" presetID="42" presetClass="exit" presetSubtype="0" fill="hold" nodeType="withEffect">
                                  <p:stCondLst>
                                    <p:cond delay="0"/>
                                  </p:stCondLst>
                                  <p:childTnLst>
                                    <p:animEffect transition="out" filter="fade">
                                      <p:cBhvr>
                                        <p:cTn id="123" dur="1000"/>
                                        <p:tgtEl>
                                          <p:spTgt spid="111"/>
                                        </p:tgtEl>
                                      </p:cBhvr>
                                    </p:animEffect>
                                    <p:anim calcmode="lin" valueType="num">
                                      <p:cBhvr>
                                        <p:cTn id="124" dur="1000"/>
                                        <p:tgtEl>
                                          <p:spTgt spid="111"/>
                                        </p:tgtEl>
                                        <p:attrNameLst>
                                          <p:attrName>ppt_x</p:attrName>
                                        </p:attrNameLst>
                                      </p:cBhvr>
                                      <p:tavLst>
                                        <p:tav tm="0">
                                          <p:val>
                                            <p:strVal val="ppt_x"/>
                                          </p:val>
                                        </p:tav>
                                        <p:tav tm="100000">
                                          <p:val>
                                            <p:strVal val="ppt_x"/>
                                          </p:val>
                                        </p:tav>
                                      </p:tavLst>
                                    </p:anim>
                                    <p:anim calcmode="lin" valueType="num">
                                      <p:cBhvr>
                                        <p:cTn id="125" dur="1000"/>
                                        <p:tgtEl>
                                          <p:spTgt spid="111"/>
                                        </p:tgtEl>
                                        <p:attrNameLst>
                                          <p:attrName>ppt_y</p:attrName>
                                        </p:attrNameLst>
                                      </p:cBhvr>
                                      <p:tavLst>
                                        <p:tav tm="0">
                                          <p:val>
                                            <p:strVal val="ppt_y"/>
                                          </p:val>
                                        </p:tav>
                                        <p:tav tm="100000">
                                          <p:val>
                                            <p:strVal val="ppt_y+.1"/>
                                          </p:val>
                                        </p:tav>
                                      </p:tavLst>
                                    </p:anim>
                                    <p:set>
                                      <p:cBhvr>
                                        <p:cTn id="126" dur="1" fill="hold">
                                          <p:stCondLst>
                                            <p:cond delay="999"/>
                                          </p:stCondLst>
                                        </p:cTn>
                                        <p:tgtEl>
                                          <p:spTgt spid="111"/>
                                        </p:tgtEl>
                                        <p:attrNameLst>
                                          <p:attrName>style.visibility</p:attrName>
                                        </p:attrNameLst>
                                      </p:cBhvr>
                                      <p:to>
                                        <p:strVal val="hidden"/>
                                      </p:to>
                                    </p:set>
                                  </p:childTnLst>
                                </p:cTn>
                              </p:par>
                              <p:par>
                                <p:cTn id="127" presetID="42" presetClass="exit" presetSubtype="0" fill="hold" nodeType="withEffect">
                                  <p:stCondLst>
                                    <p:cond delay="0"/>
                                  </p:stCondLst>
                                  <p:childTnLst>
                                    <p:animEffect transition="out" filter="fade">
                                      <p:cBhvr>
                                        <p:cTn id="128" dur="1000"/>
                                        <p:tgtEl>
                                          <p:spTgt spid="107"/>
                                        </p:tgtEl>
                                      </p:cBhvr>
                                    </p:animEffect>
                                    <p:anim calcmode="lin" valueType="num">
                                      <p:cBhvr>
                                        <p:cTn id="129" dur="1000"/>
                                        <p:tgtEl>
                                          <p:spTgt spid="107"/>
                                        </p:tgtEl>
                                        <p:attrNameLst>
                                          <p:attrName>ppt_x</p:attrName>
                                        </p:attrNameLst>
                                      </p:cBhvr>
                                      <p:tavLst>
                                        <p:tav tm="0">
                                          <p:val>
                                            <p:strVal val="ppt_x"/>
                                          </p:val>
                                        </p:tav>
                                        <p:tav tm="100000">
                                          <p:val>
                                            <p:strVal val="ppt_x"/>
                                          </p:val>
                                        </p:tav>
                                      </p:tavLst>
                                    </p:anim>
                                    <p:anim calcmode="lin" valueType="num">
                                      <p:cBhvr>
                                        <p:cTn id="130" dur="1000"/>
                                        <p:tgtEl>
                                          <p:spTgt spid="107"/>
                                        </p:tgtEl>
                                        <p:attrNameLst>
                                          <p:attrName>ppt_y</p:attrName>
                                        </p:attrNameLst>
                                      </p:cBhvr>
                                      <p:tavLst>
                                        <p:tav tm="0">
                                          <p:val>
                                            <p:strVal val="ppt_y"/>
                                          </p:val>
                                        </p:tav>
                                        <p:tav tm="100000">
                                          <p:val>
                                            <p:strVal val="ppt_y+.1"/>
                                          </p:val>
                                        </p:tav>
                                      </p:tavLst>
                                    </p:anim>
                                    <p:set>
                                      <p:cBhvr>
                                        <p:cTn id="131" dur="1" fill="hold">
                                          <p:stCondLst>
                                            <p:cond delay="999"/>
                                          </p:stCondLst>
                                        </p:cTn>
                                        <p:tgtEl>
                                          <p:spTgt spid="107"/>
                                        </p:tgtEl>
                                        <p:attrNameLst>
                                          <p:attrName>style.visibility</p:attrName>
                                        </p:attrNameLst>
                                      </p:cBhvr>
                                      <p:to>
                                        <p:strVal val="hidden"/>
                                      </p:to>
                                    </p:set>
                                  </p:childTnLst>
                                </p:cTn>
                              </p:par>
                              <p:par>
                                <p:cTn id="132" presetID="42" presetClass="exit" presetSubtype="0" fill="hold" nodeType="withEffect">
                                  <p:stCondLst>
                                    <p:cond delay="0"/>
                                  </p:stCondLst>
                                  <p:childTnLst>
                                    <p:animEffect transition="out" filter="fade">
                                      <p:cBhvr>
                                        <p:cTn id="133" dur="1000"/>
                                        <p:tgtEl>
                                          <p:spTgt spid="104"/>
                                        </p:tgtEl>
                                      </p:cBhvr>
                                    </p:animEffect>
                                    <p:anim calcmode="lin" valueType="num">
                                      <p:cBhvr>
                                        <p:cTn id="134" dur="1000"/>
                                        <p:tgtEl>
                                          <p:spTgt spid="104"/>
                                        </p:tgtEl>
                                        <p:attrNameLst>
                                          <p:attrName>ppt_x</p:attrName>
                                        </p:attrNameLst>
                                      </p:cBhvr>
                                      <p:tavLst>
                                        <p:tav tm="0">
                                          <p:val>
                                            <p:strVal val="ppt_x"/>
                                          </p:val>
                                        </p:tav>
                                        <p:tav tm="100000">
                                          <p:val>
                                            <p:strVal val="ppt_x"/>
                                          </p:val>
                                        </p:tav>
                                      </p:tavLst>
                                    </p:anim>
                                    <p:anim calcmode="lin" valueType="num">
                                      <p:cBhvr>
                                        <p:cTn id="135" dur="1000"/>
                                        <p:tgtEl>
                                          <p:spTgt spid="104"/>
                                        </p:tgtEl>
                                        <p:attrNameLst>
                                          <p:attrName>ppt_y</p:attrName>
                                        </p:attrNameLst>
                                      </p:cBhvr>
                                      <p:tavLst>
                                        <p:tav tm="0">
                                          <p:val>
                                            <p:strVal val="ppt_y"/>
                                          </p:val>
                                        </p:tav>
                                        <p:tav tm="100000">
                                          <p:val>
                                            <p:strVal val="ppt_y+.1"/>
                                          </p:val>
                                        </p:tav>
                                      </p:tavLst>
                                    </p:anim>
                                    <p:set>
                                      <p:cBhvr>
                                        <p:cTn id="136" dur="1" fill="hold">
                                          <p:stCondLst>
                                            <p:cond delay="999"/>
                                          </p:stCondLst>
                                        </p:cTn>
                                        <p:tgtEl>
                                          <p:spTgt spid="104"/>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16" grpId="0"/>
      <p:bldP spid="117"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3(Cont.)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Give nine perfect matchings of the following graph.</a:t>
            </a:r>
          </a:p>
          <a:p>
            <a:endParaRPr lang="en-US" sz="2800" dirty="0">
              <a:solidFill>
                <a:schemeClr val="bg1"/>
              </a:solidFill>
            </a:endParaRPr>
          </a:p>
        </p:txBody>
      </p:sp>
      <p:sp>
        <p:nvSpPr>
          <p:cNvPr id="27" name="Oval 26">
            <a:extLst>
              <a:ext uri="{FF2B5EF4-FFF2-40B4-BE49-F238E27FC236}">
                <a16:creationId xmlns:a16="http://schemas.microsoft.com/office/drawing/2014/main" id="{BDD11F87-DA81-9510-C1CB-0AF4093562CB}"/>
              </a:ext>
            </a:extLst>
          </p:cNvPr>
          <p:cNvSpPr/>
          <p:nvPr/>
        </p:nvSpPr>
        <p:spPr>
          <a:xfrm rot="5400000">
            <a:off x="6972914" y="449780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8" name="Oval 27">
            <a:extLst>
              <a:ext uri="{FF2B5EF4-FFF2-40B4-BE49-F238E27FC236}">
                <a16:creationId xmlns:a16="http://schemas.microsoft.com/office/drawing/2014/main" id="{BDD11F87-DA81-9510-C1CB-0AF4093562CB}"/>
              </a:ext>
            </a:extLst>
          </p:cNvPr>
          <p:cNvSpPr/>
          <p:nvPr/>
        </p:nvSpPr>
        <p:spPr>
          <a:xfrm rot="5400000">
            <a:off x="5532770" y="44973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6972914"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5532770"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1" name="Straight Connector 30">
            <a:extLst>
              <a:ext uri="{FF2B5EF4-FFF2-40B4-BE49-F238E27FC236}">
                <a16:creationId xmlns:a16="http://schemas.microsoft.com/office/drawing/2014/main" id="{6205DD86-315C-53B6-CEEF-A9919650168E}"/>
              </a:ext>
            </a:extLst>
          </p:cNvPr>
          <p:cNvCxnSpPr>
            <a:cxnSpLocks/>
            <a:endCxn id="27" idx="2"/>
          </p:cNvCxnSpPr>
          <p:nvPr/>
        </p:nvCxnSpPr>
        <p:spPr>
          <a:xfrm>
            <a:off x="7043477" y="3209360"/>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6205DD86-315C-53B6-CEEF-A9919650168E}"/>
              </a:ext>
            </a:extLst>
          </p:cNvPr>
          <p:cNvCxnSpPr>
            <a:cxnSpLocks/>
            <a:stCxn id="30" idx="6"/>
            <a:endCxn id="28" idx="2"/>
          </p:cNvCxnSpPr>
          <p:nvPr/>
        </p:nvCxnSpPr>
        <p:spPr>
          <a:xfrm>
            <a:off x="5603333" y="3213675"/>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29" idx="4"/>
            <a:endCxn id="30" idx="0"/>
          </p:cNvCxnSpPr>
          <p:nvPr/>
        </p:nvCxnSpPr>
        <p:spPr>
          <a:xfrm flipH="1">
            <a:off x="5675333" y="3143112"/>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27" idx="4"/>
            <a:endCxn id="28" idx="0"/>
          </p:cNvCxnSpPr>
          <p:nvPr/>
        </p:nvCxnSpPr>
        <p:spPr>
          <a:xfrm flipH="1" flipV="1">
            <a:off x="5675333" y="4569355"/>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7" name="Oval 36">
            <a:extLst>
              <a:ext uri="{FF2B5EF4-FFF2-40B4-BE49-F238E27FC236}">
                <a16:creationId xmlns:a16="http://schemas.microsoft.com/office/drawing/2014/main" id="{BDD11F87-DA81-9510-C1CB-0AF4093562CB}"/>
              </a:ext>
            </a:extLst>
          </p:cNvPr>
          <p:cNvSpPr/>
          <p:nvPr/>
        </p:nvSpPr>
        <p:spPr>
          <a:xfrm rot="5400000">
            <a:off x="4812674" y="522414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7692994" y="522915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7692994"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4812674"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39" idx="5"/>
            <a:endCxn id="29" idx="1"/>
          </p:cNvCxnSpPr>
          <p:nvPr/>
        </p:nvCxnSpPr>
        <p:spPr>
          <a:xfrm flipH="1">
            <a:off x="7094389" y="2465723"/>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40" idx="7"/>
            <a:endCxn id="30" idx="3"/>
          </p:cNvCxnSpPr>
          <p:nvPr/>
        </p:nvCxnSpPr>
        <p:spPr>
          <a:xfrm>
            <a:off x="4934149" y="2465723"/>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28" idx="5"/>
            <a:endCxn id="37" idx="1"/>
          </p:cNvCxnSpPr>
          <p:nvPr/>
        </p:nvCxnSpPr>
        <p:spPr>
          <a:xfrm flipH="1">
            <a:off x="4934149" y="4619251"/>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27" idx="7"/>
            <a:endCxn id="38" idx="3"/>
          </p:cNvCxnSpPr>
          <p:nvPr/>
        </p:nvCxnSpPr>
        <p:spPr>
          <a:xfrm>
            <a:off x="7094389" y="4619698"/>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39" idx="4"/>
            <a:endCxn id="40" idx="0"/>
          </p:cNvCxnSpPr>
          <p:nvPr/>
        </p:nvCxnSpPr>
        <p:spPr>
          <a:xfrm flipH="1">
            <a:off x="4955237" y="2415827"/>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a:extLst>
              <a:ext uri="{FF2B5EF4-FFF2-40B4-BE49-F238E27FC236}">
                <a16:creationId xmlns:a16="http://schemas.microsoft.com/office/drawing/2014/main" id="{6205DD86-315C-53B6-CEEF-A9919650168E}"/>
              </a:ext>
            </a:extLst>
          </p:cNvPr>
          <p:cNvCxnSpPr>
            <a:cxnSpLocks/>
            <a:stCxn id="39" idx="6"/>
            <a:endCxn id="38" idx="2"/>
          </p:cNvCxnSpPr>
          <p:nvPr/>
        </p:nvCxnSpPr>
        <p:spPr>
          <a:xfrm>
            <a:off x="7763557" y="2486390"/>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6205DD86-315C-53B6-CEEF-A9919650168E}"/>
              </a:ext>
            </a:extLst>
          </p:cNvPr>
          <p:cNvCxnSpPr>
            <a:cxnSpLocks/>
            <a:stCxn id="40" idx="6"/>
            <a:endCxn id="37" idx="2"/>
          </p:cNvCxnSpPr>
          <p:nvPr/>
        </p:nvCxnSpPr>
        <p:spPr>
          <a:xfrm>
            <a:off x="4883237" y="2486390"/>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38" idx="4"/>
            <a:endCxn id="37" idx="0"/>
          </p:cNvCxnSpPr>
          <p:nvPr/>
        </p:nvCxnSpPr>
        <p:spPr>
          <a:xfrm flipH="1" flipV="1">
            <a:off x="4955237" y="5296147"/>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7" name="Oval 56">
            <a:extLst>
              <a:ext uri="{FF2B5EF4-FFF2-40B4-BE49-F238E27FC236}">
                <a16:creationId xmlns:a16="http://schemas.microsoft.com/office/drawing/2014/main" id="{BDD11F87-DA81-9510-C1CB-0AF4093562CB}"/>
              </a:ext>
            </a:extLst>
          </p:cNvPr>
          <p:cNvSpPr/>
          <p:nvPr/>
        </p:nvSpPr>
        <p:spPr>
          <a:xfrm rot="5400000">
            <a:off x="2796449" y="450211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8" name="Oval 57">
            <a:extLst>
              <a:ext uri="{FF2B5EF4-FFF2-40B4-BE49-F238E27FC236}">
                <a16:creationId xmlns:a16="http://schemas.microsoft.com/office/drawing/2014/main" id="{BDD11F87-DA81-9510-C1CB-0AF4093562CB}"/>
              </a:ext>
            </a:extLst>
          </p:cNvPr>
          <p:cNvSpPr/>
          <p:nvPr/>
        </p:nvSpPr>
        <p:spPr>
          <a:xfrm rot="5400000">
            <a:off x="1356305" y="450167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9" name="Oval 58">
            <a:extLst>
              <a:ext uri="{FF2B5EF4-FFF2-40B4-BE49-F238E27FC236}">
                <a16:creationId xmlns:a16="http://schemas.microsoft.com/office/drawing/2014/main" id="{BDD11F87-DA81-9510-C1CB-0AF4093562CB}"/>
              </a:ext>
            </a:extLst>
          </p:cNvPr>
          <p:cNvSpPr/>
          <p:nvPr/>
        </p:nvSpPr>
        <p:spPr>
          <a:xfrm rot="5400000">
            <a:off x="2796449" y="30754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0" name="Oval 59">
            <a:extLst>
              <a:ext uri="{FF2B5EF4-FFF2-40B4-BE49-F238E27FC236}">
                <a16:creationId xmlns:a16="http://schemas.microsoft.com/office/drawing/2014/main" id="{BDD11F87-DA81-9510-C1CB-0AF4093562CB}"/>
              </a:ext>
            </a:extLst>
          </p:cNvPr>
          <p:cNvSpPr/>
          <p:nvPr/>
        </p:nvSpPr>
        <p:spPr>
          <a:xfrm rot="5400000">
            <a:off x="1356305" y="30754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2" name="Straight Connector 61">
            <a:extLst>
              <a:ext uri="{FF2B5EF4-FFF2-40B4-BE49-F238E27FC236}">
                <a16:creationId xmlns:a16="http://schemas.microsoft.com/office/drawing/2014/main" id="{6205DD86-315C-53B6-CEEF-A9919650168E}"/>
              </a:ext>
            </a:extLst>
          </p:cNvPr>
          <p:cNvCxnSpPr>
            <a:cxnSpLocks/>
            <a:endCxn id="57" idx="2"/>
          </p:cNvCxnSpPr>
          <p:nvPr/>
        </p:nvCxnSpPr>
        <p:spPr>
          <a:xfrm>
            <a:off x="2867012" y="3213675"/>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6205DD86-315C-53B6-CEEF-A9919650168E}"/>
              </a:ext>
            </a:extLst>
          </p:cNvPr>
          <p:cNvCxnSpPr>
            <a:cxnSpLocks/>
            <a:stCxn id="60" idx="6"/>
            <a:endCxn id="58" idx="2"/>
          </p:cNvCxnSpPr>
          <p:nvPr/>
        </p:nvCxnSpPr>
        <p:spPr>
          <a:xfrm>
            <a:off x="1426868" y="3217990"/>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59" idx="4"/>
            <a:endCxn id="60" idx="0"/>
          </p:cNvCxnSpPr>
          <p:nvPr/>
        </p:nvCxnSpPr>
        <p:spPr>
          <a:xfrm flipH="1">
            <a:off x="1498868" y="3147427"/>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57" idx="4"/>
            <a:endCxn id="58" idx="0"/>
          </p:cNvCxnSpPr>
          <p:nvPr/>
        </p:nvCxnSpPr>
        <p:spPr>
          <a:xfrm flipH="1" flipV="1">
            <a:off x="1498868" y="4573670"/>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6" name="Oval 65">
            <a:extLst>
              <a:ext uri="{FF2B5EF4-FFF2-40B4-BE49-F238E27FC236}">
                <a16:creationId xmlns:a16="http://schemas.microsoft.com/office/drawing/2014/main" id="{BDD11F87-DA81-9510-C1CB-0AF4093562CB}"/>
              </a:ext>
            </a:extLst>
          </p:cNvPr>
          <p:cNvSpPr/>
          <p:nvPr/>
        </p:nvSpPr>
        <p:spPr>
          <a:xfrm rot="5400000">
            <a:off x="636209" y="522846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1" name="Oval 70">
            <a:extLst>
              <a:ext uri="{FF2B5EF4-FFF2-40B4-BE49-F238E27FC236}">
                <a16:creationId xmlns:a16="http://schemas.microsoft.com/office/drawing/2014/main" id="{BDD11F87-DA81-9510-C1CB-0AF4093562CB}"/>
              </a:ext>
            </a:extLst>
          </p:cNvPr>
          <p:cNvSpPr/>
          <p:nvPr/>
        </p:nvSpPr>
        <p:spPr>
          <a:xfrm rot="5400000">
            <a:off x="3516529" y="523347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2" name="Oval 71">
            <a:extLst>
              <a:ext uri="{FF2B5EF4-FFF2-40B4-BE49-F238E27FC236}">
                <a16:creationId xmlns:a16="http://schemas.microsoft.com/office/drawing/2014/main" id="{BDD11F87-DA81-9510-C1CB-0AF4093562CB}"/>
              </a:ext>
            </a:extLst>
          </p:cNvPr>
          <p:cNvSpPr/>
          <p:nvPr/>
        </p:nvSpPr>
        <p:spPr>
          <a:xfrm rot="5400000">
            <a:off x="3516529" y="234814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3" name="Oval 72">
            <a:extLst>
              <a:ext uri="{FF2B5EF4-FFF2-40B4-BE49-F238E27FC236}">
                <a16:creationId xmlns:a16="http://schemas.microsoft.com/office/drawing/2014/main" id="{BDD11F87-DA81-9510-C1CB-0AF4093562CB}"/>
              </a:ext>
            </a:extLst>
          </p:cNvPr>
          <p:cNvSpPr/>
          <p:nvPr/>
        </p:nvSpPr>
        <p:spPr>
          <a:xfrm rot="5400000">
            <a:off x="636209" y="234814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4" name="Straight Connector 73">
            <a:extLst>
              <a:ext uri="{FF2B5EF4-FFF2-40B4-BE49-F238E27FC236}">
                <a16:creationId xmlns:a16="http://schemas.microsoft.com/office/drawing/2014/main" id="{6205DD86-315C-53B6-CEEF-A9919650168E}"/>
              </a:ext>
            </a:extLst>
          </p:cNvPr>
          <p:cNvCxnSpPr>
            <a:cxnSpLocks/>
            <a:stCxn id="72" idx="5"/>
            <a:endCxn id="59" idx="1"/>
          </p:cNvCxnSpPr>
          <p:nvPr/>
        </p:nvCxnSpPr>
        <p:spPr>
          <a:xfrm flipH="1">
            <a:off x="2917924" y="2470038"/>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a:extLst>
              <a:ext uri="{FF2B5EF4-FFF2-40B4-BE49-F238E27FC236}">
                <a16:creationId xmlns:a16="http://schemas.microsoft.com/office/drawing/2014/main" id="{6205DD86-315C-53B6-CEEF-A9919650168E}"/>
              </a:ext>
            </a:extLst>
          </p:cNvPr>
          <p:cNvCxnSpPr>
            <a:cxnSpLocks/>
            <a:stCxn id="73" idx="7"/>
            <a:endCxn id="60" idx="3"/>
          </p:cNvCxnSpPr>
          <p:nvPr/>
        </p:nvCxnSpPr>
        <p:spPr>
          <a:xfrm>
            <a:off x="757684" y="2470038"/>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58" idx="5"/>
            <a:endCxn id="66" idx="1"/>
          </p:cNvCxnSpPr>
          <p:nvPr/>
        </p:nvCxnSpPr>
        <p:spPr>
          <a:xfrm flipH="1">
            <a:off x="757684" y="4623566"/>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57" idx="7"/>
            <a:endCxn id="71" idx="3"/>
          </p:cNvCxnSpPr>
          <p:nvPr/>
        </p:nvCxnSpPr>
        <p:spPr>
          <a:xfrm>
            <a:off x="2917924" y="4624013"/>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6205DD86-315C-53B6-CEEF-A9919650168E}"/>
              </a:ext>
            </a:extLst>
          </p:cNvPr>
          <p:cNvCxnSpPr>
            <a:cxnSpLocks/>
            <a:stCxn id="72" idx="4"/>
            <a:endCxn id="73" idx="0"/>
          </p:cNvCxnSpPr>
          <p:nvPr/>
        </p:nvCxnSpPr>
        <p:spPr>
          <a:xfrm flipH="1">
            <a:off x="778772" y="2420142"/>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72" idx="6"/>
            <a:endCxn id="71" idx="2"/>
          </p:cNvCxnSpPr>
          <p:nvPr/>
        </p:nvCxnSpPr>
        <p:spPr>
          <a:xfrm>
            <a:off x="3587092" y="2490705"/>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6205DD86-315C-53B6-CEEF-A9919650168E}"/>
              </a:ext>
            </a:extLst>
          </p:cNvPr>
          <p:cNvCxnSpPr>
            <a:cxnSpLocks/>
            <a:stCxn id="73" idx="6"/>
            <a:endCxn id="66" idx="2"/>
          </p:cNvCxnSpPr>
          <p:nvPr/>
        </p:nvCxnSpPr>
        <p:spPr>
          <a:xfrm>
            <a:off x="706772" y="2490705"/>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Straight Connector 84">
            <a:extLst>
              <a:ext uri="{FF2B5EF4-FFF2-40B4-BE49-F238E27FC236}">
                <a16:creationId xmlns:a16="http://schemas.microsoft.com/office/drawing/2014/main" id="{6205DD86-315C-53B6-CEEF-A9919650168E}"/>
              </a:ext>
            </a:extLst>
          </p:cNvPr>
          <p:cNvCxnSpPr>
            <a:cxnSpLocks/>
            <a:stCxn id="71" idx="4"/>
            <a:endCxn id="66" idx="0"/>
          </p:cNvCxnSpPr>
          <p:nvPr/>
        </p:nvCxnSpPr>
        <p:spPr>
          <a:xfrm flipH="1" flipV="1">
            <a:off x="778772" y="5300462"/>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1" name="Oval 90">
            <a:extLst>
              <a:ext uri="{FF2B5EF4-FFF2-40B4-BE49-F238E27FC236}">
                <a16:creationId xmlns:a16="http://schemas.microsoft.com/office/drawing/2014/main" id="{BDD11F87-DA81-9510-C1CB-0AF4093562CB}"/>
              </a:ext>
            </a:extLst>
          </p:cNvPr>
          <p:cNvSpPr/>
          <p:nvPr/>
        </p:nvSpPr>
        <p:spPr>
          <a:xfrm rot="5400000">
            <a:off x="11149378" y="449780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2" name="Oval 91">
            <a:extLst>
              <a:ext uri="{FF2B5EF4-FFF2-40B4-BE49-F238E27FC236}">
                <a16:creationId xmlns:a16="http://schemas.microsoft.com/office/drawing/2014/main" id="{BDD11F87-DA81-9510-C1CB-0AF4093562CB}"/>
              </a:ext>
            </a:extLst>
          </p:cNvPr>
          <p:cNvSpPr/>
          <p:nvPr/>
        </p:nvSpPr>
        <p:spPr>
          <a:xfrm rot="5400000">
            <a:off x="9709234" y="449735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3" name="Oval 92">
            <a:extLst>
              <a:ext uri="{FF2B5EF4-FFF2-40B4-BE49-F238E27FC236}">
                <a16:creationId xmlns:a16="http://schemas.microsoft.com/office/drawing/2014/main" id="{BDD11F87-DA81-9510-C1CB-0AF4093562CB}"/>
              </a:ext>
            </a:extLst>
          </p:cNvPr>
          <p:cNvSpPr/>
          <p:nvPr/>
        </p:nvSpPr>
        <p:spPr>
          <a:xfrm rot="5400000">
            <a:off x="11149378"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4" name="Oval 93">
            <a:extLst>
              <a:ext uri="{FF2B5EF4-FFF2-40B4-BE49-F238E27FC236}">
                <a16:creationId xmlns:a16="http://schemas.microsoft.com/office/drawing/2014/main" id="{BDD11F87-DA81-9510-C1CB-0AF4093562CB}"/>
              </a:ext>
            </a:extLst>
          </p:cNvPr>
          <p:cNvSpPr/>
          <p:nvPr/>
        </p:nvSpPr>
        <p:spPr>
          <a:xfrm rot="5400000">
            <a:off x="9709234" y="307111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5" name="Straight Connector 94">
            <a:extLst>
              <a:ext uri="{FF2B5EF4-FFF2-40B4-BE49-F238E27FC236}">
                <a16:creationId xmlns:a16="http://schemas.microsoft.com/office/drawing/2014/main" id="{6205DD86-315C-53B6-CEEF-A9919650168E}"/>
              </a:ext>
            </a:extLst>
          </p:cNvPr>
          <p:cNvCxnSpPr>
            <a:cxnSpLocks/>
            <a:endCxn id="91" idx="2"/>
          </p:cNvCxnSpPr>
          <p:nvPr/>
        </p:nvCxnSpPr>
        <p:spPr>
          <a:xfrm>
            <a:off x="11219941" y="3209360"/>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94" idx="6"/>
            <a:endCxn id="92" idx="2"/>
          </p:cNvCxnSpPr>
          <p:nvPr/>
        </p:nvCxnSpPr>
        <p:spPr>
          <a:xfrm>
            <a:off x="9779797" y="3213675"/>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a:extLst>
              <a:ext uri="{FF2B5EF4-FFF2-40B4-BE49-F238E27FC236}">
                <a16:creationId xmlns:a16="http://schemas.microsoft.com/office/drawing/2014/main" id="{6205DD86-315C-53B6-CEEF-A9919650168E}"/>
              </a:ext>
            </a:extLst>
          </p:cNvPr>
          <p:cNvCxnSpPr>
            <a:cxnSpLocks/>
            <a:stCxn id="93" idx="4"/>
            <a:endCxn id="94" idx="0"/>
          </p:cNvCxnSpPr>
          <p:nvPr/>
        </p:nvCxnSpPr>
        <p:spPr>
          <a:xfrm flipH="1">
            <a:off x="9851797" y="3143112"/>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6205DD86-315C-53B6-CEEF-A9919650168E}"/>
              </a:ext>
            </a:extLst>
          </p:cNvPr>
          <p:cNvCxnSpPr>
            <a:cxnSpLocks/>
            <a:stCxn id="91" idx="4"/>
            <a:endCxn id="92" idx="0"/>
          </p:cNvCxnSpPr>
          <p:nvPr/>
        </p:nvCxnSpPr>
        <p:spPr>
          <a:xfrm flipH="1" flipV="1">
            <a:off x="9851797" y="4569355"/>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9" name="Oval 98">
            <a:extLst>
              <a:ext uri="{FF2B5EF4-FFF2-40B4-BE49-F238E27FC236}">
                <a16:creationId xmlns:a16="http://schemas.microsoft.com/office/drawing/2014/main" id="{BDD11F87-DA81-9510-C1CB-0AF4093562CB}"/>
              </a:ext>
            </a:extLst>
          </p:cNvPr>
          <p:cNvSpPr/>
          <p:nvPr/>
        </p:nvSpPr>
        <p:spPr>
          <a:xfrm rot="5400000">
            <a:off x="8989138" y="522414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0" name="Oval 99">
            <a:extLst>
              <a:ext uri="{FF2B5EF4-FFF2-40B4-BE49-F238E27FC236}">
                <a16:creationId xmlns:a16="http://schemas.microsoft.com/office/drawing/2014/main" id="{BDD11F87-DA81-9510-C1CB-0AF4093562CB}"/>
              </a:ext>
            </a:extLst>
          </p:cNvPr>
          <p:cNvSpPr/>
          <p:nvPr/>
        </p:nvSpPr>
        <p:spPr>
          <a:xfrm rot="5400000">
            <a:off x="11869458" y="522915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2" name="Oval 101">
            <a:extLst>
              <a:ext uri="{FF2B5EF4-FFF2-40B4-BE49-F238E27FC236}">
                <a16:creationId xmlns:a16="http://schemas.microsoft.com/office/drawing/2014/main" id="{BDD11F87-DA81-9510-C1CB-0AF4093562CB}"/>
              </a:ext>
            </a:extLst>
          </p:cNvPr>
          <p:cNvSpPr/>
          <p:nvPr/>
        </p:nvSpPr>
        <p:spPr>
          <a:xfrm rot="5400000">
            <a:off x="11869458"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3" name="Oval 102">
            <a:extLst>
              <a:ext uri="{FF2B5EF4-FFF2-40B4-BE49-F238E27FC236}">
                <a16:creationId xmlns:a16="http://schemas.microsoft.com/office/drawing/2014/main" id="{BDD11F87-DA81-9510-C1CB-0AF4093562CB}"/>
              </a:ext>
            </a:extLst>
          </p:cNvPr>
          <p:cNvSpPr/>
          <p:nvPr/>
        </p:nvSpPr>
        <p:spPr>
          <a:xfrm rot="5400000">
            <a:off x="8989138" y="234382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4" name="Straight Connector 103">
            <a:extLst>
              <a:ext uri="{FF2B5EF4-FFF2-40B4-BE49-F238E27FC236}">
                <a16:creationId xmlns:a16="http://schemas.microsoft.com/office/drawing/2014/main" id="{6205DD86-315C-53B6-CEEF-A9919650168E}"/>
              </a:ext>
            </a:extLst>
          </p:cNvPr>
          <p:cNvCxnSpPr>
            <a:cxnSpLocks/>
            <a:stCxn id="102" idx="5"/>
            <a:endCxn id="93" idx="1"/>
          </p:cNvCxnSpPr>
          <p:nvPr/>
        </p:nvCxnSpPr>
        <p:spPr>
          <a:xfrm flipH="1">
            <a:off x="11270853" y="2465723"/>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 name="Straight Connector 104">
            <a:extLst>
              <a:ext uri="{FF2B5EF4-FFF2-40B4-BE49-F238E27FC236}">
                <a16:creationId xmlns:a16="http://schemas.microsoft.com/office/drawing/2014/main" id="{6205DD86-315C-53B6-CEEF-A9919650168E}"/>
              </a:ext>
            </a:extLst>
          </p:cNvPr>
          <p:cNvCxnSpPr>
            <a:cxnSpLocks/>
            <a:stCxn id="103" idx="7"/>
            <a:endCxn id="94" idx="3"/>
          </p:cNvCxnSpPr>
          <p:nvPr/>
        </p:nvCxnSpPr>
        <p:spPr>
          <a:xfrm>
            <a:off x="9110613" y="2465723"/>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a:extLst>
              <a:ext uri="{FF2B5EF4-FFF2-40B4-BE49-F238E27FC236}">
                <a16:creationId xmlns:a16="http://schemas.microsoft.com/office/drawing/2014/main" id="{6205DD86-315C-53B6-CEEF-A9919650168E}"/>
              </a:ext>
            </a:extLst>
          </p:cNvPr>
          <p:cNvCxnSpPr>
            <a:cxnSpLocks/>
            <a:stCxn id="92" idx="5"/>
            <a:endCxn id="99" idx="1"/>
          </p:cNvCxnSpPr>
          <p:nvPr/>
        </p:nvCxnSpPr>
        <p:spPr>
          <a:xfrm flipH="1">
            <a:off x="9110613" y="4619251"/>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7" name="Straight Connector 106">
            <a:extLst>
              <a:ext uri="{FF2B5EF4-FFF2-40B4-BE49-F238E27FC236}">
                <a16:creationId xmlns:a16="http://schemas.microsoft.com/office/drawing/2014/main" id="{6205DD86-315C-53B6-CEEF-A9919650168E}"/>
              </a:ext>
            </a:extLst>
          </p:cNvPr>
          <p:cNvCxnSpPr>
            <a:cxnSpLocks/>
            <a:stCxn id="91" idx="7"/>
            <a:endCxn id="100" idx="3"/>
          </p:cNvCxnSpPr>
          <p:nvPr/>
        </p:nvCxnSpPr>
        <p:spPr>
          <a:xfrm>
            <a:off x="11270853" y="4619698"/>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8" name="Straight Connector 107">
            <a:extLst>
              <a:ext uri="{FF2B5EF4-FFF2-40B4-BE49-F238E27FC236}">
                <a16:creationId xmlns:a16="http://schemas.microsoft.com/office/drawing/2014/main" id="{6205DD86-315C-53B6-CEEF-A9919650168E}"/>
              </a:ext>
            </a:extLst>
          </p:cNvPr>
          <p:cNvCxnSpPr>
            <a:cxnSpLocks/>
            <a:stCxn id="102" idx="4"/>
            <a:endCxn id="103" idx="0"/>
          </p:cNvCxnSpPr>
          <p:nvPr/>
        </p:nvCxnSpPr>
        <p:spPr>
          <a:xfrm flipH="1">
            <a:off x="9131701" y="2415827"/>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a:extLst>
              <a:ext uri="{FF2B5EF4-FFF2-40B4-BE49-F238E27FC236}">
                <a16:creationId xmlns:a16="http://schemas.microsoft.com/office/drawing/2014/main" id="{6205DD86-315C-53B6-CEEF-A9919650168E}"/>
              </a:ext>
            </a:extLst>
          </p:cNvPr>
          <p:cNvCxnSpPr>
            <a:cxnSpLocks/>
            <a:stCxn id="102" idx="6"/>
            <a:endCxn id="100" idx="2"/>
          </p:cNvCxnSpPr>
          <p:nvPr/>
        </p:nvCxnSpPr>
        <p:spPr>
          <a:xfrm>
            <a:off x="11940021" y="2486390"/>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0" name="Straight Connector 109">
            <a:extLst>
              <a:ext uri="{FF2B5EF4-FFF2-40B4-BE49-F238E27FC236}">
                <a16:creationId xmlns:a16="http://schemas.microsoft.com/office/drawing/2014/main" id="{6205DD86-315C-53B6-CEEF-A9919650168E}"/>
              </a:ext>
            </a:extLst>
          </p:cNvPr>
          <p:cNvCxnSpPr>
            <a:cxnSpLocks/>
            <a:stCxn id="103" idx="6"/>
            <a:endCxn id="99" idx="2"/>
          </p:cNvCxnSpPr>
          <p:nvPr/>
        </p:nvCxnSpPr>
        <p:spPr>
          <a:xfrm>
            <a:off x="9059701" y="2486390"/>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a:extLst>
              <a:ext uri="{FF2B5EF4-FFF2-40B4-BE49-F238E27FC236}">
                <a16:creationId xmlns:a16="http://schemas.microsoft.com/office/drawing/2014/main" id="{6205DD86-315C-53B6-CEEF-A9919650168E}"/>
              </a:ext>
            </a:extLst>
          </p:cNvPr>
          <p:cNvCxnSpPr>
            <a:cxnSpLocks/>
            <a:stCxn id="100" idx="4"/>
            <a:endCxn id="99" idx="0"/>
          </p:cNvCxnSpPr>
          <p:nvPr/>
        </p:nvCxnSpPr>
        <p:spPr>
          <a:xfrm flipH="1" flipV="1">
            <a:off x="9131701" y="5296147"/>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112" name="TextBox 111"/>
              <p:cNvSpPr txBox="1"/>
              <p:nvPr/>
            </p:nvSpPr>
            <p:spPr>
              <a:xfrm>
                <a:off x="5959932" y="5433721"/>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M</m:t>
                          </m:r>
                        </m:e>
                        <m:sub>
                          <m:r>
                            <a:rPr lang="en-US" sz="2800" b="0" i="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12" name="TextBox 111"/>
              <p:cNvSpPr txBox="1">
                <a:spLocks noRot="1" noChangeAspect="1" noMove="1" noResize="1" noEditPoints="1" noAdjustHandles="1" noChangeArrowheads="1" noChangeShapeType="1" noTextEdit="1"/>
              </p:cNvSpPr>
              <p:nvPr/>
            </p:nvSpPr>
            <p:spPr>
              <a:xfrm>
                <a:off x="5959932" y="5433721"/>
                <a:ext cx="726929"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p:cNvSpPr txBox="1"/>
              <p:nvPr/>
            </p:nvSpPr>
            <p:spPr>
              <a:xfrm>
                <a:off x="1787603" y="5423245"/>
                <a:ext cx="718658" cy="523220"/>
              </a:xfrm>
              <a:prstGeom prst="rect">
                <a:avLst/>
              </a:prstGeom>
              <a:noFill/>
            </p:spPr>
            <p:txBody>
              <a:bodyPr wrap="none" rtlCol="0">
                <a:spAutoFit/>
              </a:bodyPr>
              <a:lstStyle/>
              <a:p>
                <a14:m>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M</m:t>
                        </m:r>
                      </m:e>
                      <m:sub>
                        <m:r>
                          <a:rPr lang="en-US" sz="2800" b="0" i="0" smtClean="0">
                            <a:solidFill>
                              <a:srgbClr val="002060"/>
                            </a:solidFill>
                            <a:latin typeface="Cambria Math" panose="02040503050406030204" pitchFamily="18" charset="0"/>
                          </a:rPr>
                          <m:t>1</m:t>
                        </m:r>
                      </m:sub>
                    </m:sSub>
                  </m:oMath>
                </a14:m>
                <a:r>
                  <a:rPr lang="en-US" sz="2800" dirty="0">
                    <a:solidFill>
                      <a:srgbClr val="002060"/>
                    </a:solidFill>
                  </a:rPr>
                  <a:t> </a:t>
                </a:r>
              </a:p>
            </p:txBody>
          </p:sp>
        </mc:Choice>
        <mc:Fallback xmlns="">
          <p:sp>
            <p:nvSpPr>
              <p:cNvPr id="113" name="TextBox 112"/>
              <p:cNvSpPr txBox="1">
                <a:spLocks noRot="1" noChangeAspect="1" noMove="1" noResize="1" noEditPoints="1" noAdjustHandles="1" noChangeArrowheads="1" noChangeShapeType="1" noTextEdit="1"/>
              </p:cNvSpPr>
              <p:nvPr/>
            </p:nvSpPr>
            <p:spPr>
              <a:xfrm>
                <a:off x="1787603" y="5423245"/>
                <a:ext cx="71865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p:cNvSpPr txBox="1"/>
              <p:nvPr/>
            </p:nvSpPr>
            <p:spPr>
              <a:xfrm>
                <a:off x="10140532" y="5433721"/>
                <a:ext cx="7269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M</m:t>
                          </m:r>
                        </m:e>
                        <m:sub>
                          <m:r>
                            <a:rPr lang="en-US" sz="2800" b="0" i="0" smtClean="0">
                              <a:solidFill>
                                <a:srgbClr val="002060"/>
                              </a:solidFill>
                              <a:latin typeface="Cambria Math" panose="02040503050406030204" pitchFamily="18" charset="0"/>
                            </a:rPr>
                            <m:t>3</m:t>
                          </m:r>
                        </m:sub>
                      </m:sSub>
                    </m:oMath>
                  </m:oMathPara>
                </a14:m>
                <a:endParaRPr lang="en-US" sz="2800" dirty="0">
                  <a:solidFill>
                    <a:srgbClr val="002060"/>
                  </a:solidFill>
                </a:endParaRPr>
              </a:p>
            </p:txBody>
          </p:sp>
        </mc:Choice>
        <mc:Fallback xmlns="">
          <p:sp>
            <p:nvSpPr>
              <p:cNvPr id="114" name="TextBox 113"/>
              <p:cNvSpPr txBox="1">
                <a:spLocks noRot="1" noChangeAspect="1" noMove="1" noResize="1" noEditPoints="1" noAdjustHandles="1" noChangeArrowheads="1" noChangeShapeType="1" noTextEdit="1"/>
              </p:cNvSpPr>
              <p:nvPr/>
            </p:nvSpPr>
            <p:spPr>
              <a:xfrm>
                <a:off x="10140532" y="5433721"/>
                <a:ext cx="726929" cy="523220"/>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212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75"/>
                                        </p:tgtEl>
                                      </p:cBhvr>
                                    </p:animEffect>
                                    <p:anim calcmode="lin" valueType="num">
                                      <p:cBhvr>
                                        <p:cTn id="7" dur="1000"/>
                                        <p:tgtEl>
                                          <p:spTgt spid="75"/>
                                        </p:tgtEl>
                                        <p:attrNameLst>
                                          <p:attrName>ppt_x</p:attrName>
                                        </p:attrNameLst>
                                      </p:cBhvr>
                                      <p:tavLst>
                                        <p:tav tm="0">
                                          <p:val>
                                            <p:strVal val="ppt_x"/>
                                          </p:val>
                                        </p:tav>
                                        <p:tav tm="100000">
                                          <p:val>
                                            <p:strVal val="ppt_x"/>
                                          </p:val>
                                        </p:tav>
                                      </p:tavLst>
                                    </p:anim>
                                    <p:anim calcmode="lin" valueType="num">
                                      <p:cBhvr>
                                        <p:cTn id="8" dur="1000"/>
                                        <p:tgtEl>
                                          <p:spTgt spid="75"/>
                                        </p:tgtEl>
                                        <p:attrNameLst>
                                          <p:attrName>ppt_y</p:attrName>
                                        </p:attrNameLst>
                                      </p:cBhvr>
                                      <p:tavLst>
                                        <p:tav tm="0">
                                          <p:val>
                                            <p:strVal val="ppt_y"/>
                                          </p:val>
                                        </p:tav>
                                        <p:tav tm="100000">
                                          <p:val>
                                            <p:strVal val="ppt_y+.1"/>
                                          </p:val>
                                        </p:tav>
                                      </p:tavLst>
                                    </p:anim>
                                    <p:set>
                                      <p:cBhvr>
                                        <p:cTn id="9" dur="1" fill="hold">
                                          <p:stCondLst>
                                            <p:cond delay="999"/>
                                          </p:stCondLst>
                                        </p:cTn>
                                        <p:tgtEl>
                                          <p:spTgt spid="75"/>
                                        </p:tgtEl>
                                        <p:attrNameLst>
                                          <p:attrName>style.visibility</p:attrName>
                                        </p:attrNameLst>
                                      </p:cBhvr>
                                      <p:to>
                                        <p:strVal val="hidden"/>
                                      </p:to>
                                    </p:set>
                                  </p:childTnLst>
                                </p:cTn>
                              </p:par>
                              <p:par>
                                <p:cTn id="10" presetID="42" presetClass="exit" presetSubtype="0" fill="hold" nodeType="withEffect">
                                  <p:stCondLst>
                                    <p:cond delay="0"/>
                                  </p:stCondLst>
                                  <p:childTnLst>
                                    <p:animEffect transition="out" filter="fade">
                                      <p:cBhvr>
                                        <p:cTn id="11" dur="1000"/>
                                        <p:tgtEl>
                                          <p:spTgt spid="80"/>
                                        </p:tgtEl>
                                      </p:cBhvr>
                                    </p:animEffect>
                                    <p:anim calcmode="lin" valueType="num">
                                      <p:cBhvr>
                                        <p:cTn id="12" dur="1000"/>
                                        <p:tgtEl>
                                          <p:spTgt spid="80"/>
                                        </p:tgtEl>
                                        <p:attrNameLst>
                                          <p:attrName>ppt_x</p:attrName>
                                        </p:attrNameLst>
                                      </p:cBhvr>
                                      <p:tavLst>
                                        <p:tav tm="0">
                                          <p:val>
                                            <p:strVal val="ppt_x"/>
                                          </p:val>
                                        </p:tav>
                                        <p:tav tm="100000">
                                          <p:val>
                                            <p:strVal val="ppt_x"/>
                                          </p:val>
                                        </p:tav>
                                      </p:tavLst>
                                    </p:anim>
                                    <p:anim calcmode="lin" valueType="num">
                                      <p:cBhvr>
                                        <p:cTn id="13" dur="1000"/>
                                        <p:tgtEl>
                                          <p:spTgt spid="80"/>
                                        </p:tgtEl>
                                        <p:attrNameLst>
                                          <p:attrName>ppt_y</p:attrName>
                                        </p:attrNameLst>
                                      </p:cBhvr>
                                      <p:tavLst>
                                        <p:tav tm="0">
                                          <p:val>
                                            <p:strVal val="ppt_y"/>
                                          </p:val>
                                        </p:tav>
                                        <p:tav tm="100000">
                                          <p:val>
                                            <p:strVal val="ppt_y+.1"/>
                                          </p:val>
                                        </p:tav>
                                      </p:tavLst>
                                    </p:anim>
                                    <p:set>
                                      <p:cBhvr>
                                        <p:cTn id="14" dur="1" fill="hold">
                                          <p:stCondLst>
                                            <p:cond delay="999"/>
                                          </p:stCondLst>
                                        </p:cTn>
                                        <p:tgtEl>
                                          <p:spTgt spid="80"/>
                                        </p:tgtEl>
                                        <p:attrNameLst>
                                          <p:attrName>style.visibility</p:attrName>
                                        </p:attrNameLst>
                                      </p:cBhvr>
                                      <p:to>
                                        <p:strVal val="hidden"/>
                                      </p:to>
                                    </p:set>
                                  </p:childTnLst>
                                </p:cTn>
                              </p:par>
                              <p:par>
                                <p:cTn id="15" presetID="42" presetClass="exit" presetSubtype="0" fill="hold" nodeType="withEffect">
                                  <p:stCondLst>
                                    <p:cond delay="0"/>
                                  </p:stCondLst>
                                  <p:childTnLst>
                                    <p:animEffect transition="out" filter="fade">
                                      <p:cBhvr>
                                        <p:cTn id="16" dur="1000"/>
                                        <p:tgtEl>
                                          <p:spTgt spid="64"/>
                                        </p:tgtEl>
                                      </p:cBhvr>
                                    </p:animEffect>
                                    <p:anim calcmode="lin" valueType="num">
                                      <p:cBhvr>
                                        <p:cTn id="17" dur="1000"/>
                                        <p:tgtEl>
                                          <p:spTgt spid="64"/>
                                        </p:tgtEl>
                                        <p:attrNameLst>
                                          <p:attrName>ppt_x</p:attrName>
                                        </p:attrNameLst>
                                      </p:cBhvr>
                                      <p:tavLst>
                                        <p:tav tm="0">
                                          <p:val>
                                            <p:strVal val="ppt_x"/>
                                          </p:val>
                                        </p:tav>
                                        <p:tav tm="100000">
                                          <p:val>
                                            <p:strVal val="ppt_x"/>
                                          </p:val>
                                        </p:tav>
                                      </p:tavLst>
                                    </p:anim>
                                    <p:anim calcmode="lin" valueType="num">
                                      <p:cBhvr>
                                        <p:cTn id="18" dur="1000"/>
                                        <p:tgtEl>
                                          <p:spTgt spid="64"/>
                                        </p:tgtEl>
                                        <p:attrNameLst>
                                          <p:attrName>ppt_y</p:attrName>
                                        </p:attrNameLst>
                                      </p:cBhvr>
                                      <p:tavLst>
                                        <p:tav tm="0">
                                          <p:val>
                                            <p:strVal val="ppt_y"/>
                                          </p:val>
                                        </p:tav>
                                        <p:tav tm="100000">
                                          <p:val>
                                            <p:strVal val="ppt_y+.1"/>
                                          </p:val>
                                        </p:tav>
                                      </p:tavLst>
                                    </p:anim>
                                    <p:set>
                                      <p:cBhvr>
                                        <p:cTn id="19" dur="1" fill="hold">
                                          <p:stCondLst>
                                            <p:cond delay="999"/>
                                          </p:stCondLst>
                                        </p:cTn>
                                        <p:tgtEl>
                                          <p:spTgt spid="64"/>
                                        </p:tgtEl>
                                        <p:attrNameLst>
                                          <p:attrName>style.visibility</p:attrName>
                                        </p:attrNameLst>
                                      </p:cBhvr>
                                      <p:to>
                                        <p:strVal val="hidden"/>
                                      </p:to>
                                    </p:set>
                                  </p:childTnLst>
                                </p:cTn>
                              </p:par>
                              <p:par>
                                <p:cTn id="20" presetID="42" presetClass="exit" presetSubtype="0" fill="hold" nodeType="withEffect">
                                  <p:stCondLst>
                                    <p:cond delay="0"/>
                                  </p:stCondLst>
                                  <p:childTnLst>
                                    <p:animEffect transition="out" filter="fade">
                                      <p:cBhvr>
                                        <p:cTn id="21" dur="1000"/>
                                        <p:tgtEl>
                                          <p:spTgt spid="62"/>
                                        </p:tgtEl>
                                      </p:cBhvr>
                                    </p:animEffect>
                                    <p:anim calcmode="lin" valueType="num">
                                      <p:cBhvr>
                                        <p:cTn id="22" dur="1000"/>
                                        <p:tgtEl>
                                          <p:spTgt spid="62"/>
                                        </p:tgtEl>
                                        <p:attrNameLst>
                                          <p:attrName>ppt_x</p:attrName>
                                        </p:attrNameLst>
                                      </p:cBhvr>
                                      <p:tavLst>
                                        <p:tav tm="0">
                                          <p:val>
                                            <p:strVal val="ppt_x"/>
                                          </p:val>
                                        </p:tav>
                                        <p:tav tm="100000">
                                          <p:val>
                                            <p:strVal val="ppt_x"/>
                                          </p:val>
                                        </p:tav>
                                      </p:tavLst>
                                    </p:anim>
                                    <p:anim calcmode="lin" valueType="num">
                                      <p:cBhvr>
                                        <p:cTn id="23" dur="1000"/>
                                        <p:tgtEl>
                                          <p:spTgt spid="62"/>
                                        </p:tgtEl>
                                        <p:attrNameLst>
                                          <p:attrName>ppt_y</p:attrName>
                                        </p:attrNameLst>
                                      </p:cBhvr>
                                      <p:tavLst>
                                        <p:tav tm="0">
                                          <p:val>
                                            <p:strVal val="ppt_y"/>
                                          </p:val>
                                        </p:tav>
                                        <p:tav tm="100000">
                                          <p:val>
                                            <p:strVal val="ppt_y+.1"/>
                                          </p:val>
                                        </p:tav>
                                      </p:tavLst>
                                    </p:anim>
                                    <p:set>
                                      <p:cBhvr>
                                        <p:cTn id="24" dur="1" fill="hold">
                                          <p:stCondLst>
                                            <p:cond delay="999"/>
                                          </p:stCondLst>
                                        </p:cTn>
                                        <p:tgtEl>
                                          <p:spTgt spid="62"/>
                                        </p:tgtEl>
                                        <p:attrNameLst>
                                          <p:attrName>style.visibility</p:attrName>
                                        </p:attrNameLst>
                                      </p:cBhvr>
                                      <p:to>
                                        <p:strVal val="hidden"/>
                                      </p:to>
                                    </p:set>
                                  </p:childTnLst>
                                </p:cTn>
                              </p:par>
                              <p:par>
                                <p:cTn id="25" presetID="42" presetClass="exit" presetSubtype="0" fill="hold" nodeType="withEffect">
                                  <p:stCondLst>
                                    <p:cond delay="0"/>
                                  </p:stCondLst>
                                  <p:childTnLst>
                                    <p:animEffect transition="out" filter="fade">
                                      <p:cBhvr>
                                        <p:cTn id="26" dur="1000"/>
                                        <p:tgtEl>
                                          <p:spTgt spid="65"/>
                                        </p:tgtEl>
                                      </p:cBhvr>
                                    </p:animEffect>
                                    <p:anim calcmode="lin" valueType="num">
                                      <p:cBhvr>
                                        <p:cTn id="27" dur="1000"/>
                                        <p:tgtEl>
                                          <p:spTgt spid="65"/>
                                        </p:tgtEl>
                                        <p:attrNameLst>
                                          <p:attrName>ppt_x</p:attrName>
                                        </p:attrNameLst>
                                      </p:cBhvr>
                                      <p:tavLst>
                                        <p:tav tm="0">
                                          <p:val>
                                            <p:strVal val="ppt_x"/>
                                          </p:val>
                                        </p:tav>
                                        <p:tav tm="100000">
                                          <p:val>
                                            <p:strVal val="ppt_x"/>
                                          </p:val>
                                        </p:tav>
                                      </p:tavLst>
                                    </p:anim>
                                    <p:anim calcmode="lin" valueType="num">
                                      <p:cBhvr>
                                        <p:cTn id="28" dur="1000"/>
                                        <p:tgtEl>
                                          <p:spTgt spid="65"/>
                                        </p:tgtEl>
                                        <p:attrNameLst>
                                          <p:attrName>ppt_y</p:attrName>
                                        </p:attrNameLst>
                                      </p:cBhvr>
                                      <p:tavLst>
                                        <p:tav tm="0">
                                          <p:val>
                                            <p:strVal val="ppt_y"/>
                                          </p:val>
                                        </p:tav>
                                        <p:tav tm="100000">
                                          <p:val>
                                            <p:strVal val="ppt_y+.1"/>
                                          </p:val>
                                        </p:tav>
                                      </p:tavLst>
                                    </p:anim>
                                    <p:set>
                                      <p:cBhvr>
                                        <p:cTn id="29" dur="1" fill="hold">
                                          <p:stCondLst>
                                            <p:cond delay="999"/>
                                          </p:stCondLst>
                                        </p:cTn>
                                        <p:tgtEl>
                                          <p:spTgt spid="65"/>
                                        </p:tgtEl>
                                        <p:attrNameLst>
                                          <p:attrName>style.visibility</p:attrName>
                                        </p:attrNameLst>
                                      </p:cBhvr>
                                      <p:to>
                                        <p:strVal val="hidden"/>
                                      </p:to>
                                    </p:set>
                                  </p:childTnLst>
                                </p:cTn>
                              </p:par>
                              <p:par>
                                <p:cTn id="30" presetID="42" presetClass="exit" presetSubtype="0" fill="hold" nodeType="withEffect">
                                  <p:stCondLst>
                                    <p:cond delay="0"/>
                                  </p:stCondLst>
                                  <p:childTnLst>
                                    <p:animEffect transition="out" filter="fade">
                                      <p:cBhvr>
                                        <p:cTn id="31" dur="1000"/>
                                        <p:tgtEl>
                                          <p:spTgt spid="78"/>
                                        </p:tgtEl>
                                      </p:cBhvr>
                                    </p:animEffect>
                                    <p:anim calcmode="lin" valueType="num">
                                      <p:cBhvr>
                                        <p:cTn id="32" dur="1000"/>
                                        <p:tgtEl>
                                          <p:spTgt spid="78"/>
                                        </p:tgtEl>
                                        <p:attrNameLst>
                                          <p:attrName>ppt_x</p:attrName>
                                        </p:attrNameLst>
                                      </p:cBhvr>
                                      <p:tavLst>
                                        <p:tav tm="0">
                                          <p:val>
                                            <p:strVal val="ppt_x"/>
                                          </p:val>
                                        </p:tav>
                                        <p:tav tm="100000">
                                          <p:val>
                                            <p:strVal val="ppt_x"/>
                                          </p:val>
                                        </p:tav>
                                      </p:tavLst>
                                    </p:anim>
                                    <p:anim calcmode="lin" valueType="num">
                                      <p:cBhvr>
                                        <p:cTn id="33" dur="1000"/>
                                        <p:tgtEl>
                                          <p:spTgt spid="78"/>
                                        </p:tgtEl>
                                        <p:attrNameLst>
                                          <p:attrName>ppt_y</p:attrName>
                                        </p:attrNameLst>
                                      </p:cBhvr>
                                      <p:tavLst>
                                        <p:tav tm="0">
                                          <p:val>
                                            <p:strVal val="ppt_y"/>
                                          </p:val>
                                        </p:tav>
                                        <p:tav tm="100000">
                                          <p:val>
                                            <p:strVal val="ppt_y+.1"/>
                                          </p:val>
                                        </p:tav>
                                      </p:tavLst>
                                    </p:anim>
                                    <p:set>
                                      <p:cBhvr>
                                        <p:cTn id="34" dur="1" fill="hold">
                                          <p:stCondLst>
                                            <p:cond delay="999"/>
                                          </p:stCondLst>
                                        </p:cTn>
                                        <p:tgtEl>
                                          <p:spTgt spid="78"/>
                                        </p:tgtEl>
                                        <p:attrNameLst>
                                          <p:attrName>style.visibility</p:attrName>
                                        </p:attrNameLst>
                                      </p:cBhvr>
                                      <p:to>
                                        <p:strVal val="hidden"/>
                                      </p:to>
                                    </p:set>
                                  </p:childTnLst>
                                </p:cTn>
                              </p:par>
                              <p:par>
                                <p:cTn id="35" presetID="42" presetClass="exit" presetSubtype="0" fill="hold" nodeType="withEffect">
                                  <p:stCondLst>
                                    <p:cond delay="0"/>
                                  </p:stCondLst>
                                  <p:childTnLst>
                                    <p:animEffect transition="out" filter="fade">
                                      <p:cBhvr>
                                        <p:cTn id="36" dur="1000"/>
                                        <p:tgtEl>
                                          <p:spTgt spid="85"/>
                                        </p:tgtEl>
                                      </p:cBhvr>
                                    </p:animEffect>
                                    <p:anim calcmode="lin" valueType="num">
                                      <p:cBhvr>
                                        <p:cTn id="37" dur="1000"/>
                                        <p:tgtEl>
                                          <p:spTgt spid="85"/>
                                        </p:tgtEl>
                                        <p:attrNameLst>
                                          <p:attrName>ppt_x</p:attrName>
                                        </p:attrNameLst>
                                      </p:cBhvr>
                                      <p:tavLst>
                                        <p:tav tm="0">
                                          <p:val>
                                            <p:strVal val="ppt_x"/>
                                          </p:val>
                                        </p:tav>
                                        <p:tav tm="100000">
                                          <p:val>
                                            <p:strVal val="ppt_x"/>
                                          </p:val>
                                        </p:tav>
                                      </p:tavLst>
                                    </p:anim>
                                    <p:anim calcmode="lin" valueType="num">
                                      <p:cBhvr>
                                        <p:cTn id="38" dur="1000"/>
                                        <p:tgtEl>
                                          <p:spTgt spid="85"/>
                                        </p:tgtEl>
                                        <p:attrNameLst>
                                          <p:attrName>ppt_y</p:attrName>
                                        </p:attrNameLst>
                                      </p:cBhvr>
                                      <p:tavLst>
                                        <p:tav tm="0">
                                          <p:val>
                                            <p:strVal val="ppt_y"/>
                                          </p:val>
                                        </p:tav>
                                        <p:tav tm="100000">
                                          <p:val>
                                            <p:strVal val="ppt_y+.1"/>
                                          </p:val>
                                        </p:tav>
                                      </p:tavLst>
                                    </p:anim>
                                    <p:set>
                                      <p:cBhvr>
                                        <p:cTn id="39" dur="1" fill="hold">
                                          <p:stCondLst>
                                            <p:cond delay="999"/>
                                          </p:stCondLst>
                                        </p:cTn>
                                        <p:tgtEl>
                                          <p:spTgt spid="85"/>
                                        </p:tgtEl>
                                        <p:attrNameLst>
                                          <p:attrName>style.visibility</p:attrName>
                                        </p:attrNameLst>
                                      </p:cBhvr>
                                      <p:to>
                                        <p:strVal val="hidden"/>
                                      </p:to>
                                    </p:set>
                                  </p:childTnLst>
                                </p:cTn>
                              </p:par>
                              <p:par>
                                <p:cTn id="40" presetID="42" presetClass="exit" presetSubtype="0" fill="hold" nodeType="withEffect">
                                  <p:stCondLst>
                                    <p:cond delay="0"/>
                                  </p:stCondLst>
                                  <p:childTnLst>
                                    <p:animEffect transition="out" filter="fade">
                                      <p:cBhvr>
                                        <p:cTn id="41" dur="1000"/>
                                        <p:tgtEl>
                                          <p:spTgt spid="81"/>
                                        </p:tgtEl>
                                      </p:cBhvr>
                                    </p:animEffect>
                                    <p:anim calcmode="lin" valueType="num">
                                      <p:cBhvr>
                                        <p:cTn id="42" dur="1000"/>
                                        <p:tgtEl>
                                          <p:spTgt spid="81"/>
                                        </p:tgtEl>
                                        <p:attrNameLst>
                                          <p:attrName>ppt_x</p:attrName>
                                        </p:attrNameLst>
                                      </p:cBhvr>
                                      <p:tavLst>
                                        <p:tav tm="0">
                                          <p:val>
                                            <p:strVal val="ppt_x"/>
                                          </p:val>
                                        </p:tav>
                                        <p:tav tm="100000">
                                          <p:val>
                                            <p:strVal val="ppt_x"/>
                                          </p:val>
                                        </p:tav>
                                      </p:tavLst>
                                    </p:anim>
                                    <p:anim calcmode="lin" valueType="num">
                                      <p:cBhvr>
                                        <p:cTn id="43" dur="1000"/>
                                        <p:tgtEl>
                                          <p:spTgt spid="81"/>
                                        </p:tgtEl>
                                        <p:attrNameLst>
                                          <p:attrName>ppt_y</p:attrName>
                                        </p:attrNameLst>
                                      </p:cBhvr>
                                      <p:tavLst>
                                        <p:tav tm="0">
                                          <p:val>
                                            <p:strVal val="ppt_y"/>
                                          </p:val>
                                        </p:tav>
                                        <p:tav tm="100000">
                                          <p:val>
                                            <p:strVal val="ppt_y+.1"/>
                                          </p:val>
                                        </p:tav>
                                      </p:tavLst>
                                    </p:anim>
                                    <p:set>
                                      <p:cBhvr>
                                        <p:cTn id="44" dur="1" fill="hold">
                                          <p:stCondLst>
                                            <p:cond delay="999"/>
                                          </p:stCondLst>
                                        </p:cTn>
                                        <p:tgtEl>
                                          <p:spTgt spid="8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42" presetClass="exit" presetSubtype="0" fill="hold" nodeType="clickEffect">
                                  <p:stCondLst>
                                    <p:cond delay="0"/>
                                  </p:stCondLst>
                                  <p:childTnLst>
                                    <p:animEffect transition="out" filter="fade">
                                      <p:cBhvr>
                                        <p:cTn id="52" dur="1000"/>
                                        <p:tgtEl>
                                          <p:spTgt spid="33"/>
                                        </p:tgtEl>
                                      </p:cBhvr>
                                    </p:animEffect>
                                    <p:anim calcmode="lin" valueType="num">
                                      <p:cBhvr>
                                        <p:cTn id="53" dur="1000"/>
                                        <p:tgtEl>
                                          <p:spTgt spid="33"/>
                                        </p:tgtEl>
                                        <p:attrNameLst>
                                          <p:attrName>ppt_x</p:attrName>
                                        </p:attrNameLst>
                                      </p:cBhvr>
                                      <p:tavLst>
                                        <p:tav tm="0">
                                          <p:val>
                                            <p:strVal val="ppt_x"/>
                                          </p:val>
                                        </p:tav>
                                        <p:tav tm="100000">
                                          <p:val>
                                            <p:strVal val="ppt_x"/>
                                          </p:val>
                                        </p:tav>
                                      </p:tavLst>
                                    </p:anim>
                                    <p:anim calcmode="lin" valueType="num">
                                      <p:cBhvr>
                                        <p:cTn id="54" dur="1000"/>
                                        <p:tgtEl>
                                          <p:spTgt spid="33"/>
                                        </p:tgtEl>
                                        <p:attrNameLst>
                                          <p:attrName>ppt_y</p:attrName>
                                        </p:attrNameLst>
                                      </p:cBhvr>
                                      <p:tavLst>
                                        <p:tav tm="0">
                                          <p:val>
                                            <p:strVal val="ppt_y"/>
                                          </p:val>
                                        </p:tav>
                                        <p:tav tm="100000">
                                          <p:val>
                                            <p:strVal val="ppt_y+.1"/>
                                          </p:val>
                                        </p:tav>
                                      </p:tavLst>
                                    </p:anim>
                                    <p:set>
                                      <p:cBhvr>
                                        <p:cTn id="55" dur="1" fill="hold">
                                          <p:stCondLst>
                                            <p:cond delay="999"/>
                                          </p:stCondLst>
                                        </p:cTn>
                                        <p:tgtEl>
                                          <p:spTgt spid="33"/>
                                        </p:tgtEl>
                                        <p:attrNameLst>
                                          <p:attrName>style.visibility</p:attrName>
                                        </p:attrNameLst>
                                      </p:cBhvr>
                                      <p:to>
                                        <p:strVal val="hidden"/>
                                      </p:to>
                                    </p:set>
                                  </p:childTnLst>
                                </p:cTn>
                              </p:par>
                              <p:par>
                                <p:cTn id="56" presetID="42" presetClass="exit" presetSubtype="0" fill="hold" nodeType="withEffect">
                                  <p:stCondLst>
                                    <p:cond delay="0"/>
                                  </p:stCondLst>
                                  <p:childTnLst>
                                    <p:animEffect transition="out" filter="fade">
                                      <p:cBhvr>
                                        <p:cTn id="57" dur="1000"/>
                                        <p:tgtEl>
                                          <p:spTgt spid="31"/>
                                        </p:tgtEl>
                                      </p:cBhvr>
                                    </p:animEffect>
                                    <p:anim calcmode="lin" valueType="num">
                                      <p:cBhvr>
                                        <p:cTn id="58" dur="1000"/>
                                        <p:tgtEl>
                                          <p:spTgt spid="31"/>
                                        </p:tgtEl>
                                        <p:attrNameLst>
                                          <p:attrName>ppt_x</p:attrName>
                                        </p:attrNameLst>
                                      </p:cBhvr>
                                      <p:tavLst>
                                        <p:tav tm="0">
                                          <p:val>
                                            <p:strVal val="ppt_x"/>
                                          </p:val>
                                        </p:tav>
                                        <p:tav tm="100000">
                                          <p:val>
                                            <p:strVal val="ppt_x"/>
                                          </p:val>
                                        </p:tav>
                                      </p:tavLst>
                                    </p:anim>
                                    <p:anim calcmode="lin" valueType="num">
                                      <p:cBhvr>
                                        <p:cTn id="59" dur="1000"/>
                                        <p:tgtEl>
                                          <p:spTgt spid="31"/>
                                        </p:tgtEl>
                                        <p:attrNameLst>
                                          <p:attrName>ppt_y</p:attrName>
                                        </p:attrNameLst>
                                      </p:cBhvr>
                                      <p:tavLst>
                                        <p:tav tm="0">
                                          <p:val>
                                            <p:strVal val="ppt_y"/>
                                          </p:val>
                                        </p:tav>
                                        <p:tav tm="100000">
                                          <p:val>
                                            <p:strVal val="ppt_y+.1"/>
                                          </p:val>
                                        </p:tav>
                                      </p:tavLst>
                                    </p:anim>
                                    <p:set>
                                      <p:cBhvr>
                                        <p:cTn id="60" dur="1" fill="hold">
                                          <p:stCondLst>
                                            <p:cond delay="999"/>
                                          </p:stCondLst>
                                        </p:cTn>
                                        <p:tgtEl>
                                          <p:spTgt spid="31"/>
                                        </p:tgtEl>
                                        <p:attrNameLst>
                                          <p:attrName>style.visibility</p:attrName>
                                        </p:attrNameLst>
                                      </p:cBhvr>
                                      <p:to>
                                        <p:strVal val="hidden"/>
                                      </p:to>
                                    </p:set>
                                  </p:childTnLst>
                                </p:cTn>
                              </p:par>
                              <p:par>
                                <p:cTn id="61" presetID="42" presetClass="exit" presetSubtype="0" fill="hold" nodeType="withEffect">
                                  <p:stCondLst>
                                    <p:cond delay="0"/>
                                  </p:stCondLst>
                                  <p:childTnLst>
                                    <p:animEffect transition="out" filter="fade">
                                      <p:cBhvr>
                                        <p:cTn id="62" dur="1000"/>
                                        <p:tgtEl>
                                          <p:spTgt spid="47"/>
                                        </p:tgtEl>
                                      </p:cBhvr>
                                    </p:animEffect>
                                    <p:anim calcmode="lin" valueType="num">
                                      <p:cBhvr>
                                        <p:cTn id="63" dur="1000"/>
                                        <p:tgtEl>
                                          <p:spTgt spid="47"/>
                                        </p:tgtEl>
                                        <p:attrNameLst>
                                          <p:attrName>ppt_x</p:attrName>
                                        </p:attrNameLst>
                                      </p:cBhvr>
                                      <p:tavLst>
                                        <p:tav tm="0">
                                          <p:val>
                                            <p:strVal val="ppt_x"/>
                                          </p:val>
                                        </p:tav>
                                        <p:tav tm="100000">
                                          <p:val>
                                            <p:strVal val="ppt_x"/>
                                          </p:val>
                                        </p:tav>
                                      </p:tavLst>
                                    </p:anim>
                                    <p:anim calcmode="lin" valueType="num">
                                      <p:cBhvr>
                                        <p:cTn id="64" dur="1000"/>
                                        <p:tgtEl>
                                          <p:spTgt spid="47"/>
                                        </p:tgtEl>
                                        <p:attrNameLst>
                                          <p:attrName>ppt_y</p:attrName>
                                        </p:attrNameLst>
                                      </p:cBhvr>
                                      <p:tavLst>
                                        <p:tav tm="0">
                                          <p:val>
                                            <p:strVal val="ppt_y"/>
                                          </p:val>
                                        </p:tav>
                                        <p:tav tm="100000">
                                          <p:val>
                                            <p:strVal val="ppt_y+.1"/>
                                          </p:val>
                                        </p:tav>
                                      </p:tavLst>
                                    </p:anim>
                                    <p:set>
                                      <p:cBhvr>
                                        <p:cTn id="65" dur="1" fill="hold">
                                          <p:stCondLst>
                                            <p:cond delay="999"/>
                                          </p:stCondLst>
                                        </p:cTn>
                                        <p:tgtEl>
                                          <p:spTgt spid="47"/>
                                        </p:tgtEl>
                                        <p:attrNameLst>
                                          <p:attrName>style.visibility</p:attrName>
                                        </p:attrNameLst>
                                      </p:cBhvr>
                                      <p:to>
                                        <p:strVal val="hidden"/>
                                      </p:to>
                                    </p:set>
                                  </p:childTnLst>
                                </p:cTn>
                              </p:par>
                              <p:par>
                                <p:cTn id="66" presetID="42" presetClass="exit" presetSubtype="0" fill="hold" nodeType="withEffect">
                                  <p:stCondLst>
                                    <p:cond delay="0"/>
                                  </p:stCondLst>
                                  <p:childTnLst>
                                    <p:animEffect transition="out" filter="fade">
                                      <p:cBhvr>
                                        <p:cTn id="67" dur="1000"/>
                                        <p:tgtEl>
                                          <p:spTgt spid="42"/>
                                        </p:tgtEl>
                                      </p:cBhvr>
                                    </p:animEffect>
                                    <p:anim calcmode="lin" valueType="num">
                                      <p:cBhvr>
                                        <p:cTn id="68" dur="1000"/>
                                        <p:tgtEl>
                                          <p:spTgt spid="42"/>
                                        </p:tgtEl>
                                        <p:attrNameLst>
                                          <p:attrName>ppt_x</p:attrName>
                                        </p:attrNameLst>
                                      </p:cBhvr>
                                      <p:tavLst>
                                        <p:tav tm="0">
                                          <p:val>
                                            <p:strVal val="ppt_x"/>
                                          </p:val>
                                        </p:tav>
                                        <p:tav tm="100000">
                                          <p:val>
                                            <p:strVal val="ppt_x"/>
                                          </p:val>
                                        </p:tav>
                                      </p:tavLst>
                                    </p:anim>
                                    <p:anim calcmode="lin" valueType="num">
                                      <p:cBhvr>
                                        <p:cTn id="69" dur="1000"/>
                                        <p:tgtEl>
                                          <p:spTgt spid="42"/>
                                        </p:tgtEl>
                                        <p:attrNameLst>
                                          <p:attrName>ppt_y</p:attrName>
                                        </p:attrNameLst>
                                      </p:cBhvr>
                                      <p:tavLst>
                                        <p:tav tm="0">
                                          <p:val>
                                            <p:strVal val="ppt_y"/>
                                          </p:val>
                                        </p:tav>
                                        <p:tav tm="100000">
                                          <p:val>
                                            <p:strVal val="ppt_y+.1"/>
                                          </p:val>
                                        </p:tav>
                                      </p:tavLst>
                                    </p:anim>
                                    <p:set>
                                      <p:cBhvr>
                                        <p:cTn id="70" dur="1" fill="hold">
                                          <p:stCondLst>
                                            <p:cond delay="999"/>
                                          </p:stCondLst>
                                        </p:cTn>
                                        <p:tgtEl>
                                          <p:spTgt spid="42"/>
                                        </p:tgtEl>
                                        <p:attrNameLst>
                                          <p:attrName>style.visibility</p:attrName>
                                        </p:attrNameLst>
                                      </p:cBhvr>
                                      <p:to>
                                        <p:strVal val="hidden"/>
                                      </p:to>
                                    </p:set>
                                  </p:childTnLst>
                                </p:cTn>
                              </p:par>
                              <p:par>
                                <p:cTn id="71" presetID="42" presetClass="exit" presetSubtype="0" fill="hold" nodeType="withEffect">
                                  <p:stCondLst>
                                    <p:cond delay="0"/>
                                  </p:stCondLst>
                                  <p:childTnLst>
                                    <p:animEffect transition="out" filter="fade">
                                      <p:cBhvr>
                                        <p:cTn id="72" dur="1000"/>
                                        <p:tgtEl>
                                          <p:spTgt spid="41"/>
                                        </p:tgtEl>
                                      </p:cBhvr>
                                    </p:animEffect>
                                    <p:anim calcmode="lin" valueType="num">
                                      <p:cBhvr>
                                        <p:cTn id="73" dur="1000"/>
                                        <p:tgtEl>
                                          <p:spTgt spid="41"/>
                                        </p:tgtEl>
                                        <p:attrNameLst>
                                          <p:attrName>ppt_x</p:attrName>
                                        </p:attrNameLst>
                                      </p:cBhvr>
                                      <p:tavLst>
                                        <p:tav tm="0">
                                          <p:val>
                                            <p:strVal val="ppt_x"/>
                                          </p:val>
                                        </p:tav>
                                        <p:tav tm="100000">
                                          <p:val>
                                            <p:strVal val="ppt_x"/>
                                          </p:val>
                                        </p:tav>
                                      </p:tavLst>
                                    </p:anim>
                                    <p:anim calcmode="lin" valueType="num">
                                      <p:cBhvr>
                                        <p:cTn id="74" dur="1000"/>
                                        <p:tgtEl>
                                          <p:spTgt spid="41"/>
                                        </p:tgtEl>
                                        <p:attrNameLst>
                                          <p:attrName>ppt_y</p:attrName>
                                        </p:attrNameLst>
                                      </p:cBhvr>
                                      <p:tavLst>
                                        <p:tav tm="0">
                                          <p:val>
                                            <p:strVal val="ppt_y"/>
                                          </p:val>
                                        </p:tav>
                                        <p:tav tm="100000">
                                          <p:val>
                                            <p:strVal val="ppt_y+.1"/>
                                          </p:val>
                                        </p:tav>
                                      </p:tavLst>
                                    </p:anim>
                                    <p:set>
                                      <p:cBhvr>
                                        <p:cTn id="75" dur="1" fill="hold">
                                          <p:stCondLst>
                                            <p:cond delay="999"/>
                                          </p:stCondLst>
                                        </p:cTn>
                                        <p:tgtEl>
                                          <p:spTgt spid="41"/>
                                        </p:tgtEl>
                                        <p:attrNameLst>
                                          <p:attrName>style.visibility</p:attrName>
                                        </p:attrNameLst>
                                      </p:cBhvr>
                                      <p:to>
                                        <p:strVal val="hidden"/>
                                      </p:to>
                                    </p:set>
                                  </p:childTnLst>
                                </p:cTn>
                              </p:par>
                              <p:par>
                                <p:cTn id="76" presetID="42" presetClass="exit" presetSubtype="0" fill="hold" nodeType="withEffect">
                                  <p:stCondLst>
                                    <p:cond delay="0"/>
                                  </p:stCondLst>
                                  <p:childTnLst>
                                    <p:animEffect transition="out" filter="fade">
                                      <p:cBhvr>
                                        <p:cTn id="77" dur="1000"/>
                                        <p:tgtEl>
                                          <p:spTgt spid="48"/>
                                        </p:tgtEl>
                                      </p:cBhvr>
                                    </p:animEffect>
                                    <p:anim calcmode="lin" valueType="num">
                                      <p:cBhvr>
                                        <p:cTn id="78" dur="1000"/>
                                        <p:tgtEl>
                                          <p:spTgt spid="48"/>
                                        </p:tgtEl>
                                        <p:attrNameLst>
                                          <p:attrName>ppt_x</p:attrName>
                                        </p:attrNameLst>
                                      </p:cBhvr>
                                      <p:tavLst>
                                        <p:tav tm="0">
                                          <p:val>
                                            <p:strVal val="ppt_x"/>
                                          </p:val>
                                        </p:tav>
                                        <p:tav tm="100000">
                                          <p:val>
                                            <p:strVal val="ppt_x"/>
                                          </p:val>
                                        </p:tav>
                                      </p:tavLst>
                                    </p:anim>
                                    <p:anim calcmode="lin" valueType="num">
                                      <p:cBhvr>
                                        <p:cTn id="79" dur="1000"/>
                                        <p:tgtEl>
                                          <p:spTgt spid="48"/>
                                        </p:tgtEl>
                                        <p:attrNameLst>
                                          <p:attrName>ppt_y</p:attrName>
                                        </p:attrNameLst>
                                      </p:cBhvr>
                                      <p:tavLst>
                                        <p:tav tm="0">
                                          <p:val>
                                            <p:strVal val="ppt_y"/>
                                          </p:val>
                                        </p:tav>
                                        <p:tav tm="100000">
                                          <p:val>
                                            <p:strVal val="ppt_y+.1"/>
                                          </p:val>
                                        </p:tav>
                                      </p:tavLst>
                                    </p:anim>
                                    <p:set>
                                      <p:cBhvr>
                                        <p:cTn id="80" dur="1" fill="hold">
                                          <p:stCondLst>
                                            <p:cond delay="999"/>
                                          </p:stCondLst>
                                        </p:cTn>
                                        <p:tgtEl>
                                          <p:spTgt spid="48"/>
                                        </p:tgtEl>
                                        <p:attrNameLst>
                                          <p:attrName>style.visibility</p:attrName>
                                        </p:attrNameLst>
                                      </p:cBhvr>
                                      <p:to>
                                        <p:strVal val="hidden"/>
                                      </p:to>
                                    </p:set>
                                  </p:childTnLst>
                                </p:cTn>
                              </p:par>
                              <p:par>
                                <p:cTn id="81" presetID="42" presetClass="exit" presetSubtype="0" fill="hold" nodeType="withEffect">
                                  <p:stCondLst>
                                    <p:cond delay="0"/>
                                  </p:stCondLst>
                                  <p:childTnLst>
                                    <p:animEffect transition="out" filter="fade">
                                      <p:cBhvr>
                                        <p:cTn id="82" dur="1000"/>
                                        <p:tgtEl>
                                          <p:spTgt spid="36"/>
                                        </p:tgtEl>
                                      </p:cBhvr>
                                    </p:animEffect>
                                    <p:anim calcmode="lin" valueType="num">
                                      <p:cBhvr>
                                        <p:cTn id="83" dur="1000"/>
                                        <p:tgtEl>
                                          <p:spTgt spid="36"/>
                                        </p:tgtEl>
                                        <p:attrNameLst>
                                          <p:attrName>ppt_x</p:attrName>
                                        </p:attrNameLst>
                                      </p:cBhvr>
                                      <p:tavLst>
                                        <p:tav tm="0">
                                          <p:val>
                                            <p:strVal val="ppt_x"/>
                                          </p:val>
                                        </p:tav>
                                        <p:tav tm="100000">
                                          <p:val>
                                            <p:strVal val="ppt_x"/>
                                          </p:val>
                                        </p:tav>
                                      </p:tavLst>
                                    </p:anim>
                                    <p:anim calcmode="lin" valueType="num">
                                      <p:cBhvr>
                                        <p:cTn id="84" dur="1000"/>
                                        <p:tgtEl>
                                          <p:spTgt spid="36"/>
                                        </p:tgtEl>
                                        <p:attrNameLst>
                                          <p:attrName>ppt_y</p:attrName>
                                        </p:attrNameLst>
                                      </p:cBhvr>
                                      <p:tavLst>
                                        <p:tav tm="0">
                                          <p:val>
                                            <p:strVal val="ppt_y"/>
                                          </p:val>
                                        </p:tav>
                                        <p:tav tm="100000">
                                          <p:val>
                                            <p:strVal val="ppt_y+.1"/>
                                          </p:val>
                                        </p:tav>
                                      </p:tavLst>
                                    </p:anim>
                                    <p:set>
                                      <p:cBhvr>
                                        <p:cTn id="85" dur="1" fill="hold">
                                          <p:stCondLst>
                                            <p:cond delay="999"/>
                                          </p:stCondLst>
                                        </p:cTn>
                                        <p:tgtEl>
                                          <p:spTgt spid="36"/>
                                        </p:tgtEl>
                                        <p:attrNameLst>
                                          <p:attrName>style.visibility</p:attrName>
                                        </p:attrNameLst>
                                      </p:cBhvr>
                                      <p:to>
                                        <p:strVal val="hidden"/>
                                      </p:to>
                                    </p:set>
                                  </p:childTnLst>
                                </p:cTn>
                              </p:par>
                              <p:par>
                                <p:cTn id="86" presetID="42" presetClass="exit" presetSubtype="0" fill="hold" nodeType="withEffect">
                                  <p:stCondLst>
                                    <p:cond delay="0"/>
                                  </p:stCondLst>
                                  <p:childTnLst>
                                    <p:animEffect transition="out" filter="fade">
                                      <p:cBhvr>
                                        <p:cTn id="87" dur="1000"/>
                                        <p:tgtEl>
                                          <p:spTgt spid="46"/>
                                        </p:tgtEl>
                                      </p:cBhvr>
                                    </p:animEffect>
                                    <p:anim calcmode="lin" valueType="num">
                                      <p:cBhvr>
                                        <p:cTn id="88" dur="1000"/>
                                        <p:tgtEl>
                                          <p:spTgt spid="46"/>
                                        </p:tgtEl>
                                        <p:attrNameLst>
                                          <p:attrName>ppt_x</p:attrName>
                                        </p:attrNameLst>
                                      </p:cBhvr>
                                      <p:tavLst>
                                        <p:tav tm="0">
                                          <p:val>
                                            <p:strVal val="ppt_x"/>
                                          </p:val>
                                        </p:tav>
                                        <p:tav tm="100000">
                                          <p:val>
                                            <p:strVal val="ppt_x"/>
                                          </p:val>
                                        </p:tav>
                                      </p:tavLst>
                                    </p:anim>
                                    <p:anim calcmode="lin" valueType="num">
                                      <p:cBhvr>
                                        <p:cTn id="89" dur="1000"/>
                                        <p:tgtEl>
                                          <p:spTgt spid="46"/>
                                        </p:tgtEl>
                                        <p:attrNameLst>
                                          <p:attrName>ppt_y</p:attrName>
                                        </p:attrNameLst>
                                      </p:cBhvr>
                                      <p:tavLst>
                                        <p:tav tm="0">
                                          <p:val>
                                            <p:strVal val="ppt_y"/>
                                          </p:val>
                                        </p:tav>
                                        <p:tav tm="100000">
                                          <p:val>
                                            <p:strVal val="ppt_y+.1"/>
                                          </p:val>
                                        </p:tav>
                                      </p:tavLst>
                                    </p:anim>
                                    <p:set>
                                      <p:cBhvr>
                                        <p:cTn id="90" dur="1" fill="hold">
                                          <p:stCondLst>
                                            <p:cond delay="999"/>
                                          </p:stCondLst>
                                        </p:cTn>
                                        <p:tgtEl>
                                          <p:spTgt spid="46"/>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1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42" presetClass="exit" presetSubtype="0" fill="hold" nodeType="clickEffect">
                                  <p:stCondLst>
                                    <p:cond delay="0"/>
                                  </p:stCondLst>
                                  <p:childTnLst>
                                    <p:animEffect transition="out" filter="fade">
                                      <p:cBhvr>
                                        <p:cTn id="98" dur="1000"/>
                                        <p:tgtEl>
                                          <p:spTgt spid="96"/>
                                        </p:tgtEl>
                                      </p:cBhvr>
                                    </p:animEffect>
                                    <p:anim calcmode="lin" valueType="num">
                                      <p:cBhvr>
                                        <p:cTn id="99" dur="1000"/>
                                        <p:tgtEl>
                                          <p:spTgt spid="96"/>
                                        </p:tgtEl>
                                        <p:attrNameLst>
                                          <p:attrName>ppt_x</p:attrName>
                                        </p:attrNameLst>
                                      </p:cBhvr>
                                      <p:tavLst>
                                        <p:tav tm="0">
                                          <p:val>
                                            <p:strVal val="ppt_x"/>
                                          </p:val>
                                        </p:tav>
                                        <p:tav tm="100000">
                                          <p:val>
                                            <p:strVal val="ppt_x"/>
                                          </p:val>
                                        </p:tav>
                                      </p:tavLst>
                                    </p:anim>
                                    <p:anim calcmode="lin" valueType="num">
                                      <p:cBhvr>
                                        <p:cTn id="100" dur="1000"/>
                                        <p:tgtEl>
                                          <p:spTgt spid="96"/>
                                        </p:tgtEl>
                                        <p:attrNameLst>
                                          <p:attrName>ppt_y</p:attrName>
                                        </p:attrNameLst>
                                      </p:cBhvr>
                                      <p:tavLst>
                                        <p:tav tm="0">
                                          <p:val>
                                            <p:strVal val="ppt_y"/>
                                          </p:val>
                                        </p:tav>
                                        <p:tav tm="100000">
                                          <p:val>
                                            <p:strVal val="ppt_y+.1"/>
                                          </p:val>
                                        </p:tav>
                                      </p:tavLst>
                                    </p:anim>
                                    <p:set>
                                      <p:cBhvr>
                                        <p:cTn id="101" dur="1" fill="hold">
                                          <p:stCondLst>
                                            <p:cond delay="999"/>
                                          </p:stCondLst>
                                        </p:cTn>
                                        <p:tgtEl>
                                          <p:spTgt spid="96"/>
                                        </p:tgtEl>
                                        <p:attrNameLst>
                                          <p:attrName>style.visibility</p:attrName>
                                        </p:attrNameLst>
                                      </p:cBhvr>
                                      <p:to>
                                        <p:strVal val="hidden"/>
                                      </p:to>
                                    </p:set>
                                  </p:childTnLst>
                                </p:cTn>
                              </p:par>
                              <p:par>
                                <p:cTn id="102" presetID="42" presetClass="exit" presetSubtype="0" fill="hold" nodeType="withEffect">
                                  <p:stCondLst>
                                    <p:cond delay="0"/>
                                  </p:stCondLst>
                                  <p:childTnLst>
                                    <p:animEffect transition="out" filter="fade">
                                      <p:cBhvr>
                                        <p:cTn id="103" dur="1000"/>
                                        <p:tgtEl>
                                          <p:spTgt spid="97"/>
                                        </p:tgtEl>
                                      </p:cBhvr>
                                    </p:animEffect>
                                    <p:anim calcmode="lin" valueType="num">
                                      <p:cBhvr>
                                        <p:cTn id="104" dur="1000"/>
                                        <p:tgtEl>
                                          <p:spTgt spid="97"/>
                                        </p:tgtEl>
                                        <p:attrNameLst>
                                          <p:attrName>ppt_x</p:attrName>
                                        </p:attrNameLst>
                                      </p:cBhvr>
                                      <p:tavLst>
                                        <p:tav tm="0">
                                          <p:val>
                                            <p:strVal val="ppt_x"/>
                                          </p:val>
                                        </p:tav>
                                        <p:tav tm="100000">
                                          <p:val>
                                            <p:strVal val="ppt_x"/>
                                          </p:val>
                                        </p:tav>
                                      </p:tavLst>
                                    </p:anim>
                                    <p:anim calcmode="lin" valueType="num">
                                      <p:cBhvr>
                                        <p:cTn id="105" dur="1000"/>
                                        <p:tgtEl>
                                          <p:spTgt spid="97"/>
                                        </p:tgtEl>
                                        <p:attrNameLst>
                                          <p:attrName>ppt_y</p:attrName>
                                        </p:attrNameLst>
                                      </p:cBhvr>
                                      <p:tavLst>
                                        <p:tav tm="0">
                                          <p:val>
                                            <p:strVal val="ppt_y"/>
                                          </p:val>
                                        </p:tav>
                                        <p:tav tm="100000">
                                          <p:val>
                                            <p:strVal val="ppt_y+.1"/>
                                          </p:val>
                                        </p:tav>
                                      </p:tavLst>
                                    </p:anim>
                                    <p:set>
                                      <p:cBhvr>
                                        <p:cTn id="106" dur="1" fill="hold">
                                          <p:stCondLst>
                                            <p:cond delay="999"/>
                                          </p:stCondLst>
                                        </p:cTn>
                                        <p:tgtEl>
                                          <p:spTgt spid="97"/>
                                        </p:tgtEl>
                                        <p:attrNameLst>
                                          <p:attrName>style.visibility</p:attrName>
                                        </p:attrNameLst>
                                      </p:cBhvr>
                                      <p:to>
                                        <p:strVal val="hidden"/>
                                      </p:to>
                                    </p:set>
                                  </p:childTnLst>
                                </p:cTn>
                              </p:par>
                              <p:par>
                                <p:cTn id="107" presetID="42" presetClass="exit" presetSubtype="0" fill="hold" nodeType="withEffect">
                                  <p:stCondLst>
                                    <p:cond delay="0"/>
                                  </p:stCondLst>
                                  <p:childTnLst>
                                    <p:animEffect transition="out" filter="fade">
                                      <p:cBhvr>
                                        <p:cTn id="108" dur="1000"/>
                                        <p:tgtEl>
                                          <p:spTgt spid="95"/>
                                        </p:tgtEl>
                                      </p:cBhvr>
                                    </p:animEffect>
                                    <p:anim calcmode="lin" valueType="num">
                                      <p:cBhvr>
                                        <p:cTn id="109" dur="1000"/>
                                        <p:tgtEl>
                                          <p:spTgt spid="95"/>
                                        </p:tgtEl>
                                        <p:attrNameLst>
                                          <p:attrName>ppt_x</p:attrName>
                                        </p:attrNameLst>
                                      </p:cBhvr>
                                      <p:tavLst>
                                        <p:tav tm="0">
                                          <p:val>
                                            <p:strVal val="ppt_x"/>
                                          </p:val>
                                        </p:tav>
                                        <p:tav tm="100000">
                                          <p:val>
                                            <p:strVal val="ppt_x"/>
                                          </p:val>
                                        </p:tav>
                                      </p:tavLst>
                                    </p:anim>
                                    <p:anim calcmode="lin" valueType="num">
                                      <p:cBhvr>
                                        <p:cTn id="110" dur="1000"/>
                                        <p:tgtEl>
                                          <p:spTgt spid="95"/>
                                        </p:tgtEl>
                                        <p:attrNameLst>
                                          <p:attrName>ppt_y</p:attrName>
                                        </p:attrNameLst>
                                      </p:cBhvr>
                                      <p:tavLst>
                                        <p:tav tm="0">
                                          <p:val>
                                            <p:strVal val="ppt_y"/>
                                          </p:val>
                                        </p:tav>
                                        <p:tav tm="100000">
                                          <p:val>
                                            <p:strVal val="ppt_y+.1"/>
                                          </p:val>
                                        </p:tav>
                                      </p:tavLst>
                                    </p:anim>
                                    <p:set>
                                      <p:cBhvr>
                                        <p:cTn id="111" dur="1" fill="hold">
                                          <p:stCondLst>
                                            <p:cond delay="999"/>
                                          </p:stCondLst>
                                        </p:cTn>
                                        <p:tgtEl>
                                          <p:spTgt spid="95"/>
                                        </p:tgtEl>
                                        <p:attrNameLst>
                                          <p:attrName>style.visibility</p:attrName>
                                        </p:attrNameLst>
                                      </p:cBhvr>
                                      <p:to>
                                        <p:strVal val="hidden"/>
                                      </p:to>
                                    </p:set>
                                  </p:childTnLst>
                                </p:cTn>
                              </p:par>
                              <p:par>
                                <p:cTn id="112" presetID="42" presetClass="exit" presetSubtype="0" fill="hold" nodeType="withEffect">
                                  <p:stCondLst>
                                    <p:cond delay="0"/>
                                  </p:stCondLst>
                                  <p:childTnLst>
                                    <p:animEffect transition="out" filter="fade">
                                      <p:cBhvr>
                                        <p:cTn id="113" dur="1000"/>
                                        <p:tgtEl>
                                          <p:spTgt spid="106"/>
                                        </p:tgtEl>
                                      </p:cBhvr>
                                    </p:animEffect>
                                    <p:anim calcmode="lin" valueType="num">
                                      <p:cBhvr>
                                        <p:cTn id="114" dur="1000"/>
                                        <p:tgtEl>
                                          <p:spTgt spid="106"/>
                                        </p:tgtEl>
                                        <p:attrNameLst>
                                          <p:attrName>ppt_x</p:attrName>
                                        </p:attrNameLst>
                                      </p:cBhvr>
                                      <p:tavLst>
                                        <p:tav tm="0">
                                          <p:val>
                                            <p:strVal val="ppt_x"/>
                                          </p:val>
                                        </p:tav>
                                        <p:tav tm="100000">
                                          <p:val>
                                            <p:strVal val="ppt_x"/>
                                          </p:val>
                                        </p:tav>
                                      </p:tavLst>
                                    </p:anim>
                                    <p:anim calcmode="lin" valueType="num">
                                      <p:cBhvr>
                                        <p:cTn id="115" dur="1000"/>
                                        <p:tgtEl>
                                          <p:spTgt spid="106"/>
                                        </p:tgtEl>
                                        <p:attrNameLst>
                                          <p:attrName>ppt_y</p:attrName>
                                        </p:attrNameLst>
                                      </p:cBhvr>
                                      <p:tavLst>
                                        <p:tav tm="0">
                                          <p:val>
                                            <p:strVal val="ppt_y"/>
                                          </p:val>
                                        </p:tav>
                                        <p:tav tm="100000">
                                          <p:val>
                                            <p:strVal val="ppt_y+.1"/>
                                          </p:val>
                                        </p:tav>
                                      </p:tavLst>
                                    </p:anim>
                                    <p:set>
                                      <p:cBhvr>
                                        <p:cTn id="116" dur="1" fill="hold">
                                          <p:stCondLst>
                                            <p:cond delay="999"/>
                                          </p:stCondLst>
                                        </p:cTn>
                                        <p:tgtEl>
                                          <p:spTgt spid="106"/>
                                        </p:tgtEl>
                                        <p:attrNameLst>
                                          <p:attrName>style.visibility</p:attrName>
                                        </p:attrNameLst>
                                      </p:cBhvr>
                                      <p:to>
                                        <p:strVal val="hidden"/>
                                      </p:to>
                                    </p:set>
                                  </p:childTnLst>
                                </p:cTn>
                              </p:par>
                              <p:par>
                                <p:cTn id="117" presetID="42" presetClass="exit" presetSubtype="0" fill="hold" nodeType="withEffect">
                                  <p:stCondLst>
                                    <p:cond delay="0"/>
                                  </p:stCondLst>
                                  <p:childTnLst>
                                    <p:animEffect transition="out" filter="fade">
                                      <p:cBhvr>
                                        <p:cTn id="118" dur="1000"/>
                                        <p:tgtEl>
                                          <p:spTgt spid="107"/>
                                        </p:tgtEl>
                                      </p:cBhvr>
                                    </p:animEffect>
                                    <p:anim calcmode="lin" valueType="num">
                                      <p:cBhvr>
                                        <p:cTn id="119" dur="1000"/>
                                        <p:tgtEl>
                                          <p:spTgt spid="107"/>
                                        </p:tgtEl>
                                        <p:attrNameLst>
                                          <p:attrName>ppt_x</p:attrName>
                                        </p:attrNameLst>
                                      </p:cBhvr>
                                      <p:tavLst>
                                        <p:tav tm="0">
                                          <p:val>
                                            <p:strVal val="ppt_x"/>
                                          </p:val>
                                        </p:tav>
                                        <p:tav tm="100000">
                                          <p:val>
                                            <p:strVal val="ppt_x"/>
                                          </p:val>
                                        </p:tav>
                                      </p:tavLst>
                                    </p:anim>
                                    <p:anim calcmode="lin" valueType="num">
                                      <p:cBhvr>
                                        <p:cTn id="120" dur="1000"/>
                                        <p:tgtEl>
                                          <p:spTgt spid="107"/>
                                        </p:tgtEl>
                                        <p:attrNameLst>
                                          <p:attrName>ppt_y</p:attrName>
                                        </p:attrNameLst>
                                      </p:cBhvr>
                                      <p:tavLst>
                                        <p:tav tm="0">
                                          <p:val>
                                            <p:strVal val="ppt_y"/>
                                          </p:val>
                                        </p:tav>
                                        <p:tav tm="100000">
                                          <p:val>
                                            <p:strVal val="ppt_y+.1"/>
                                          </p:val>
                                        </p:tav>
                                      </p:tavLst>
                                    </p:anim>
                                    <p:set>
                                      <p:cBhvr>
                                        <p:cTn id="121" dur="1" fill="hold">
                                          <p:stCondLst>
                                            <p:cond delay="999"/>
                                          </p:stCondLst>
                                        </p:cTn>
                                        <p:tgtEl>
                                          <p:spTgt spid="107"/>
                                        </p:tgtEl>
                                        <p:attrNameLst>
                                          <p:attrName>style.visibility</p:attrName>
                                        </p:attrNameLst>
                                      </p:cBhvr>
                                      <p:to>
                                        <p:strVal val="hidden"/>
                                      </p:to>
                                    </p:set>
                                  </p:childTnLst>
                                </p:cTn>
                              </p:par>
                              <p:par>
                                <p:cTn id="122" presetID="42" presetClass="exit" presetSubtype="0" fill="hold" nodeType="withEffect">
                                  <p:stCondLst>
                                    <p:cond delay="0"/>
                                  </p:stCondLst>
                                  <p:childTnLst>
                                    <p:animEffect transition="out" filter="fade">
                                      <p:cBhvr>
                                        <p:cTn id="123" dur="1000"/>
                                        <p:tgtEl>
                                          <p:spTgt spid="109"/>
                                        </p:tgtEl>
                                      </p:cBhvr>
                                    </p:animEffect>
                                    <p:anim calcmode="lin" valueType="num">
                                      <p:cBhvr>
                                        <p:cTn id="124" dur="1000"/>
                                        <p:tgtEl>
                                          <p:spTgt spid="109"/>
                                        </p:tgtEl>
                                        <p:attrNameLst>
                                          <p:attrName>ppt_x</p:attrName>
                                        </p:attrNameLst>
                                      </p:cBhvr>
                                      <p:tavLst>
                                        <p:tav tm="0">
                                          <p:val>
                                            <p:strVal val="ppt_x"/>
                                          </p:val>
                                        </p:tav>
                                        <p:tav tm="100000">
                                          <p:val>
                                            <p:strVal val="ppt_x"/>
                                          </p:val>
                                        </p:tav>
                                      </p:tavLst>
                                    </p:anim>
                                    <p:anim calcmode="lin" valueType="num">
                                      <p:cBhvr>
                                        <p:cTn id="125" dur="1000"/>
                                        <p:tgtEl>
                                          <p:spTgt spid="109"/>
                                        </p:tgtEl>
                                        <p:attrNameLst>
                                          <p:attrName>ppt_y</p:attrName>
                                        </p:attrNameLst>
                                      </p:cBhvr>
                                      <p:tavLst>
                                        <p:tav tm="0">
                                          <p:val>
                                            <p:strVal val="ppt_y"/>
                                          </p:val>
                                        </p:tav>
                                        <p:tav tm="100000">
                                          <p:val>
                                            <p:strVal val="ppt_y+.1"/>
                                          </p:val>
                                        </p:tav>
                                      </p:tavLst>
                                    </p:anim>
                                    <p:set>
                                      <p:cBhvr>
                                        <p:cTn id="126" dur="1" fill="hold">
                                          <p:stCondLst>
                                            <p:cond delay="999"/>
                                          </p:stCondLst>
                                        </p:cTn>
                                        <p:tgtEl>
                                          <p:spTgt spid="109"/>
                                        </p:tgtEl>
                                        <p:attrNameLst>
                                          <p:attrName>style.visibility</p:attrName>
                                        </p:attrNameLst>
                                      </p:cBhvr>
                                      <p:to>
                                        <p:strVal val="hidden"/>
                                      </p:to>
                                    </p:set>
                                  </p:childTnLst>
                                </p:cTn>
                              </p:par>
                              <p:par>
                                <p:cTn id="127" presetID="42" presetClass="exit" presetSubtype="0" fill="hold" nodeType="withEffect">
                                  <p:stCondLst>
                                    <p:cond delay="0"/>
                                  </p:stCondLst>
                                  <p:childTnLst>
                                    <p:animEffect transition="out" filter="fade">
                                      <p:cBhvr>
                                        <p:cTn id="128" dur="1000"/>
                                        <p:tgtEl>
                                          <p:spTgt spid="108"/>
                                        </p:tgtEl>
                                      </p:cBhvr>
                                    </p:animEffect>
                                    <p:anim calcmode="lin" valueType="num">
                                      <p:cBhvr>
                                        <p:cTn id="129" dur="1000"/>
                                        <p:tgtEl>
                                          <p:spTgt spid="108"/>
                                        </p:tgtEl>
                                        <p:attrNameLst>
                                          <p:attrName>ppt_x</p:attrName>
                                        </p:attrNameLst>
                                      </p:cBhvr>
                                      <p:tavLst>
                                        <p:tav tm="0">
                                          <p:val>
                                            <p:strVal val="ppt_x"/>
                                          </p:val>
                                        </p:tav>
                                        <p:tav tm="100000">
                                          <p:val>
                                            <p:strVal val="ppt_x"/>
                                          </p:val>
                                        </p:tav>
                                      </p:tavLst>
                                    </p:anim>
                                    <p:anim calcmode="lin" valueType="num">
                                      <p:cBhvr>
                                        <p:cTn id="130" dur="1000"/>
                                        <p:tgtEl>
                                          <p:spTgt spid="108"/>
                                        </p:tgtEl>
                                        <p:attrNameLst>
                                          <p:attrName>ppt_y</p:attrName>
                                        </p:attrNameLst>
                                      </p:cBhvr>
                                      <p:tavLst>
                                        <p:tav tm="0">
                                          <p:val>
                                            <p:strVal val="ppt_y"/>
                                          </p:val>
                                        </p:tav>
                                        <p:tav tm="100000">
                                          <p:val>
                                            <p:strVal val="ppt_y+.1"/>
                                          </p:val>
                                        </p:tav>
                                      </p:tavLst>
                                    </p:anim>
                                    <p:set>
                                      <p:cBhvr>
                                        <p:cTn id="131" dur="1" fill="hold">
                                          <p:stCondLst>
                                            <p:cond delay="999"/>
                                          </p:stCondLst>
                                        </p:cTn>
                                        <p:tgtEl>
                                          <p:spTgt spid="108"/>
                                        </p:tgtEl>
                                        <p:attrNameLst>
                                          <p:attrName>style.visibility</p:attrName>
                                        </p:attrNameLst>
                                      </p:cBhvr>
                                      <p:to>
                                        <p:strVal val="hidden"/>
                                      </p:to>
                                    </p:set>
                                  </p:childTnLst>
                                </p:cTn>
                              </p:par>
                              <p:par>
                                <p:cTn id="132" presetID="42" presetClass="exit" presetSubtype="0" fill="hold" nodeType="withEffect">
                                  <p:stCondLst>
                                    <p:cond delay="0"/>
                                  </p:stCondLst>
                                  <p:childTnLst>
                                    <p:animEffect transition="out" filter="fade">
                                      <p:cBhvr>
                                        <p:cTn id="133" dur="1000"/>
                                        <p:tgtEl>
                                          <p:spTgt spid="110"/>
                                        </p:tgtEl>
                                      </p:cBhvr>
                                    </p:animEffect>
                                    <p:anim calcmode="lin" valueType="num">
                                      <p:cBhvr>
                                        <p:cTn id="134" dur="1000"/>
                                        <p:tgtEl>
                                          <p:spTgt spid="110"/>
                                        </p:tgtEl>
                                        <p:attrNameLst>
                                          <p:attrName>ppt_x</p:attrName>
                                        </p:attrNameLst>
                                      </p:cBhvr>
                                      <p:tavLst>
                                        <p:tav tm="0">
                                          <p:val>
                                            <p:strVal val="ppt_x"/>
                                          </p:val>
                                        </p:tav>
                                        <p:tav tm="100000">
                                          <p:val>
                                            <p:strVal val="ppt_x"/>
                                          </p:val>
                                        </p:tav>
                                      </p:tavLst>
                                    </p:anim>
                                    <p:anim calcmode="lin" valueType="num">
                                      <p:cBhvr>
                                        <p:cTn id="135" dur="1000"/>
                                        <p:tgtEl>
                                          <p:spTgt spid="110"/>
                                        </p:tgtEl>
                                        <p:attrNameLst>
                                          <p:attrName>ppt_y</p:attrName>
                                        </p:attrNameLst>
                                      </p:cBhvr>
                                      <p:tavLst>
                                        <p:tav tm="0">
                                          <p:val>
                                            <p:strVal val="ppt_y"/>
                                          </p:val>
                                        </p:tav>
                                        <p:tav tm="100000">
                                          <p:val>
                                            <p:strVal val="ppt_y+.1"/>
                                          </p:val>
                                        </p:tav>
                                      </p:tavLst>
                                    </p:anim>
                                    <p:set>
                                      <p:cBhvr>
                                        <p:cTn id="136" dur="1" fill="hold">
                                          <p:stCondLst>
                                            <p:cond delay="999"/>
                                          </p:stCondLst>
                                        </p:cTn>
                                        <p:tgtEl>
                                          <p:spTgt spid="110"/>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P spid="113" grpId="0"/>
      <p:bldP spid="11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1176" y="2085154"/>
            <a:ext cx="10522307" cy="4524574"/>
          </a:xfrm>
          <a:prstGeom prst="rect">
            <a:avLst/>
          </a:prstGeom>
        </p:spPr>
      </p:pic>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3(Cont.)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Give nine perfect matchings of the following graph.</a:t>
            </a:r>
          </a:p>
          <a:p>
            <a:endParaRPr lang="en-US" sz="2800" dirty="0">
              <a:solidFill>
                <a:schemeClr val="bg1"/>
              </a:solidFill>
            </a:endParaRPr>
          </a:p>
        </p:txBody>
      </p:sp>
    </p:spTree>
    <p:extLst>
      <p:ext uri="{BB962C8B-B14F-4D97-AF65-F5344CB8AC3E}">
        <p14:creationId xmlns:p14="http://schemas.microsoft.com/office/powerpoint/2010/main" val="271215069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4</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9970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2" name="Content Placeholder 2"/>
          <p:cNvSpPr txBox="1">
            <a:spLocks/>
          </p:cNvSpPr>
          <p:nvPr/>
        </p:nvSpPr>
        <p:spPr>
          <a:xfrm>
            <a:off x="131176" y="867840"/>
            <a:ext cx="11929645" cy="56964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Prove that if a graph have perfect matching, then order of graph is even.</a:t>
            </a:r>
          </a:p>
          <a:p>
            <a:endParaRPr lang="en-US" sz="2800" dirty="0">
              <a:solidFill>
                <a:schemeClr val="bg1"/>
              </a:solidFill>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31180" y="2085154"/>
                <a:ext cx="11929641" cy="4368855"/>
              </a:xfrm>
            </p:spPr>
            <p:txBody>
              <a:bodyPr/>
              <a:lstStyle/>
              <a:p>
                <a:r>
                  <a:rPr lang="en-US" dirty="0"/>
                  <a:t>Suppose a graph of order </a:t>
                </a:r>
                <a14:m>
                  <m:oMath xmlns:m="http://schemas.openxmlformats.org/officeDocument/2006/math">
                    <m:r>
                      <m:rPr>
                        <m:sty m:val="p"/>
                      </m:rPr>
                      <a:rPr lang="en-US" i="0" dirty="0" smtClean="0">
                        <a:latin typeface="Cambria Math" panose="02040503050406030204" pitchFamily="18" charset="0"/>
                      </a:rPr>
                      <m:t>n</m:t>
                    </m:r>
                  </m:oMath>
                </a14:m>
                <a:r>
                  <a:rPr lang="en-US" dirty="0"/>
                  <a:t> has a perfect matching.</a:t>
                </a:r>
              </a:p>
              <a:p>
                <a:r>
                  <a:rPr lang="en-US" dirty="0"/>
                  <a:t>This means the graph has a matching in which the degree of each vertex is exactly 1.</a:t>
                </a:r>
              </a:p>
              <a:p>
                <a:r>
                  <a:rPr lang="en-US" dirty="0"/>
                  <a:t>By applying the Degree Sum Formula to this matching,</a:t>
                </a:r>
              </a:p>
              <a:p>
                <a:r>
                  <a:rPr lang="en-US" dirty="0"/>
                  <a:t>The total sum of degrees of all vertices involved in the matching is</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b="0" i="0" dirty="0" smtClean="0">
                        <a:latin typeface="Cambria Math" panose="02040503050406030204" pitchFamily="18" charset="0"/>
                      </a:rPr>
                      <m:t>.</m:t>
                    </m:r>
                  </m:oMath>
                </a14:m>
                <a:endParaRPr lang="en-US" dirty="0"/>
              </a:p>
              <a:p>
                <a:r>
                  <a:rPr lang="en-US" dirty="0"/>
                  <a:t>As we know total sum of degrees of all vertices is always even.</a:t>
                </a:r>
              </a:p>
              <a:p>
                <a:r>
                  <a:rPr lang="en-US" dirty="0"/>
                  <a:t>That means,</a:t>
                </a:r>
                <a14:m>
                  <m:oMath xmlns:m="http://schemas.openxmlformats.org/officeDocument/2006/math">
                    <m:r>
                      <a:rPr lang="en-US" i="0" dirty="0" smtClean="0">
                        <a:latin typeface="Cambria Math" panose="02040503050406030204" pitchFamily="18" charset="0"/>
                      </a:rPr>
                      <m:t> </m:t>
                    </m:r>
                    <m:r>
                      <a:rPr lang="en-US" b="0" i="0" dirty="0" smtClean="0">
                        <a:latin typeface="Cambria Math" panose="02040503050406030204" pitchFamily="18" charset="0"/>
                      </a:rPr>
                      <m:t> </m:t>
                    </m:r>
                    <m:r>
                      <m:rPr>
                        <m:sty m:val="p"/>
                      </m:rPr>
                      <a:rPr lang="en-US" i="0" dirty="0" smtClean="0">
                        <a:latin typeface="Cambria Math" panose="02040503050406030204" pitchFamily="18" charset="0"/>
                      </a:rPr>
                      <m:t>n</m:t>
                    </m:r>
                  </m:oMath>
                </a14:m>
                <a:r>
                  <a:rPr lang="en-US" dirty="0"/>
                  <a:t> is even.</a:t>
                </a:r>
              </a:p>
              <a:p>
                <a:r>
                  <a:rPr lang="en-US" dirty="0"/>
                  <a:t>Hence, a graph have perfect .matching then order of graph is even.</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31180" y="2085154"/>
                <a:ext cx="11929641" cy="4368855"/>
              </a:xfrm>
              <a:blipFill rotWithShape="0">
                <a:blip r:embed="rId2"/>
                <a:stretch>
                  <a:fillRect l="-971" t="-2371" r="-1074"/>
                </a:stretch>
              </a:blipFill>
            </p:spPr>
            <p:txBody>
              <a:bodyPr/>
              <a:lstStyle/>
              <a:p>
                <a:r>
                  <a:rPr lang="en-US">
                    <a:noFill/>
                  </a:rPr>
                  <a:t> </a:t>
                </a:r>
              </a:p>
            </p:txBody>
          </p:sp>
        </mc:Fallback>
      </mc:AlternateContent>
    </p:spTree>
    <p:extLst>
      <p:ext uri="{BB962C8B-B14F-4D97-AF65-F5344CB8AC3E}">
        <p14:creationId xmlns:p14="http://schemas.microsoft.com/office/powerpoint/2010/main" val="1454875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942D6-35C1-8FD1-9AFA-134FE9E1D59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D9375E9-AB0F-F7AB-E180-F9ADE4852BC6}"/>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775874BC-FB95-952F-2852-C7B60D97C678}"/>
              </a:ext>
            </a:extLst>
          </p:cNvPr>
          <p:cNvSpPr>
            <a:spLocks noGrp="1"/>
          </p:cNvSpPr>
          <p:nvPr>
            <p:ph idx="1"/>
          </p:nvPr>
        </p:nvSpPr>
        <p:spPr>
          <a:xfrm>
            <a:off x="131179" y="863444"/>
            <a:ext cx="5964821" cy="5590565"/>
          </a:xfrm>
        </p:spPr>
        <p:txBody>
          <a:bodyPr/>
          <a:lstStyle/>
          <a:p>
            <a:endParaRPr lang="en-US" dirty="0"/>
          </a:p>
          <a:p>
            <a:endParaRPr lang="en-US" dirty="0"/>
          </a:p>
          <a:p>
            <a:endParaRPr lang="en-US" dirty="0"/>
          </a:p>
          <a:p>
            <a:endParaRPr lang="en-US" dirty="0"/>
          </a:p>
          <a:p>
            <a:endParaRPr lang="en-US"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5DFB324-E878-951F-8F5B-1BA82F7CE957}"/>
                  </a:ext>
                </a:extLst>
              </p:cNvPr>
              <p:cNvSpPr txBox="1">
                <a:spLocks/>
              </p:cNvSpPr>
              <p:nvPr/>
            </p:nvSpPr>
            <p:spPr>
              <a:xfrm>
                <a:off x="131179" y="846971"/>
                <a:ext cx="1172482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Latin rectangle is an</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r</m:t>
                    </m:r>
                    <m:r>
                      <a:rPr lang="en-US" i="0" dirty="0" smtClean="0">
                        <a:latin typeface="Cambria Math" panose="02040503050406030204" pitchFamily="18" charset="0"/>
                      </a:rPr>
                      <m:t>×</m:t>
                    </m:r>
                    <m:r>
                      <m:rPr>
                        <m:sty m:val="p"/>
                      </m:rPr>
                      <a:rPr lang="en-US" i="0" dirty="0" smtClean="0">
                        <a:latin typeface="Cambria Math" panose="02040503050406030204" pitchFamily="18" charset="0"/>
                      </a:rPr>
                      <m:t>n</m:t>
                    </m:r>
                  </m:oMath>
                </a14:m>
                <a:r>
                  <a:rPr lang="en-US" dirty="0"/>
                  <a:t> matrix with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r</m:t>
                    </m:r>
                    <m:r>
                      <a:rPr lang="en-US" i="0" dirty="0" smtClean="0">
                        <a:latin typeface="Cambria Math" panose="02040503050406030204" pitchFamily="18" charset="0"/>
                      </a:rPr>
                      <m:t>≤</m:t>
                    </m:r>
                    <m:r>
                      <m:rPr>
                        <m:sty m:val="p"/>
                      </m:rPr>
                      <a:rPr lang="en-US" i="0" dirty="0" smtClean="0">
                        <a:latin typeface="Cambria Math" panose="02040503050406030204" pitchFamily="18" charset="0"/>
                      </a:rPr>
                      <m:t>n</m:t>
                    </m:r>
                  </m:oMath>
                </a14:m>
                <a:r>
                  <a:rPr lang="en-US" dirty="0"/>
                  <a:t>. Each entry of the matrix has numbers from an alphabet</a:t>
                </a:r>
                <a14:m>
                  <m:oMath xmlns:m="http://schemas.openxmlformats.org/officeDocument/2006/math">
                    <m:r>
                      <a:rPr lang="en-US" i="0" dirty="0" smtClean="0">
                        <a:latin typeface="Cambria Math" panose="02040503050406030204" pitchFamily="18" charset="0"/>
                      </a:rPr>
                      <m:t> {</m:t>
                    </m:r>
                    <m:sSub>
                      <m:sSubPr>
                        <m:ctrlPr>
                          <a:rPr lang="en-IN" b="0" i="1" dirty="0" smtClean="0">
                            <a:latin typeface="Cambria Math" panose="02040503050406030204" pitchFamily="18" charset="0"/>
                          </a:rPr>
                        </m:ctrlPr>
                      </m:sSubPr>
                      <m:e>
                        <m:r>
                          <m:rPr>
                            <m:sty m:val="p"/>
                          </m:rPr>
                          <a:rPr lang="en-US" i="0" dirty="0" smtClean="0">
                            <a:latin typeface="Cambria Math" panose="02040503050406030204" pitchFamily="18" charset="0"/>
                          </a:rPr>
                          <m:t>a</m:t>
                        </m:r>
                      </m:e>
                      <m:sub>
                        <m:r>
                          <a:rPr lang="en-US" i="0" dirty="0" smtClean="0">
                            <a:latin typeface="Cambria Math" panose="02040503050406030204" pitchFamily="18" charset="0"/>
                          </a:rPr>
                          <m:t>1</m:t>
                        </m:r>
                      </m:sub>
                    </m:sSub>
                    <m:r>
                      <a:rPr lang="en-US" i="0" dirty="0" smtClean="0">
                        <a:latin typeface="Cambria Math" panose="02040503050406030204" pitchFamily="18" charset="0"/>
                      </a:rPr>
                      <m:t>, </m:t>
                    </m:r>
                    <m:sSub>
                      <m:sSubPr>
                        <m:ctrlPr>
                          <a:rPr lang="en-IN" b="0" i="1" dirty="0" smtClean="0">
                            <a:latin typeface="Cambria Math" panose="02040503050406030204" pitchFamily="18" charset="0"/>
                          </a:rPr>
                        </m:ctrlPr>
                      </m:sSubPr>
                      <m:e>
                        <m:r>
                          <m:rPr>
                            <m:sty m:val="p"/>
                          </m:rPr>
                          <a:rPr lang="en-US" i="0" dirty="0" smtClean="0">
                            <a:latin typeface="Cambria Math" panose="02040503050406030204" pitchFamily="18" charset="0"/>
                          </a:rPr>
                          <m:t>a</m:t>
                        </m:r>
                      </m:e>
                      <m:sub>
                        <m:r>
                          <a:rPr lang="en-US" i="0" dirty="0" smtClean="0">
                            <a:latin typeface="Cambria Math" panose="02040503050406030204" pitchFamily="18" charset="0"/>
                          </a:rPr>
                          <m:t>2</m:t>
                        </m:r>
                      </m:sub>
                    </m:sSub>
                    <m:r>
                      <a:rPr lang="en-US" i="0" dirty="0" smtClean="0">
                        <a:latin typeface="Cambria Math" panose="02040503050406030204" pitchFamily="18" charset="0"/>
                      </a:rPr>
                      <m:t>, . . . , </m:t>
                    </m:r>
                    <m:sSub>
                      <m:sSubPr>
                        <m:ctrlPr>
                          <a:rPr lang="en-IN" b="0" i="1" dirty="0" smtClean="0">
                            <a:latin typeface="Cambria Math" panose="02040503050406030204" pitchFamily="18" charset="0"/>
                          </a:rPr>
                        </m:ctrlPr>
                      </m:sSubPr>
                      <m:e>
                        <m:r>
                          <m:rPr>
                            <m:sty m:val="p"/>
                          </m:rPr>
                          <a:rPr lang="en-US" i="0" dirty="0" smtClean="0">
                            <a:latin typeface="Cambria Math" panose="02040503050406030204" pitchFamily="18" charset="0"/>
                          </a:rPr>
                          <m:t>a</m:t>
                        </m:r>
                      </m:e>
                      <m:sub>
                        <m:r>
                          <m:rPr>
                            <m:sty m:val="p"/>
                          </m:rPr>
                          <a:rPr lang="en-US" i="0" dirty="0" smtClean="0">
                            <a:latin typeface="Cambria Math" panose="02040503050406030204" pitchFamily="18" charset="0"/>
                          </a:rPr>
                          <m:t>n</m:t>
                        </m:r>
                      </m:sub>
                    </m:sSub>
                    <m:r>
                      <a:rPr lang="en-US" i="0" dirty="0" smtClean="0">
                        <a:latin typeface="Cambria Math" panose="02040503050406030204" pitchFamily="18" charset="0"/>
                      </a:rPr>
                      <m:t>}</m:t>
                    </m:r>
                  </m:oMath>
                </a14:m>
                <a:r>
                  <a:rPr lang="en-US" dirty="0"/>
                  <a:t>. </a:t>
                </a:r>
              </a:p>
              <a:p>
                <a:pPr lvl="1"/>
                <a:r>
                  <a:rPr lang="en-US" dirty="0"/>
                  <a:t>Think of these as colors – more vibrant that way! The constraint is that any row and any column has no repeating entry. So, if we go up a column or left-to-right a row, no color is repeated. The following are examples of Latin rectangles; One is a</a:t>
                </a:r>
                <a14:m>
                  <m:oMath xmlns:m="http://schemas.openxmlformats.org/officeDocument/2006/math">
                    <m:r>
                      <a:rPr lang="en-US" i="1" dirty="0" smtClean="0">
                        <a:latin typeface="Cambria Math" panose="02040503050406030204" pitchFamily="18" charset="0"/>
                      </a:rPr>
                      <m:t> 2×5</m:t>
                    </m:r>
                  </m:oMath>
                </a14:m>
                <a:r>
                  <a:rPr lang="en-US" dirty="0"/>
                  <a:t> and the other is a</a:t>
                </a:r>
                <a14:m>
                  <m:oMath xmlns:m="http://schemas.openxmlformats.org/officeDocument/2006/math">
                    <m:r>
                      <a:rPr lang="en-US" i="1" dirty="0" smtClean="0">
                        <a:latin typeface="Cambria Math" panose="02040503050406030204" pitchFamily="18" charset="0"/>
                      </a:rPr>
                      <m:t> 3×5</m:t>
                    </m:r>
                  </m:oMath>
                </a14:m>
                <a:r>
                  <a:rPr lang="en-US" dirty="0"/>
                  <a:t>. </a:t>
                </a:r>
              </a:p>
              <a:p>
                <a:endParaRPr lang="en-US" dirty="0"/>
              </a:p>
              <a:p>
                <a:endParaRPr lang="en-US" dirty="0"/>
              </a:p>
              <a:p>
                <a:endParaRPr lang="en-US" dirty="0"/>
              </a:p>
              <a:p>
                <a:pPr lvl="1"/>
                <a:r>
                  <a:rPr lang="en-US" dirty="0"/>
                  <a:t>An</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IN" b="0" i="1" dirty="0" smtClean="0">
                        <a:latin typeface="Cambria Math" panose="02040503050406030204" pitchFamily="18" charset="0"/>
                      </a:rPr>
                      <m:t>×</m:t>
                    </m:r>
                    <m:r>
                      <m:rPr>
                        <m:sty m:val="p"/>
                      </m:rPr>
                      <a:rPr lang="en-US" i="0" dirty="0" smtClean="0">
                        <a:latin typeface="Cambria Math" panose="02040503050406030204" pitchFamily="18" charset="0"/>
                      </a:rPr>
                      <m:t>n</m:t>
                    </m:r>
                  </m:oMath>
                </a14:m>
                <a:r>
                  <a:rPr lang="en-US" dirty="0"/>
                  <a:t> Latin rectangle is called a Latin square. A completion of an r × n Latin rectangle is an </a:t>
                </a:r>
                <a14:m>
                  <m:oMath xmlns:m="http://schemas.openxmlformats.org/officeDocument/2006/math">
                    <m:r>
                      <m:rPr>
                        <m:sty m:val="p"/>
                      </m:rPr>
                      <a:rPr lang="en-US" dirty="0">
                        <a:latin typeface="Cambria Math" panose="02040503050406030204" pitchFamily="18" charset="0"/>
                      </a:rPr>
                      <m:t>n</m:t>
                    </m:r>
                    <m:r>
                      <a:rPr lang="en-IN" i="1" dirty="0">
                        <a:latin typeface="Cambria Math" panose="02040503050406030204" pitchFamily="18" charset="0"/>
                      </a:rPr>
                      <m:t>×</m:t>
                    </m:r>
                    <m:r>
                      <m:rPr>
                        <m:sty m:val="p"/>
                      </m:rPr>
                      <a:rPr lang="en-US" dirty="0">
                        <a:latin typeface="Cambria Math" panose="02040503050406030204" pitchFamily="18" charset="0"/>
                      </a:rPr>
                      <m:t>n</m:t>
                    </m:r>
                  </m:oMath>
                </a14:m>
                <a:r>
                  <a:rPr lang="en-US" dirty="0"/>
                  <a:t> Latin square whose first</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r</m:t>
                    </m:r>
                  </m:oMath>
                </a14:m>
                <a:r>
                  <a:rPr lang="en-US" dirty="0"/>
                  <a:t> rows is the Latin rectangle. The question is: Can every Latin rectangle be completed?</a:t>
                </a:r>
              </a:p>
              <a:p>
                <a:endParaRPr lang="en-US" dirty="0"/>
              </a:p>
              <a:p>
                <a:endParaRPr lang="en-US" dirty="0"/>
              </a:p>
              <a:p>
                <a:endParaRPr lang="en-US" dirty="0"/>
              </a:p>
              <a:p>
                <a:endParaRPr lang="en-US" dirty="0"/>
              </a:p>
              <a:p>
                <a:endParaRPr lang="en-US" dirty="0"/>
              </a:p>
              <a:p>
                <a:endParaRPr lang="en-US" dirty="0"/>
              </a:p>
            </p:txBody>
          </p:sp>
        </mc:Choice>
        <mc:Fallback xmlns="">
          <p:sp>
            <p:nvSpPr>
              <p:cNvPr id="6" name="Content Placeholder 2">
                <a:extLst>
                  <a:ext uri="{FF2B5EF4-FFF2-40B4-BE49-F238E27FC236}">
                    <a16:creationId xmlns:a16="http://schemas.microsoft.com/office/drawing/2014/main" id="{A5DFB324-E878-951F-8F5B-1BA82F7CE957}"/>
                  </a:ext>
                </a:extLst>
              </p:cNvPr>
              <p:cNvSpPr txBox="1">
                <a:spLocks noRot="1" noChangeAspect="1" noMove="1" noResize="1" noEditPoints="1" noAdjustHandles="1" noChangeArrowheads="1" noChangeShapeType="1" noTextEdit="1"/>
              </p:cNvSpPr>
              <p:nvPr/>
            </p:nvSpPr>
            <p:spPr>
              <a:xfrm>
                <a:off x="131179" y="846971"/>
                <a:ext cx="11724821" cy="5590565"/>
              </a:xfrm>
              <a:prstGeom prst="rect">
                <a:avLst/>
              </a:prstGeom>
              <a:blipFill>
                <a:blip r:embed="rId2"/>
                <a:stretch>
                  <a:fillRect l="-988" t="-1963" r="-1040"/>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2A4FFB26-AF2E-D07F-C18F-331F6E1BFCF9}"/>
              </a:ext>
            </a:extLst>
          </p:cNvPr>
          <p:cNvPicPr>
            <a:picLocks noChangeAspect="1"/>
          </p:cNvPicPr>
          <p:nvPr/>
        </p:nvPicPr>
        <p:blipFill>
          <a:blip r:embed="rId3"/>
          <a:stretch>
            <a:fillRect/>
          </a:stretch>
        </p:blipFill>
        <p:spPr>
          <a:xfrm>
            <a:off x="883704" y="3429000"/>
            <a:ext cx="3465000" cy="984375"/>
          </a:xfrm>
          <a:prstGeom prst="rect">
            <a:avLst/>
          </a:prstGeom>
        </p:spPr>
      </p:pic>
      <p:pic>
        <p:nvPicPr>
          <p:cNvPr id="11" name="Picture 10">
            <a:extLst>
              <a:ext uri="{FF2B5EF4-FFF2-40B4-BE49-F238E27FC236}">
                <a16:creationId xmlns:a16="http://schemas.microsoft.com/office/drawing/2014/main" id="{797AE88C-68F0-4184-EF50-0658F1643EBE}"/>
              </a:ext>
            </a:extLst>
          </p:cNvPr>
          <p:cNvPicPr>
            <a:picLocks noChangeAspect="1"/>
          </p:cNvPicPr>
          <p:nvPr/>
        </p:nvPicPr>
        <p:blipFill>
          <a:blip r:embed="rId4">
            <a:grayscl/>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061000" y="3429000"/>
            <a:ext cx="3378624" cy="1327316"/>
          </a:xfrm>
          <a:prstGeom prst="rect">
            <a:avLst/>
          </a:prstGeom>
        </p:spPr>
      </p:pic>
    </p:spTree>
    <p:extLst>
      <p:ext uri="{BB962C8B-B14F-4D97-AF65-F5344CB8AC3E}">
        <p14:creationId xmlns:p14="http://schemas.microsoft.com/office/powerpoint/2010/main" val="386000847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C3C78-3789-A32D-4DE5-BAEE9E8F63D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69715F6-AB52-FDA1-376E-8E41D6990665}"/>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20DC34-D7E8-9AE8-CDAE-791D39B0ADC2}"/>
                  </a:ext>
                </a:extLst>
              </p:cNvPr>
              <p:cNvSpPr>
                <a:spLocks noGrp="1"/>
              </p:cNvSpPr>
              <p:nvPr>
                <p:ph idx="1"/>
              </p:nvPr>
            </p:nvSpPr>
            <p:spPr/>
            <p:txBody>
              <a:bodyPr/>
              <a:lstStyle/>
              <a:p>
                <a:r>
                  <a:rPr lang="en-US" dirty="0"/>
                  <a:t>Consider</a:t>
                </a:r>
                <a14:m>
                  <m:oMath xmlns:m="http://schemas.openxmlformats.org/officeDocument/2006/math">
                    <m:r>
                      <a:rPr lang="en-IN" b="0" i="1" smtClean="0">
                        <a:latin typeface="Cambria Math" panose="02040503050406030204" pitchFamily="18" charset="0"/>
                      </a:rPr>
                      <m:t> 3×5 </m:t>
                    </m:r>
                  </m:oMath>
                </a14:m>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As we know every </a:t>
                </a:r>
                <a14:m>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 </m:t>
                    </m:r>
                  </m:oMath>
                </a14:m>
                <a:r>
                  <a:rPr lang="en-US" dirty="0"/>
                  <a:t>regular bipartite graph have </a:t>
                </a:r>
                <a14:m>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m:t>
                    </m:r>
                  </m:oMath>
                </a14:m>
                <a:r>
                  <a:rPr lang="en-US" dirty="0"/>
                  <a:t> perfect matching.</a:t>
                </a:r>
              </a:p>
              <a:p>
                <a:r>
                  <a:rPr lang="en-US" dirty="0"/>
                  <a:t>So, we can find 2 perfect matching of given graph.</a:t>
                </a:r>
              </a:p>
              <a:p>
                <a:endParaRPr lang="en-US" dirty="0"/>
              </a:p>
              <a:p>
                <a:endParaRPr lang="en-US" dirty="0"/>
              </a:p>
              <a:p>
                <a:endParaRPr lang="en-US" dirty="0"/>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220DC34-D7E8-9AE8-CDAE-791D39B0ADC2}"/>
                  </a:ext>
                </a:extLst>
              </p:cNvPr>
              <p:cNvSpPr>
                <a:spLocks noGrp="1" noRot="1" noChangeAspect="1" noMove="1" noResize="1" noEditPoints="1" noAdjustHandles="1" noChangeArrowheads="1" noChangeShapeType="1" noTextEdit="1"/>
              </p:cNvSpPr>
              <p:nvPr>
                <p:ph idx="1"/>
              </p:nvPr>
            </p:nvSpPr>
            <p:spPr>
              <a:blipFill>
                <a:blip r:embed="rId2"/>
                <a:stretch>
                  <a:fillRect l="-971" t="-1963"/>
                </a:stretch>
              </a:blipFill>
            </p:spPr>
            <p:txBody>
              <a:bodyPr/>
              <a:lstStyle/>
              <a:p>
                <a:r>
                  <a:rPr lang="en-IN">
                    <a:noFill/>
                  </a:rPr>
                  <a:t> </a:t>
                </a:r>
              </a:p>
            </p:txBody>
          </p:sp>
        </mc:Fallback>
      </mc:AlternateContent>
      <p:pic>
        <p:nvPicPr>
          <p:cNvPr id="11" name="Picture 10">
            <a:extLst>
              <a:ext uri="{FF2B5EF4-FFF2-40B4-BE49-F238E27FC236}">
                <a16:creationId xmlns:a16="http://schemas.microsoft.com/office/drawing/2014/main" id="{D0573AC0-D095-9501-8D2A-8B776C64FEF6}"/>
              </a:ext>
            </a:extLst>
          </p:cNvPr>
          <p:cNvPicPr>
            <a:picLocks noChangeAspect="1"/>
          </p:cNvPicPr>
          <p:nvPr/>
        </p:nvPicPr>
        <p:blipFill>
          <a:blip r:embed="rId3">
            <a:grayscl/>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717376" y="2101684"/>
            <a:ext cx="3378624" cy="132731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FDDCD1C-C4FF-D944-1582-23FEFC0E3075}"/>
                  </a:ext>
                </a:extLst>
              </p:cNvPr>
              <p:cNvSpPr txBox="1"/>
              <p:nvPr/>
            </p:nvSpPr>
            <p:spPr>
              <a:xfrm>
                <a:off x="2316000" y="2154629"/>
                <a:ext cx="401376" cy="12214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2800" i="1" smtClean="0">
                              <a:latin typeface="Cambria Math" panose="02040503050406030204" pitchFamily="18" charset="0"/>
                            </a:rPr>
                          </m:ctrlPr>
                        </m:mPr>
                        <m:mr>
                          <m:e>
                            <m:sSub>
                              <m:sSubPr>
                                <m:ctrlPr>
                                  <a:rPr lang="en-IN" sz="2800" b="0" i="1" smtClean="0">
                                    <a:latin typeface="Cambria Math" panose="02040503050406030204" pitchFamily="18" charset="0"/>
                                  </a:rPr>
                                </m:ctrlPr>
                              </m:sSubPr>
                              <m:e>
                                <m:r>
                                  <m:rPr>
                                    <m:brk m:alnAt="7"/>
                                  </m:rPr>
                                  <a:rPr lang="en-IN" sz="2800" b="0" i="1" smtClean="0">
                                    <a:latin typeface="Cambria Math" panose="02040503050406030204" pitchFamily="18" charset="0"/>
                                  </a:rPr>
                                  <m:t>𝑅</m:t>
                                </m:r>
                              </m:e>
                              <m:sub>
                                <m:r>
                                  <m:rPr>
                                    <m:brk m:alnAt="7"/>
                                  </m:rPr>
                                  <a:rPr lang="en-IN" sz="2800" b="0" i="1" smtClean="0">
                                    <a:latin typeface="Cambria Math" panose="02040503050406030204" pitchFamily="18" charset="0"/>
                                  </a:rPr>
                                  <m:t>1</m:t>
                                </m:r>
                              </m:sub>
                            </m:sSub>
                          </m:e>
                        </m:mr>
                        <m:mr>
                          <m:e>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𝑅</m:t>
                                </m:r>
                              </m:e>
                              <m:sub>
                                <m:r>
                                  <a:rPr lang="en-IN" sz="2800" b="0" i="1" smtClean="0">
                                    <a:latin typeface="Cambria Math" panose="02040503050406030204" pitchFamily="18" charset="0"/>
                                  </a:rPr>
                                  <m:t>2</m:t>
                                </m:r>
                              </m:sub>
                            </m:sSub>
                          </m:e>
                        </m:mr>
                        <m:mr>
                          <m:e>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𝑅</m:t>
                                </m:r>
                              </m:e>
                              <m:sub>
                                <m:r>
                                  <a:rPr lang="en-IN" sz="2800" b="0" i="1" smtClean="0">
                                    <a:latin typeface="Cambria Math" panose="02040503050406030204" pitchFamily="18" charset="0"/>
                                  </a:rPr>
                                  <m:t>3</m:t>
                                </m:r>
                              </m:sub>
                            </m:sSub>
                          </m:e>
                        </m:mr>
                      </m:m>
                    </m:oMath>
                  </m:oMathPara>
                </a14:m>
                <a:endParaRPr lang="en-IN" sz="2000" dirty="0"/>
              </a:p>
            </p:txBody>
          </p:sp>
        </mc:Choice>
        <mc:Fallback xmlns="">
          <p:sp>
            <p:nvSpPr>
              <p:cNvPr id="5" name="TextBox 4">
                <a:extLst>
                  <a:ext uri="{FF2B5EF4-FFF2-40B4-BE49-F238E27FC236}">
                    <a16:creationId xmlns:a16="http://schemas.microsoft.com/office/drawing/2014/main" id="{5FDDCD1C-C4FF-D944-1582-23FEFC0E3075}"/>
                  </a:ext>
                </a:extLst>
              </p:cNvPr>
              <p:cNvSpPr txBox="1">
                <a:spLocks noRot="1" noChangeAspect="1" noMove="1" noResize="1" noEditPoints="1" noAdjustHandles="1" noChangeArrowheads="1" noChangeShapeType="1" noTextEdit="1"/>
              </p:cNvSpPr>
              <p:nvPr/>
            </p:nvSpPr>
            <p:spPr>
              <a:xfrm>
                <a:off x="2316000" y="2154629"/>
                <a:ext cx="401376" cy="122142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0135775-9C85-3689-5770-4BF7ED05D649}"/>
                  </a:ext>
                </a:extLst>
              </p:cNvPr>
              <p:cNvSpPr txBox="1"/>
              <p:nvPr/>
            </p:nvSpPr>
            <p:spPr>
              <a:xfrm>
                <a:off x="2814402" y="1670797"/>
                <a:ext cx="318457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latin typeface="Cambria Math" panose="02040503050406030204" pitchFamily="18" charset="0"/>
                            </a:rPr>
                          </m:ctrlPr>
                        </m:sSubPr>
                        <m:e>
                          <m:r>
                            <m:rPr>
                              <m:sty m:val="p"/>
                            </m:rPr>
                            <a:rPr lang="en-IN" sz="2800" b="0" i="0" smtClean="0">
                              <a:latin typeface="Cambria Math" panose="02040503050406030204" pitchFamily="18" charset="0"/>
                            </a:rPr>
                            <m:t>C</m:t>
                          </m:r>
                        </m:e>
                        <m:sub>
                          <m:r>
                            <a:rPr lang="en-IN" sz="2800" b="0" i="0" smtClean="0">
                              <a:latin typeface="Cambria Math" panose="02040503050406030204" pitchFamily="18" charset="0"/>
                            </a:rPr>
                            <m:t>1</m:t>
                          </m:r>
                        </m:sub>
                      </m:sSub>
                      <m:r>
                        <a:rPr lang="en-IN" sz="2800" b="0" i="0" smtClean="0">
                          <a:latin typeface="Cambria Math" panose="02040503050406030204" pitchFamily="18" charset="0"/>
                        </a:rPr>
                        <m:t>    </m:t>
                      </m:r>
                      <m:sSub>
                        <m:sSubPr>
                          <m:ctrlPr>
                            <a:rPr lang="en-IN" sz="2800" b="0" i="1" smtClean="0">
                              <a:latin typeface="Cambria Math" panose="02040503050406030204" pitchFamily="18" charset="0"/>
                            </a:rPr>
                          </m:ctrlPr>
                        </m:sSubPr>
                        <m:e>
                          <m:r>
                            <m:rPr>
                              <m:sty m:val="p"/>
                            </m:rPr>
                            <a:rPr lang="en-IN" sz="2800" b="0" i="0" smtClean="0">
                              <a:latin typeface="Cambria Math" panose="02040503050406030204" pitchFamily="18" charset="0"/>
                            </a:rPr>
                            <m:t>C</m:t>
                          </m:r>
                        </m:e>
                        <m:sub>
                          <m:r>
                            <a:rPr lang="en-IN" sz="2800" b="0" i="0" smtClean="0">
                              <a:latin typeface="Cambria Math" panose="02040503050406030204" pitchFamily="18" charset="0"/>
                            </a:rPr>
                            <m:t>2</m:t>
                          </m:r>
                        </m:sub>
                      </m:sSub>
                      <m:r>
                        <a:rPr lang="en-IN" sz="2800" b="0" i="0" smtClean="0">
                          <a:latin typeface="Cambria Math" panose="02040503050406030204" pitchFamily="18" charset="0"/>
                        </a:rPr>
                        <m:t>    </m:t>
                      </m:r>
                      <m:sSub>
                        <m:sSubPr>
                          <m:ctrlPr>
                            <a:rPr lang="en-IN" sz="2800" b="0" i="1" smtClean="0">
                              <a:latin typeface="Cambria Math" panose="02040503050406030204" pitchFamily="18" charset="0"/>
                            </a:rPr>
                          </m:ctrlPr>
                        </m:sSubPr>
                        <m:e>
                          <m:r>
                            <m:rPr>
                              <m:sty m:val="p"/>
                            </m:rPr>
                            <a:rPr lang="en-IN" sz="2800" b="0" i="0" smtClean="0">
                              <a:latin typeface="Cambria Math" panose="02040503050406030204" pitchFamily="18" charset="0"/>
                            </a:rPr>
                            <m:t>C</m:t>
                          </m:r>
                        </m:e>
                        <m:sub>
                          <m:r>
                            <a:rPr lang="en-IN" sz="2800" b="0" i="0" smtClean="0">
                              <a:latin typeface="Cambria Math" panose="02040503050406030204" pitchFamily="18" charset="0"/>
                            </a:rPr>
                            <m:t>3</m:t>
                          </m:r>
                        </m:sub>
                      </m:sSub>
                      <m:r>
                        <a:rPr lang="en-IN" sz="2800" b="0" i="0" smtClean="0">
                          <a:latin typeface="Cambria Math" panose="02040503050406030204" pitchFamily="18" charset="0"/>
                        </a:rPr>
                        <m:t>   </m:t>
                      </m:r>
                      <m:sSub>
                        <m:sSubPr>
                          <m:ctrlPr>
                            <a:rPr lang="en-IN" sz="2800" b="0" i="1" smtClean="0">
                              <a:latin typeface="Cambria Math" panose="02040503050406030204" pitchFamily="18" charset="0"/>
                            </a:rPr>
                          </m:ctrlPr>
                        </m:sSubPr>
                        <m:e>
                          <m:r>
                            <a:rPr lang="en-IN" sz="2800" b="0" i="0" smtClean="0">
                              <a:latin typeface="Cambria Math" panose="02040503050406030204" pitchFamily="18" charset="0"/>
                            </a:rPr>
                            <m:t> </m:t>
                          </m:r>
                          <m:r>
                            <m:rPr>
                              <m:sty m:val="p"/>
                            </m:rPr>
                            <a:rPr lang="en-IN" sz="2800" b="0" i="0" smtClean="0">
                              <a:latin typeface="Cambria Math" panose="02040503050406030204" pitchFamily="18" charset="0"/>
                            </a:rPr>
                            <m:t>C</m:t>
                          </m:r>
                        </m:e>
                        <m:sub>
                          <m:r>
                            <a:rPr lang="en-IN" sz="2800" b="0" i="0" smtClean="0">
                              <a:latin typeface="Cambria Math" panose="02040503050406030204" pitchFamily="18" charset="0"/>
                            </a:rPr>
                            <m:t>4</m:t>
                          </m:r>
                        </m:sub>
                      </m:sSub>
                      <m:r>
                        <a:rPr lang="en-IN" sz="2800" b="0" i="0" smtClean="0">
                          <a:latin typeface="Cambria Math" panose="02040503050406030204" pitchFamily="18" charset="0"/>
                        </a:rPr>
                        <m:t>   </m:t>
                      </m:r>
                      <m:sSub>
                        <m:sSubPr>
                          <m:ctrlPr>
                            <a:rPr lang="en-IN" sz="2800" b="0" i="1" smtClean="0">
                              <a:latin typeface="Cambria Math" panose="02040503050406030204" pitchFamily="18" charset="0"/>
                            </a:rPr>
                          </m:ctrlPr>
                        </m:sSubPr>
                        <m:e>
                          <m:r>
                            <a:rPr lang="en-IN" sz="2800" b="0" i="0" smtClean="0">
                              <a:latin typeface="Cambria Math" panose="02040503050406030204" pitchFamily="18" charset="0"/>
                            </a:rPr>
                            <m:t> </m:t>
                          </m:r>
                          <m:r>
                            <m:rPr>
                              <m:sty m:val="p"/>
                            </m:rPr>
                            <a:rPr lang="en-IN" sz="2800" b="0" i="0" smtClean="0">
                              <a:latin typeface="Cambria Math" panose="02040503050406030204" pitchFamily="18" charset="0"/>
                            </a:rPr>
                            <m:t>C</m:t>
                          </m:r>
                        </m:e>
                        <m:sub>
                          <m:r>
                            <a:rPr lang="en-IN" sz="2800" b="0" i="0" smtClean="0">
                              <a:latin typeface="Cambria Math" panose="02040503050406030204" pitchFamily="18" charset="0"/>
                            </a:rPr>
                            <m:t>5</m:t>
                          </m:r>
                        </m:sub>
                      </m:sSub>
                    </m:oMath>
                  </m:oMathPara>
                </a14:m>
                <a:endParaRPr lang="en-IN" sz="3200" dirty="0"/>
              </a:p>
            </p:txBody>
          </p:sp>
        </mc:Choice>
        <mc:Fallback xmlns="">
          <p:sp>
            <p:nvSpPr>
              <p:cNvPr id="7" name="TextBox 6">
                <a:extLst>
                  <a:ext uri="{FF2B5EF4-FFF2-40B4-BE49-F238E27FC236}">
                    <a16:creationId xmlns:a16="http://schemas.microsoft.com/office/drawing/2014/main" id="{F0135775-9C85-3689-5770-4BF7ED05D649}"/>
                  </a:ext>
                </a:extLst>
              </p:cNvPr>
              <p:cNvSpPr txBox="1">
                <a:spLocks noRot="1" noChangeAspect="1" noMove="1" noResize="1" noEditPoints="1" noAdjustHandles="1" noChangeArrowheads="1" noChangeShapeType="1" noTextEdit="1"/>
              </p:cNvSpPr>
              <p:nvPr/>
            </p:nvSpPr>
            <p:spPr>
              <a:xfrm>
                <a:off x="2814402" y="1670797"/>
                <a:ext cx="3184571" cy="430887"/>
              </a:xfrm>
              <a:prstGeom prst="rect">
                <a:avLst/>
              </a:prstGeom>
              <a:blipFill>
                <a:blip r:embed="rId6"/>
                <a:stretch>
                  <a:fillRect/>
                </a:stretch>
              </a:blipFill>
            </p:spPr>
            <p:txBody>
              <a:bodyPr/>
              <a:lstStyle/>
              <a:p>
                <a:r>
                  <a:rPr lang="en-IN">
                    <a:noFill/>
                  </a:rPr>
                  <a:t> </a:t>
                </a:r>
              </a:p>
            </p:txBody>
          </p:sp>
        </mc:Fallback>
      </mc:AlternateContent>
      <p:sp>
        <p:nvSpPr>
          <p:cNvPr id="10" name="Oval 9">
            <a:extLst>
              <a:ext uri="{FF2B5EF4-FFF2-40B4-BE49-F238E27FC236}">
                <a16:creationId xmlns:a16="http://schemas.microsoft.com/office/drawing/2014/main" id="{ADB17E5A-5E0B-D2DA-B83C-5EE0E0F7068B}"/>
              </a:ext>
            </a:extLst>
          </p:cNvPr>
          <p:cNvSpPr/>
          <p:nvPr/>
        </p:nvSpPr>
        <p:spPr>
          <a:xfrm rot="5400000">
            <a:off x="7317003" y="201062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Oval 11">
            <a:extLst>
              <a:ext uri="{FF2B5EF4-FFF2-40B4-BE49-F238E27FC236}">
                <a16:creationId xmlns:a16="http://schemas.microsoft.com/office/drawing/2014/main" id="{E1C7DD57-D449-B807-8DF5-A1D5DB29D9CC}"/>
              </a:ext>
            </a:extLst>
          </p:cNvPr>
          <p:cNvSpPr/>
          <p:nvPr/>
        </p:nvSpPr>
        <p:spPr>
          <a:xfrm rot="5400000">
            <a:off x="8018298" y="201062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6A091C5A-19EB-7C8B-FA70-2969D09656FD}"/>
              </a:ext>
            </a:extLst>
          </p:cNvPr>
          <p:cNvSpPr/>
          <p:nvPr/>
        </p:nvSpPr>
        <p:spPr>
          <a:xfrm rot="5400000">
            <a:off x="8867336" y="201062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771A8C75-255E-1D94-D5A6-94376B41D38B}"/>
              </a:ext>
            </a:extLst>
          </p:cNvPr>
          <p:cNvSpPr/>
          <p:nvPr/>
        </p:nvSpPr>
        <p:spPr>
          <a:xfrm rot="5400000">
            <a:off x="9646016" y="201062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E58B6084-C555-7172-EB2E-C90C8BACFC92}"/>
              </a:ext>
            </a:extLst>
          </p:cNvPr>
          <p:cNvSpPr/>
          <p:nvPr/>
        </p:nvSpPr>
        <p:spPr>
          <a:xfrm rot="5400000">
            <a:off x="10556994" y="201062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ED1E11E-456C-7AD6-7121-339C0B7A9160}"/>
                  </a:ext>
                </a:extLst>
              </p:cNvPr>
              <p:cNvSpPr txBox="1"/>
              <p:nvPr/>
            </p:nvSpPr>
            <p:spPr>
              <a:xfrm>
                <a:off x="7131000" y="1449000"/>
                <a:ext cx="62728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US" sz="2800" i="0" dirty="0" smtClean="0">
                              <a:latin typeface="Cambria Math" panose="02040503050406030204" pitchFamily="18" charset="0"/>
                            </a:rPr>
                            <m:t>1</m:t>
                          </m:r>
                        </m:sub>
                      </m:sSub>
                    </m:oMath>
                  </m:oMathPara>
                </a14:m>
                <a:endParaRPr lang="en-US" sz="2800" dirty="0"/>
              </a:p>
            </p:txBody>
          </p:sp>
        </mc:Choice>
        <mc:Fallback xmlns="">
          <p:sp>
            <p:nvSpPr>
              <p:cNvPr id="16" name="TextBox 15">
                <a:extLst>
                  <a:ext uri="{FF2B5EF4-FFF2-40B4-BE49-F238E27FC236}">
                    <a16:creationId xmlns:a16="http://schemas.microsoft.com/office/drawing/2014/main" id="{EED1E11E-456C-7AD6-7121-339C0B7A9160}"/>
                  </a:ext>
                </a:extLst>
              </p:cNvPr>
              <p:cNvSpPr txBox="1">
                <a:spLocks noRot="1" noChangeAspect="1" noMove="1" noResize="1" noEditPoints="1" noAdjustHandles="1" noChangeArrowheads="1" noChangeShapeType="1" noTextEdit="1"/>
              </p:cNvSpPr>
              <p:nvPr/>
            </p:nvSpPr>
            <p:spPr>
              <a:xfrm>
                <a:off x="7131000" y="1449000"/>
                <a:ext cx="627287" cy="523220"/>
              </a:xfrm>
              <a:prstGeom prst="rect">
                <a:avLst/>
              </a:prstGeom>
              <a:blipFill>
                <a:blip r:embed="rId7"/>
                <a:stretch>
                  <a:fillRect/>
                </a:stretch>
              </a:blipFill>
            </p:spPr>
            <p:txBody>
              <a:bodyPr/>
              <a:lstStyle/>
              <a:p>
                <a:r>
                  <a:rPr lang="en-IN">
                    <a:noFill/>
                  </a:rPr>
                  <a:t> </a:t>
                </a:r>
              </a:p>
            </p:txBody>
          </p:sp>
        </mc:Fallback>
      </mc:AlternateContent>
      <p:sp>
        <p:nvSpPr>
          <p:cNvPr id="21" name="Oval 20">
            <a:extLst>
              <a:ext uri="{FF2B5EF4-FFF2-40B4-BE49-F238E27FC236}">
                <a16:creationId xmlns:a16="http://schemas.microsoft.com/office/drawing/2014/main" id="{F90315C4-91BC-42E9-3CEE-2DABBE5ACF8D}"/>
              </a:ext>
            </a:extLst>
          </p:cNvPr>
          <p:cNvSpPr/>
          <p:nvPr/>
        </p:nvSpPr>
        <p:spPr>
          <a:xfrm rot="5400000">
            <a:off x="7317003" y="36387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 name="Oval 21">
            <a:extLst>
              <a:ext uri="{FF2B5EF4-FFF2-40B4-BE49-F238E27FC236}">
                <a16:creationId xmlns:a16="http://schemas.microsoft.com/office/drawing/2014/main" id="{556AF4ED-8E30-CD4A-9A3B-15B2D33C6ECB}"/>
              </a:ext>
            </a:extLst>
          </p:cNvPr>
          <p:cNvSpPr/>
          <p:nvPr/>
        </p:nvSpPr>
        <p:spPr>
          <a:xfrm rot="5400000">
            <a:off x="8018298" y="36387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3" name="Oval 22">
            <a:extLst>
              <a:ext uri="{FF2B5EF4-FFF2-40B4-BE49-F238E27FC236}">
                <a16:creationId xmlns:a16="http://schemas.microsoft.com/office/drawing/2014/main" id="{D7E4EDE8-5571-2D94-8076-44BA90994DEE}"/>
              </a:ext>
            </a:extLst>
          </p:cNvPr>
          <p:cNvSpPr/>
          <p:nvPr/>
        </p:nvSpPr>
        <p:spPr>
          <a:xfrm rot="5400000">
            <a:off x="8871186" y="36387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4" name="Oval 23">
            <a:extLst>
              <a:ext uri="{FF2B5EF4-FFF2-40B4-BE49-F238E27FC236}">
                <a16:creationId xmlns:a16="http://schemas.microsoft.com/office/drawing/2014/main" id="{22925D61-594D-6EEE-3ED5-7796721DB1DE}"/>
              </a:ext>
            </a:extLst>
          </p:cNvPr>
          <p:cNvSpPr/>
          <p:nvPr/>
        </p:nvSpPr>
        <p:spPr>
          <a:xfrm rot="5400000">
            <a:off x="9646016" y="36387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5" name="Oval 24">
            <a:extLst>
              <a:ext uri="{FF2B5EF4-FFF2-40B4-BE49-F238E27FC236}">
                <a16:creationId xmlns:a16="http://schemas.microsoft.com/office/drawing/2014/main" id="{3DD90283-F373-FBC1-ED69-DEA7591656CB}"/>
              </a:ext>
            </a:extLst>
          </p:cNvPr>
          <p:cNvSpPr/>
          <p:nvPr/>
        </p:nvSpPr>
        <p:spPr>
          <a:xfrm rot="5400000">
            <a:off x="10556994" y="36387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E0F1124-864A-29F7-5410-F23E911BBB52}"/>
                  </a:ext>
                </a:extLst>
              </p:cNvPr>
              <p:cNvSpPr txBox="1"/>
              <p:nvPr/>
            </p:nvSpPr>
            <p:spPr>
              <a:xfrm>
                <a:off x="7158833" y="3699000"/>
                <a:ext cx="62568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US" sz="2800" i="1" dirty="0" smtClean="0">
                              <a:latin typeface="Cambria Math" panose="02040503050406030204" pitchFamily="18" charset="0"/>
                            </a:rPr>
                            <m:t>1</m:t>
                          </m:r>
                        </m:sub>
                      </m:sSub>
                    </m:oMath>
                  </m:oMathPara>
                </a14:m>
                <a:endParaRPr lang="en-US" sz="2800" dirty="0"/>
              </a:p>
            </p:txBody>
          </p:sp>
        </mc:Choice>
        <mc:Fallback xmlns="">
          <p:sp>
            <p:nvSpPr>
              <p:cNvPr id="26" name="TextBox 25">
                <a:extLst>
                  <a:ext uri="{FF2B5EF4-FFF2-40B4-BE49-F238E27FC236}">
                    <a16:creationId xmlns:a16="http://schemas.microsoft.com/office/drawing/2014/main" id="{BE0F1124-864A-29F7-5410-F23E911BBB52}"/>
                  </a:ext>
                </a:extLst>
              </p:cNvPr>
              <p:cNvSpPr txBox="1">
                <a:spLocks noRot="1" noChangeAspect="1" noMove="1" noResize="1" noEditPoints="1" noAdjustHandles="1" noChangeArrowheads="1" noChangeShapeType="1" noTextEdit="1"/>
              </p:cNvSpPr>
              <p:nvPr/>
            </p:nvSpPr>
            <p:spPr>
              <a:xfrm>
                <a:off x="7158833" y="3699000"/>
                <a:ext cx="62568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2CBF66-7EF4-4AE4-D921-99512D2F24B7}"/>
                  </a:ext>
                </a:extLst>
              </p:cNvPr>
              <p:cNvSpPr txBox="1"/>
              <p:nvPr/>
            </p:nvSpPr>
            <p:spPr>
              <a:xfrm>
                <a:off x="7925726" y="3699000"/>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2</m:t>
                          </m:r>
                        </m:sub>
                      </m:sSub>
                    </m:oMath>
                  </m:oMathPara>
                </a14:m>
                <a:endParaRPr lang="en-US" sz="2800" dirty="0"/>
              </a:p>
            </p:txBody>
          </p:sp>
        </mc:Choice>
        <mc:Fallback xmlns="">
          <p:sp>
            <p:nvSpPr>
              <p:cNvPr id="27" name="TextBox 26">
                <a:extLst>
                  <a:ext uri="{FF2B5EF4-FFF2-40B4-BE49-F238E27FC236}">
                    <a16:creationId xmlns:a16="http://schemas.microsoft.com/office/drawing/2014/main" id="{1F2CBF66-7EF4-4AE4-D921-99512D2F24B7}"/>
                  </a:ext>
                </a:extLst>
              </p:cNvPr>
              <p:cNvSpPr txBox="1">
                <a:spLocks noRot="1" noChangeAspect="1" noMove="1" noResize="1" noEditPoints="1" noAdjustHandles="1" noChangeArrowheads="1" noChangeShapeType="1" noTextEdit="1"/>
              </p:cNvSpPr>
              <p:nvPr/>
            </p:nvSpPr>
            <p:spPr>
              <a:xfrm>
                <a:off x="7925726" y="3699000"/>
                <a:ext cx="63395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A2E71A6-F1FC-7BB7-DC5A-5C667977DB04}"/>
                  </a:ext>
                </a:extLst>
              </p:cNvPr>
              <p:cNvSpPr txBox="1"/>
              <p:nvPr/>
            </p:nvSpPr>
            <p:spPr>
              <a:xfrm>
                <a:off x="8706614" y="3704526"/>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3</m:t>
                          </m:r>
                        </m:sub>
                      </m:sSub>
                    </m:oMath>
                  </m:oMathPara>
                </a14:m>
                <a:endParaRPr lang="en-US" sz="2800" dirty="0"/>
              </a:p>
            </p:txBody>
          </p:sp>
        </mc:Choice>
        <mc:Fallback xmlns="">
          <p:sp>
            <p:nvSpPr>
              <p:cNvPr id="28" name="TextBox 27">
                <a:extLst>
                  <a:ext uri="{FF2B5EF4-FFF2-40B4-BE49-F238E27FC236}">
                    <a16:creationId xmlns:a16="http://schemas.microsoft.com/office/drawing/2014/main" id="{8A2E71A6-F1FC-7BB7-DC5A-5C667977DB04}"/>
                  </a:ext>
                </a:extLst>
              </p:cNvPr>
              <p:cNvSpPr txBox="1">
                <a:spLocks noRot="1" noChangeAspect="1" noMove="1" noResize="1" noEditPoints="1" noAdjustHandles="1" noChangeArrowheads="1" noChangeShapeType="1" noTextEdit="1"/>
              </p:cNvSpPr>
              <p:nvPr/>
            </p:nvSpPr>
            <p:spPr>
              <a:xfrm>
                <a:off x="8706614" y="3704526"/>
                <a:ext cx="63395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EE5B5A7-2528-6B95-9B50-F80D092F20C1}"/>
                  </a:ext>
                </a:extLst>
              </p:cNvPr>
              <p:cNvSpPr txBox="1"/>
              <p:nvPr/>
            </p:nvSpPr>
            <p:spPr>
              <a:xfrm>
                <a:off x="9487516" y="3704020"/>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4</m:t>
                          </m:r>
                        </m:sub>
                      </m:sSub>
                    </m:oMath>
                  </m:oMathPara>
                </a14:m>
                <a:endParaRPr lang="en-US" sz="2800" dirty="0"/>
              </a:p>
            </p:txBody>
          </p:sp>
        </mc:Choice>
        <mc:Fallback xmlns="">
          <p:sp>
            <p:nvSpPr>
              <p:cNvPr id="29" name="TextBox 28">
                <a:extLst>
                  <a:ext uri="{FF2B5EF4-FFF2-40B4-BE49-F238E27FC236}">
                    <a16:creationId xmlns:a16="http://schemas.microsoft.com/office/drawing/2014/main" id="{4EE5B5A7-2528-6B95-9B50-F80D092F20C1}"/>
                  </a:ext>
                </a:extLst>
              </p:cNvPr>
              <p:cNvSpPr txBox="1">
                <a:spLocks noRot="1" noChangeAspect="1" noMove="1" noResize="1" noEditPoints="1" noAdjustHandles="1" noChangeArrowheads="1" noChangeShapeType="1" noTextEdit="1"/>
              </p:cNvSpPr>
              <p:nvPr/>
            </p:nvSpPr>
            <p:spPr>
              <a:xfrm>
                <a:off x="9487516" y="3704020"/>
                <a:ext cx="63395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285591B-D59F-0DBE-D477-2A018FB30509}"/>
                  </a:ext>
                </a:extLst>
              </p:cNvPr>
              <p:cNvSpPr txBox="1"/>
              <p:nvPr/>
            </p:nvSpPr>
            <p:spPr>
              <a:xfrm>
                <a:off x="10392422" y="3699000"/>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5</m:t>
                          </m:r>
                        </m:sub>
                      </m:sSub>
                    </m:oMath>
                  </m:oMathPara>
                </a14:m>
                <a:endParaRPr lang="en-US" sz="2800" dirty="0"/>
              </a:p>
            </p:txBody>
          </p:sp>
        </mc:Choice>
        <mc:Fallback xmlns="">
          <p:sp>
            <p:nvSpPr>
              <p:cNvPr id="30" name="TextBox 29">
                <a:extLst>
                  <a:ext uri="{FF2B5EF4-FFF2-40B4-BE49-F238E27FC236}">
                    <a16:creationId xmlns:a16="http://schemas.microsoft.com/office/drawing/2014/main" id="{F285591B-D59F-0DBE-D477-2A018FB30509}"/>
                  </a:ext>
                </a:extLst>
              </p:cNvPr>
              <p:cNvSpPr txBox="1">
                <a:spLocks noRot="1" noChangeAspect="1" noMove="1" noResize="1" noEditPoints="1" noAdjustHandles="1" noChangeArrowheads="1" noChangeShapeType="1" noTextEdit="1"/>
              </p:cNvSpPr>
              <p:nvPr/>
            </p:nvSpPr>
            <p:spPr>
              <a:xfrm>
                <a:off x="10392422" y="3699000"/>
                <a:ext cx="63395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D72E60D-F05F-FF66-ADAC-939340E55BB0}"/>
                  </a:ext>
                </a:extLst>
              </p:cNvPr>
              <p:cNvSpPr txBox="1"/>
              <p:nvPr/>
            </p:nvSpPr>
            <p:spPr>
              <a:xfrm>
                <a:off x="7805433" y="1449000"/>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2</m:t>
                          </m:r>
                        </m:sub>
                      </m:sSub>
                    </m:oMath>
                  </m:oMathPara>
                </a14:m>
                <a:endParaRPr lang="en-US" sz="2800" dirty="0"/>
              </a:p>
            </p:txBody>
          </p:sp>
        </mc:Choice>
        <mc:Fallback xmlns="">
          <p:sp>
            <p:nvSpPr>
              <p:cNvPr id="31" name="TextBox 30">
                <a:extLst>
                  <a:ext uri="{FF2B5EF4-FFF2-40B4-BE49-F238E27FC236}">
                    <a16:creationId xmlns:a16="http://schemas.microsoft.com/office/drawing/2014/main" id="{9D72E60D-F05F-FF66-ADAC-939340E55BB0}"/>
                  </a:ext>
                </a:extLst>
              </p:cNvPr>
              <p:cNvSpPr txBox="1">
                <a:spLocks noRot="1" noChangeAspect="1" noMove="1" noResize="1" noEditPoints="1" noAdjustHandles="1" noChangeArrowheads="1" noChangeShapeType="1" noTextEdit="1"/>
              </p:cNvSpPr>
              <p:nvPr/>
            </p:nvSpPr>
            <p:spPr>
              <a:xfrm>
                <a:off x="7805433" y="1449000"/>
                <a:ext cx="635559"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7CC8748-907F-DF32-B137-749C94B409D8}"/>
                  </a:ext>
                </a:extLst>
              </p:cNvPr>
              <p:cNvSpPr txBox="1"/>
              <p:nvPr/>
            </p:nvSpPr>
            <p:spPr>
              <a:xfrm>
                <a:off x="8631937" y="1449000"/>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3</m:t>
                          </m:r>
                        </m:sub>
                      </m:sSub>
                    </m:oMath>
                  </m:oMathPara>
                </a14:m>
                <a:endParaRPr lang="en-US" sz="2800" dirty="0"/>
              </a:p>
            </p:txBody>
          </p:sp>
        </mc:Choice>
        <mc:Fallback xmlns="">
          <p:sp>
            <p:nvSpPr>
              <p:cNvPr id="32" name="TextBox 31">
                <a:extLst>
                  <a:ext uri="{FF2B5EF4-FFF2-40B4-BE49-F238E27FC236}">
                    <a16:creationId xmlns:a16="http://schemas.microsoft.com/office/drawing/2014/main" id="{47CC8748-907F-DF32-B137-749C94B409D8}"/>
                  </a:ext>
                </a:extLst>
              </p:cNvPr>
              <p:cNvSpPr txBox="1">
                <a:spLocks noRot="1" noChangeAspect="1" noMove="1" noResize="1" noEditPoints="1" noAdjustHandles="1" noChangeArrowheads="1" noChangeShapeType="1" noTextEdit="1"/>
              </p:cNvSpPr>
              <p:nvPr/>
            </p:nvSpPr>
            <p:spPr>
              <a:xfrm>
                <a:off x="8631937" y="1449000"/>
                <a:ext cx="635559"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64A8145-F6F1-269E-189A-ED6DCFB37E44}"/>
                  </a:ext>
                </a:extLst>
              </p:cNvPr>
              <p:cNvSpPr txBox="1"/>
              <p:nvPr/>
            </p:nvSpPr>
            <p:spPr>
              <a:xfrm>
                <a:off x="9458441" y="1449000"/>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4</m:t>
                          </m:r>
                        </m:sub>
                      </m:sSub>
                    </m:oMath>
                  </m:oMathPara>
                </a14:m>
                <a:endParaRPr lang="en-US" sz="2800" dirty="0"/>
              </a:p>
            </p:txBody>
          </p:sp>
        </mc:Choice>
        <mc:Fallback xmlns="">
          <p:sp>
            <p:nvSpPr>
              <p:cNvPr id="33" name="TextBox 32">
                <a:extLst>
                  <a:ext uri="{FF2B5EF4-FFF2-40B4-BE49-F238E27FC236}">
                    <a16:creationId xmlns:a16="http://schemas.microsoft.com/office/drawing/2014/main" id="{564A8145-F6F1-269E-189A-ED6DCFB37E44}"/>
                  </a:ext>
                </a:extLst>
              </p:cNvPr>
              <p:cNvSpPr txBox="1">
                <a:spLocks noRot="1" noChangeAspect="1" noMove="1" noResize="1" noEditPoints="1" noAdjustHandles="1" noChangeArrowheads="1" noChangeShapeType="1" noTextEdit="1"/>
              </p:cNvSpPr>
              <p:nvPr/>
            </p:nvSpPr>
            <p:spPr>
              <a:xfrm>
                <a:off x="9458441" y="1449000"/>
                <a:ext cx="635559"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641ADD0-A816-8692-A892-D54DDF0307D5}"/>
                  </a:ext>
                </a:extLst>
              </p:cNvPr>
              <p:cNvSpPr txBox="1"/>
              <p:nvPr/>
            </p:nvSpPr>
            <p:spPr>
              <a:xfrm>
                <a:off x="10284945" y="1449000"/>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5</m:t>
                          </m:r>
                        </m:sub>
                      </m:sSub>
                    </m:oMath>
                  </m:oMathPara>
                </a14:m>
                <a:endParaRPr lang="en-US" sz="2800" dirty="0"/>
              </a:p>
            </p:txBody>
          </p:sp>
        </mc:Choice>
        <mc:Fallback xmlns="">
          <p:sp>
            <p:nvSpPr>
              <p:cNvPr id="34" name="TextBox 33">
                <a:extLst>
                  <a:ext uri="{FF2B5EF4-FFF2-40B4-BE49-F238E27FC236}">
                    <a16:creationId xmlns:a16="http://schemas.microsoft.com/office/drawing/2014/main" id="{B641ADD0-A816-8692-A892-D54DDF0307D5}"/>
                  </a:ext>
                </a:extLst>
              </p:cNvPr>
              <p:cNvSpPr txBox="1">
                <a:spLocks noRot="1" noChangeAspect="1" noMove="1" noResize="1" noEditPoints="1" noAdjustHandles="1" noChangeArrowheads="1" noChangeShapeType="1" noTextEdit="1"/>
              </p:cNvSpPr>
              <p:nvPr/>
            </p:nvSpPr>
            <p:spPr>
              <a:xfrm>
                <a:off x="10284945" y="1449000"/>
                <a:ext cx="635559" cy="523220"/>
              </a:xfrm>
              <a:prstGeom prst="rect">
                <a:avLst/>
              </a:prstGeom>
              <a:blipFill>
                <a:blip r:embed="rId16"/>
                <a:stretch>
                  <a:fillRect/>
                </a:stretch>
              </a:blipFill>
            </p:spPr>
            <p:txBody>
              <a:bodyPr/>
              <a:lstStyle/>
              <a:p>
                <a:r>
                  <a:rPr lang="en-IN">
                    <a:noFill/>
                  </a:rPr>
                  <a:t> </a:t>
                </a:r>
              </a:p>
            </p:txBody>
          </p:sp>
        </mc:Fallback>
      </mc:AlternateContent>
      <p:cxnSp>
        <p:nvCxnSpPr>
          <p:cNvPr id="35" name="Straight Connector 34">
            <a:extLst>
              <a:ext uri="{FF2B5EF4-FFF2-40B4-BE49-F238E27FC236}">
                <a16:creationId xmlns:a16="http://schemas.microsoft.com/office/drawing/2014/main" id="{1E2AC4F9-DAA3-BC39-E9AF-08EBBD2DA2B4}"/>
              </a:ext>
            </a:extLst>
          </p:cNvPr>
          <p:cNvCxnSpPr>
            <a:cxnSpLocks/>
            <a:stCxn id="10" idx="7"/>
            <a:endCxn id="25" idx="3"/>
          </p:cNvCxnSpPr>
          <p:nvPr/>
        </p:nvCxnSpPr>
        <p:spPr>
          <a:xfrm>
            <a:off x="7439915" y="2133541"/>
            <a:ext cx="3138167"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B8F753D5-7830-1F66-1A3B-FFA27823C515}"/>
              </a:ext>
            </a:extLst>
          </p:cNvPr>
          <p:cNvCxnSpPr>
            <a:cxnSpLocks/>
            <a:endCxn id="24" idx="3"/>
          </p:cNvCxnSpPr>
          <p:nvPr/>
        </p:nvCxnSpPr>
        <p:spPr>
          <a:xfrm>
            <a:off x="7461003" y="2154629"/>
            <a:ext cx="2206101"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1A2E5868-BC36-5E3F-1140-FB3D111B8581}"/>
              </a:ext>
            </a:extLst>
          </p:cNvPr>
          <p:cNvCxnSpPr>
            <a:cxnSpLocks/>
            <a:stCxn id="12" idx="7"/>
            <a:endCxn id="23" idx="3"/>
          </p:cNvCxnSpPr>
          <p:nvPr/>
        </p:nvCxnSpPr>
        <p:spPr>
          <a:xfrm>
            <a:off x="8141210" y="2133541"/>
            <a:ext cx="751064"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A1C2D3E1-7E58-BB8C-5984-E7F48083B045}"/>
              </a:ext>
            </a:extLst>
          </p:cNvPr>
          <p:cNvCxnSpPr>
            <a:cxnSpLocks/>
            <a:stCxn id="12" idx="7"/>
            <a:endCxn id="24" idx="3"/>
          </p:cNvCxnSpPr>
          <p:nvPr/>
        </p:nvCxnSpPr>
        <p:spPr>
          <a:xfrm>
            <a:off x="8141210" y="2133541"/>
            <a:ext cx="1525894"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D208DC55-6474-389A-0A96-9CD00EDF2C4F}"/>
              </a:ext>
            </a:extLst>
          </p:cNvPr>
          <p:cNvCxnSpPr>
            <a:cxnSpLocks/>
            <a:stCxn id="13" idx="6"/>
            <a:endCxn id="25" idx="3"/>
          </p:cNvCxnSpPr>
          <p:nvPr/>
        </p:nvCxnSpPr>
        <p:spPr>
          <a:xfrm>
            <a:off x="8939336" y="2154629"/>
            <a:ext cx="1638746"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B88693F7-E02D-D34D-46AE-B8D07D56664A}"/>
              </a:ext>
            </a:extLst>
          </p:cNvPr>
          <p:cNvCxnSpPr>
            <a:cxnSpLocks/>
            <a:stCxn id="13" idx="6"/>
            <a:endCxn id="22" idx="2"/>
          </p:cNvCxnSpPr>
          <p:nvPr/>
        </p:nvCxnSpPr>
        <p:spPr>
          <a:xfrm flipH="1">
            <a:off x="8090298" y="2154629"/>
            <a:ext cx="849038" cy="14841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5F4F5C6C-EE1F-F673-1D29-2DC23ECD5108}"/>
              </a:ext>
            </a:extLst>
          </p:cNvPr>
          <p:cNvCxnSpPr>
            <a:cxnSpLocks/>
            <a:stCxn id="14" idx="5"/>
            <a:endCxn id="22" idx="2"/>
          </p:cNvCxnSpPr>
          <p:nvPr/>
        </p:nvCxnSpPr>
        <p:spPr>
          <a:xfrm flipH="1">
            <a:off x="8090298" y="2133541"/>
            <a:ext cx="1576806"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51D8D146-BA06-21A9-5A07-5BDF4B176CAF}"/>
              </a:ext>
            </a:extLst>
          </p:cNvPr>
          <p:cNvCxnSpPr>
            <a:cxnSpLocks/>
            <a:stCxn id="14" idx="5"/>
            <a:endCxn id="21" idx="1"/>
          </p:cNvCxnSpPr>
          <p:nvPr/>
        </p:nvCxnSpPr>
        <p:spPr>
          <a:xfrm flipH="1">
            <a:off x="7439915" y="2133541"/>
            <a:ext cx="2227189"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AC3AC5AE-8570-21E6-6476-95CC73184E4D}"/>
              </a:ext>
            </a:extLst>
          </p:cNvPr>
          <p:cNvCxnSpPr>
            <a:cxnSpLocks/>
            <a:stCxn id="15" idx="5"/>
            <a:endCxn id="21" idx="1"/>
          </p:cNvCxnSpPr>
          <p:nvPr/>
        </p:nvCxnSpPr>
        <p:spPr>
          <a:xfrm flipH="1">
            <a:off x="7439915" y="2133541"/>
            <a:ext cx="3138167"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A556436C-84B6-ED41-9090-1829E0FA8272}"/>
              </a:ext>
            </a:extLst>
          </p:cNvPr>
          <p:cNvCxnSpPr>
            <a:cxnSpLocks/>
            <a:stCxn id="15" idx="5"/>
            <a:endCxn id="23" idx="2"/>
          </p:cNvCxnSpPr>
          <p:nvPr/>
        </p:nvCxnSpPr>
        <p:spPr>
          <a:xfrm flipH="1">
            <a:off x="8943186" y="2133541"/>
            <a:ext cx="1634896"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4512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wipe(up)">
                                      <p:cBhvr>
                                        <p:cTn id="57" dur="500"/>
                                        <p:tgtEl>
                                          <p:spTgt spid="39"/>
                                        </p:tgtEl>
                                      </p:cBhvr>
                                    </p:animEffect>
                                  </p:childTnLst>
                                </p:cTn>
                              </p:par>
                            </p:childTnLst>
                          </p:cTn>
                        </p:par>
                        <p:par>
                          <p:cTn id="58" fill="hold">
                            <p:stCondLst>
                              <p:cond delay="500"/>
                            </p:stCondLst>
                            <p:childTnLst>
                              <p:par>
                                <p:cTn id="59" presetID="22" presetClass="entr" presetSubtype="1" fill="hold" nodeType="after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wipe(up)">
                                      <p:cBhvr>
                                        <p:cTn id="61" dur="500"/>
                                        <p:tgtEl>
                                          <p:spTgt spid="3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wipe(up)">
                                      <p:cBhvr>
                                        <p:cTn id="66" dur="500"/>
                                        <p:tgtEl>
                                          <p:spTgt spid="42"/>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wipe(up)">
                                      <p:cBhvr>
                                        <p:cTn id="70" dur="500"/>
                                        <p:tgtEl>
                                          <p:spTgt spid="4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52"/>
                                        </p:tgtEl>
                                        <p:attrNameLst>
                                          <p:attrName>style.visibility</p:attrName>
                                        </p:attrNameLst>
                                      </p:cBhvr>
                                      <p:to>
                                        <p:strVal val="visible"/>
                                      </p:to>
                                    </p:set>
                                    <p:animEffect transition="in" filter="wipe(up)">
                                      <p:cBhvr>
                                        <p:cTn id="75" dur="500"/>
                                        <p:tgtEl>
                                          <p:spTgt spid="52"/>
                                        </p:tgtEl>
                                      </p:cBhvr>
                                    </p:animEffect>
                                  </p:childTnLst>
                                </p:cTn>
                              </p:par>
                            </p:childTnLst>
                          </p:cTn>
                        </p:par>
                        <p:par>
                          <p:cTn id="76" fill="hold">
                            <p:stCondLst>
                              <p:cond delay="500"/>
                            </p:stCondLst>
                            <p:childTnLst>
                              <p:par>
                                <p:cTn id="77" presetID="22" presetClass="entr" presetSubtype="1" fill="hold" nodeType="after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wipe(up)">
                                      <p:cBhvr>
                                        <p:cTn id="79" dur="500"/>
                                        <p:tgtEl>
                                          <p:spTgt spid="49"/>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62"/>
                                        </p:tgtEl>
                                        <p:attrNameLst>
                                          <p:attrName>style.visibility</p:attrName>
                                        </p:attrNameLst>
                                      </p:cBhvr>
                                      <p:to>
                                        <p:strVal val="visible"/>
                                      </p:to>
                                    </p:set>
                                    <p:animEffect transition="in" filter="wipe(up)">
                                      <p:cBhvr>
                                        <p:cTn id="84" dur="500"/>
                                        <p:tgtEl>
                                          <p:spTgt spid="62"/>
                                        </p:tgtEl>
                                      </p:cBhvr>
                                    </p:animEffect>
                                  </p:childTnLst>
                                </p:cTn>
                              </p:par>
                            </p:childTnLst>
                          </p:cTn>
                        </p:par>
                        <p:par>
                          <p:cTn id="85" fill="hold">
                            <p:stCondLst>
                              <p:cond delay="500"/>
                            </p:stCondLst>
                            <p:childTnLst>
                              <p:par>
                                <p:cTn id="86" presetID="22" presetClass="entr" presetSubtype="1" fill="hold" nodeType="after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wipe(up)">
                                      <p:cBhvr>
                                        <p:cTn id="88" dur="500"/>
                                        <p:tgtEl>
                                          <p:spTgt spid="57"/>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nodeType="clickEffect">
                                  <p:stCondLst>
                                    <p:cond delay="0"/>
                                  </p:stCondLst>
                                  <p:childTnLst>
                                    <p:set>
                                      <p:cBhvr>
                                        <p:cTn id="92" dur="1" fill="hold">
                                          <p:stCondLst>
                                            <p:cond delay="0"/>
                                          </p:stCondLst>
                                        </p:cTn>
                                        <p:tgtEl>
                                          <p:spTgt spid="65"/>
                                        </p:tgtEl>
                                        <p:attrNameLst>
                                          <p:attrName>style.visibility</p:attrName>
                                        </p:attrNameLst>
                                      </p:cBhvr>
                                      <p:to>
                                        <p:strVal val="visible"/>
                                      </p:to>
                                    </p:set>
                                    <p:animEffect transition="in" filter="wipe(up)">
                                      <p:cBhvr>
                                        <p:cTn id="93" dur="500"/>
                                        <p:tgtEl>
                                          <p:spTgt spid="65"/>
                                        </p:tgtEl>
                                      </p:cBhvr>
                                    </p:animEffect>
                                  </p:childTnLst>
                                </p:cTn>
                              </p:par>
                            </p:childTnLst>
                          </p:cTn>
                        </p:par>
                        <p:par>
                          <p:cTn id="94" fill="hold">
                            <p:stCondLst>
                              <p:cond delay="500"/>
                            </p:stCondLst>
                            <p:childTnLst>
                              <p:par>
                                <p:cTn id="95" presetID="22" presetClass="entr" presetSubtype="1" fill="hold" nodeType="afterEffect">
                                  <p:stCondLst>
                                    <p:cond delay="0"/>
                                  </p:stCondLst>
                                  <p:childTnLst>
                                    <p:set>
                                      <p:cBhvr>
                                        <p:cTn id="96" dur="1" fill="hold">
                                          <p:stCondLst>
                                            <p:cond delay="0"/>
                                          </p:stCondLst>
                                        </p:cTn>
                                        <p:tgtEl>
                                          <p:spTgt spid="68"/>
                                        </p:tgtEl>
                                        <p:attrNameLst>
                                          <p:attrName>style.visibility</p:attrName>
                                        </p:attrNameLst>
                                      </p:cBhvr>
                                      <p:to>
                                        <p:strVal val="visible"/>
                                      </p:to>
                                    </p:set>
                                    <p:animEffect transition="in" filter="wipe(up)">
                                      <p:cBhvr>
                                        <p:cTn id="97" dur="500"/>
                                        <p:tgtEl>
                                          <p:spTgt spid="68"/>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animBg="1"/>
      <p:bldP spid="12" grpId="0" animBg="1"/>
      <p:bldP spid="13" grpId="0" animBg="1"/>
      <p:bldP spid="14" grpId="0" animBg="1"/>
      <p:bldP spid="15" grpId="0" animBg="1"/>
      <p:bldP spid="16" grpId="0"/>
      <p:bldP spid="21" grpId="0" animBg="1"/>
      <p:bldP spid="22" grpId="0" animBg="1"/>
      <p:bldP spid="23" grpId="0" animBg="1"/>
      <p:bldP spid="24" grpId="0" animBg="1"/>
      <p:bldP spid="25" grpId="0" animBg="1"/>
      <p:bldP spid="26" grpId="0"/>
      <p:bldP spid="27" grpId="0"/>
      <p:bldP spid="28" grpId="0"/>
      <p:bldP spid="29" grpId="0"/>
      <p:bldP spid="30" grpId="0"/>
      <p:bldP spid="31" grpId="0"/>
      <p:bldP spid="32" grpId="0"/>
      <p:bldP spid="33" grpId="0"/>
      <p:bldP spid="34"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7D0CE-AE23-E745-E818-832C9B8E7E9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555EF072-BD0F-447B-AAE5-F9C25B3F3557}"/>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p:pic>
        <p:nvPicPr>
          <p:cNvPr id="11" name="Picture 10">
            <a:extLst>
              <a:ext uri="{FF2B5EF4-FFF2-40B4-BE49-F238E27FC236}">
                <a16:creationId xmlns:a16="http://schemas.microsoft.com/office/drawing/2014/main" id="{0B015476-0641-8B25-1865-87209D84F70D}"/>
              </a:ext>
            </a:extLst>
          </p:cNvPr>
          <p:cNvPicPr>
            <a:picLocks noChangeAspect="1"/>
          </p:cNvPicPr>
          <p:nvPr/>
        </p:nvPicPr>
        <p:blipFill>
          <a:blip r:embed="rId2">
            <a:grayscl/>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160045" y="4204879"/>
            <a:ext cx="3378624" cy="132731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1A954A6-4578-8080-A093-2F48C3987AF6}"/>
                  </a:ext>
                </a:extLst>
              </p:cNvPr>
              <p:cNvSpPr txBox="1"/>
              <p:nvPr/>
            </p:nvSpPr>
            <p:spPr>
              <a:xfrm>
                <a:off x="758669" y="4257824"/>
                <a:ext cx="401376" cy="12214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2800" i="1" smtClean="0">
                              <a:latin typeface="Cambria Math" panose="02040503050406030204" pitchFamily="18" charset="0"/>
                            </a:rPr>
                          </m:ctrlPr>
                        </m:mPr>
                        <m:mr>
                          <m:e>
                            <m:sSub>
                              <m:sSubPr>
                                <m:ctrlPr>
                                  <a:rPr lang="en-IN" sz="2800" b="0" i="1" smtClean="0">
                                    <a:latin typeface="Cambria Math" panose="02040503050406030204" pitchFamily="18" charset="0"/>
                                  </a:rPr>
                                </m:ctrlPr>
                              </m:sSubPr>
                              <m:e>
                                <m:r>
                                  <m:rPr>
                                    <m:brk m:alnAt="7"/>
                                  </m:rPr>
                                  <a:rPr lang="en-IN" sz="2800" b="0" i="1" smtClean="0">
                                    <a:latin typeface="Cambria Math" panose="02040503050406030204" pitchFamily="18" charset="0"/>
                                  </a:rPr>
                                  <m:t>𝑅</m:t>
                                </m:r>
                              </m:e>
                              <m:sub>
                                <m:r>
                                  <m:rPr>
                                    <m:brk m:alnAt="7"/>
                                  </m:rPr>
                                  <a:rPr lang="en-IN" sz="2800" b="0" i="1" smtClean="0">
                                    <a:latin typeface="Cambria Math" panose="02040503050406030204" pitchFamily="18" charset="0"/>
                                  </a:rPr>
                                  <m:t>1</m:t>
                                </m:r>
                              </m:sub>
                            </m:sSub>
                          </m:e>
                        </m:mr>
                        <m:mr>
                          <m:e>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𝑅</m:t>
                                </m:r>
                              </m:e>
                              <m:sub>
                                <m:r>
                                  <a:rPr lang="en-IN" sz="2800" b="0" i="1" smtClean="0">
                                    <a:latin typeface="Cambria Math" panose="02040503050406030204" pitchFamily="18" charset="0"/>
                                  </a:rPr>
                                  <m:t>2</m:t>
                                </m:r>
                              </m:sub>
                            </m:sSub>
                          </m:e>
                        </m:mr>
                        <m:mr>
                          <m:e>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𝑅</m:t>
                                </m:r>
                              </m:e>
                              <m:sub>
                                <m:r>
                                  <a:rPr lang="en-IN" sz="2800" b="0" i="1" smtClean="0">
                                    <a:latin typeface="Cambria Math" panose="02040503050406030204" pitchFamily="18" charset="0"/>
                                  </a:rPr>
                                  <m:t>3</m:t>
                                </m:r>
                              </m:sub>
                            </m:sSub>
                          </m:e>
                        </m:mr>
                      </m:m>
                    </m:oMath>
                  </m:oMathPara>
                </a14:m>
                <a:endParaRPr lang="en-IN" sz="2000" dirty="0"/>
              </a:p>
            </p:txBody>
          </p:sp>
        </mc:Choice>
        <mc:Fallback xmlns="">
          <p:sp>
            <p:nvSpPr>
              <p:cNvPr id="5" name="TextBox 4">
                <a:extLst>
                  <a:ext uri="{FF2B5EF4-FFF2-40B4-BE49-F238E27FC236}">
                    <a16:creationId xmlns:a16="http://schemas.microsoft.com/office/drawing/2014/main" id="{C1A954A6-4578-8080-A093-2F48C3987AF6}"/>
                  </a:ext>
                </a:extLst>
              </p:cNvPr>
              <p:cNvSpPr txBox="1">
                <a:spLocks noRot="1" noChangeAspect="1" noMove="1" noResize="1" noEditPoints="1" noAdjustHandles="1" noChangeArrowheads="1" noChangeShapeType="1" noTextEdit="1"/>
              </p:cNvSpPr>
              <p:nvPr/>
            </p:nvSpPr>
            <p:spPr>
              <a:xfrm>
                <a:off x="758669" y="4257824"/>
                <a:ext cx="401376" cy="122142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C412290-ABAE-9BB6-5824-013B48BAFB51}"/>
                  </a:ext>
                </a:extLst>
              </p:cNvPr>
              <p:cNvSpPr txBox="1"/>
              <p:nvPr/>
            </p:nvSpPr>
            <p:spPr>
              <a:xfrm>
                <a:off x="1257071" y="3773992"/>
                <a:ext cx="318457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latin typeface="Cambria Math" panose="02040503050406030204" pitchFamily="18" charset="0"/>
                            </a:rPr>
                          </m:ctrlPr>
                        </m:sSubPr>
                        <m:e>
                          <m:r>
                            <m:rPr>
                              <m:sty m:val="p"/>
                            </m:rPr>
                            <a:rPr lang="en-IN" sz="2800" b="0" i="0" smtClean="0">
                              <a:latin typeface="Cambria Math" panose="02040503050406030204" pitchFamily="18" charset="0"/>
                            </a:rPr>
                            <m:t>C</m:t>
                          </m:r>
                        </m:e>
                        <m:sub>
                          <m:r>
                            <a:rPr lang="en-IN" sz="2800" b="0" i="0" smtClean="0">
                              <a:latin typeface="Cambria Math" panose="02040503050406030204" pitchFamily="18" charset="0"/>
                            </a:rPr>
                            <m:t>1</m:t>
                          </m:r>
                        </m:sub>
                      </m:sSub>
                      <m:r>
                        <a:rPr lang="en-IN" sz="2800" b="0" i="0" smtClean="0">
                          <a:latin typeface="Cambria Math" panose="02040503050406030204" pitchFamily="18" charset="0"/>
                        </a:rPr>
                        <m:t>    </m:t>
                      </m:r>
                      <m:sSub>
                        <m:sSubPr>
                          <m:ctrlPr>
                            <a:rPr lang="en-IN" sz="2800" b="0" i="1" smtClean="0">
                              <a:latin typeface="Cambria Math" panose="02040503050406030204" pitchFamily="18" charset="0"/>
                            </a:rPr>
                          </m:ctrlPr>
                        </m:sSubPr>
                        <m:e>
                          <m:r>
                            <m:rPr>
                              <m:sty m:val="p"/>
                            </m:rPr>
                            <a:rPr lang="en-IN" sz="2800" b="0" i="0" smtClean="0">
                              <a:latin typeface="Cambria Math" panose="02040503050406030204" pitchFamily="18" charset="0"/>
                            </a:rPr>
                            <m:t>C</m:t>
                          </m:r>
                        </m:e>
                        <m:sub>
                          <m:r>
                            <a:rPr lang="en-IN" sz="2800" b="0" i="0" smtClean="0">
                              <a:latin typeface="Cambria Math" panose="02040503050406030204" pitchFamily="18" charset="0"/>
                            </a:rPr>
                            <m:t>2</m:t>
                          </m:r>
                        </m:sub>
                      </m:sSub>
                      <m:r>
                        <a:rPr lang="en-IN" sz="2800" b="0" i="0" smtClean="0">
                          <a:latin typeface="Cambria Math" panose="02040503050406030204" pitchFamily="18" charset="0"/>
                        </a:rPr>
                        <m:t>    </m:t>
                      </m:r>
                      <m:sSub>
                        <m:sSubPr>
                          <m:ctrlPr>
                            <a:rPr lang="en-IN" sz="2800" b="0" i="1" smtClean="0">
                              <a:latin typeface="Cambria Math" panose="02040503050406030204" pitchFamily="18" charset="0"/>
                            </a:rPr>
                          </m:ctrlPr>
                        </m:sSubPr>
                        <m:e>
                          <m:r>
                            <m:rPr>
                              <m:sty m:val="p"/>
                            </m:rPr>
                            <a:rPr lang="en-IN" sz="2800" b="0" i="0" smtClean="0">
                              <a:latin typeface="Cambria Math" panose="02040503050406030204" pitchFamily="18" charset="0"/>
                            </a:rPr>
                            <m:t>C</m:t>
                          </m:r>
                        </m:e>
                        <m:sub>
                          <m:r>
                            <a:rPr lang="en-IN" sz="2800" b="0" i="0" smtClean="0">
                              <a:latin typeface="Cambria Math" panose="02040503050406030204" pitchFamily="18" charset="0"/>
                            </a:rPr>
                            <m:t>3</m:t>
                          </m:r>
                        </m:sub>
                      </m:sSub>
                      <m:r>
                        <a:rPr lang="en-IN" sz="2800" b="0" i="0" smtClean="0">
                          <a:latin typeface="Cambria Math" panose="02040503050406030204" pitchFamily="18" charset="0"/>
                        </a:rPr>
                        <m:t>   </m:t>
                      </m:r>
                      <m:sSub>
                        <m:sSubPr>
                          <m:ctrlPr>
                            <a:rPr lang="en-IN" sz="2800" b="0" i="1" smtClean="0">
                              <a:latin typeface="Cambria Math" panose="02040503050406030204" pitchFamily="18" charset="0"/>
                            </a:rPr>
                          </m:ctrlPr>
                        </m:sSubPr>
                        <m:e>
                          <m:r>
                            <a:rPr lang="en-IN" sz="2800" b="0" i="0" smtClean="0">
                              <a:latin typeface="Cambria Math" panose="02040503050406030204" pitchFamily="18" charset="0"/>
                            </a:rPr>
                            <m:t> </m:t>
                          </m:r>
                          <m:r>
                            <m:rPr>
                              <m:sty m:val="p"/>
                            </m:rPr>
                            <a:rPr lang="en-IN" sz="2800" b="0" i="0" smtClean="0">
                              <a:latin typeface="Cambria Math" panose="02040503050406030204" pitchFamily="18" charset="0"/>
                            </a:rPr>
                            <m:t>C</m:t>
                          </m:r>
                        </m:e>
                        <m:sub>
                          <m:r>
                            <a:rPr lang="en-IN" sz="2800" b="0" i="0" smtClean="0">
                              <a:latin typeface="Cambria Math" panose="02040503050406030204" pitchFamily="18" charset="0"/>
                            </a:rPr>
                            <m:t>4</m:t>
                          </m:r>
                        </m:sub>
                      </m:sSub>
                      <m:r>
                        <a:rPr lang="en-IN" sz="2800" b="0" i="0" smtClean="0">
                          <a:latin typeface="Cambria Math" panose="02040503050406030204" pitchFamily="18" charset="0"/>
                        </a:rPr>
                        <m:t>   </m:t>
                      </m:r>
                      <m:sSub>
                        <m:sSubPr>
                          <m:ctrlPr>
                            <a:rPr lang="en-IN" sz="2800" b="0" i="1" smtClean="0">
                              <a:latin typeface="Cambria Math" panose="02040503050406030204" pitchFamily="18" charset="0"/>
                            </a:rPr>
                          </m:ctrlPr>
                        </m:sSubPr>
                        <m:e>
                          <m:r>
                            <a:rPr lang="en-IN" sz="2800" b="0" i="0" smtClean="0">
                              <a:latin typeface="Cambria Math" panose="02040503050406030204" pitchFamily="18" charset="0"/>
                            </a:rPr>
                            <m:t> </m:t>
                          </m:r>
                          <m:r>
                            <m:rPr>
                              <m:sty m:val="p"/>
                            </m:rPr>
                            <a:rPr lang="en-IN" sz="2800" b="0" i="0" smtClean="0">
                              <a:latin typeface="Cambria Math" panose="02040503050406030204" pitchFamily="18" charset="0"/>
                            </a:rPr>
                            <m:t>C</m:t>
                          </m:r>
                        </m:e>
                        <m:sub>
                          <m:r>
                            <a:rPr lang="en-IN" sz="2800" b="0" i="0" smtClean="0">
                              <a:latin typeface="Cambria Math" panose="02040503050406030204" pitchFamily="18" charset="0"/>
                            </a:rPr>
                            <m:t>5</m:t>
                          </m:r>
                        </m:sub>
                      </m:sSub>
                    </m:oMath>
                  </m:oMathPara>
                </a14:m>
                <a:endParaRPr lang="en-IN" sz="3200" dirty="0"/>
              </a:p>
            </p:txBody>
          </p:sp>
        </mc:Choice>
        <mc:Fallback xmlns="">
          <p:sp>
            <p:nvSpPr>
              <p:cNvPr id="7" name="TextBox 6">
                <a:extLst>
                  <a:ext uri="{FF2B5EF4-FFF2-40B4-BE49-F238E27FC236}">
                    <a16:creationId xmlns:a16="http://schemas.microsoft.com/office/drawing/2014/main" id="{5C412290-ABAE-9BB6-5824-013B48BAFB51}"/>
                  </a:ext>
                </a:extLst>
              </p:cNvPr>
              <p:cNvSpPr txBox="1">
                <a:spLocks noRot="1" noChangeAspect="1" noMove="1" noResize="1" noEditPoints="1" noAdjustHandles="1" noChangeArrowheads="1" noChangeShapeType="1" noTextEdit="1"/>
              </p:cNvSpPr>
              <p:nvPr/>
            </p:nvSpPr>
            <p:spPr>
              <a:xfrm>
                <a:off x="1257071" y="3773992"/>
                <a:ext cx="3184571" cy="430887"/>
              </a:xfrm>
              <a:prstGeom prst="rect">
                <a:avLst/>
              </a:prstGeom>
              <a:blipFill>
                <a:blip r:embed="rId5"/>
                <a:stretch>
                  <a:fillRect/>
                </a:stretch>
              </a:blipFill>
            </p:spPr>
            <p:txBody>
              <a:bodyPr/>
              <a:lstStyle/>
              <a:p>
                <a:r>
                  <a:rPr lang="en-IN">
                    <a:noFill/>
                  </a:rPr>
                  <a:t> </a:t>
                </a:r>
              </a:p>
            </p:txBody>
          </p:sp>
        </mc:Fallback>
      </mc:AlternateContent>
      <p:sp>
        <p:nvSpPr>
          <p:cNvPr id="2" name="Oval 1">
            <a:extLst>
              <a:ext uri="{FF2B5EF4-FFF2-40B4-BE49-F238E27FC236}">
                <a16:creationId xmlns:a16="http://schemas.microsoft.com/office/drawing/2014/main" id="{7B0F5A84-9040-50EF-466F-C612D67BC571}"/>
              </a:ext>
            </a:extLst>
          </p:cNvPr>
          <p:cNvSpPr/>
          <p:nvPr/>
        </p:nvSpPr>
        <p:spPr>
          <a:xfrm rot="5400000">
            <a:off x="1015634" y="14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 name="Oval 3">
            <a:extLst>
              <a:ext uri="{FF2B5EF4-FFF2-40B4-BE49-F238E27FC236}">
                <a16:creationId xmlns:a16="http://schemas.microsoft.com/office/drawing/2014/main" id="{900DFE4F-3B55-3244-DF37-DE756258EE26}"/>
              </a:ext>
            </a:extLst>
          </p:cNvPr>
          <p:cNvSpPr/>
          <p:nvPr/>
        </p:nvSpPr>
        <p:spPr>
          <a:xfrm rot="5400000">
            <a:off x="1716929" y="14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40BE8BC2-2CB1-5695-9790-BB48F79DC821}"/>
              </a:ext>
            </a:extLst>
          </p:cNvPr>
          <p:cNvSpPr/>
          <p:nvPr/>
        </p:nvSpPr>
        <p:spPr>
          <a:xfrm rot="5400000">
            <a:off x="2565967" y="14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D6F8223D-F9DE-E8B5-853C-D3FD91588986}"/>
              </a:ext>
            </a:extLst>
          </p:cNvPr>
          <p:cNvSpPr/>
          <p:nvPr/>
        </p:nvSpPr>
        <p:spPr>
          <a:xfrm rot="5400000">
            <a:off x="3344647" y="14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CE0A9B11-ADD8-C153-377B-956642A1A7CF}"/>
              </a:ext>
            </a:extLst>
          </p:cNvPr>
          <p:cNvSpPr/>
          <p:nvPr/>
        </p:nvSpPr>
        <p:spPr>
          <a:xfrm rot="5400000">
            <a:off x="4255625" y="14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25DAA15-00D6-8DE1-0D97-B2426C6E50D7}"/>
                  </a:ext>
                </a:extLst>
              </p:cNvPr>
              <p:cNvSpPr txBox="1"/>
              <p:nvPr/>
            </p:nvSpPr>
            <p:spPr>
              <a:xfrm>
                <a:off x="829631" y="917390"/>
                <a:ext cx="62728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US" sz="2800" i="0" dirty="0" smtClean="0">
                              <a:latin typeface="Cambria Math" panose="02040503050406030204" pitchFamily="18" charset="0"/>
                            </a:rPr>
                            <m:t>1</m:t>
                          </m:r>
                        </m:sub>
                      </m:sSub>
                    </m:oMath>
                  </m:oMathPara>
                </a14:m>
                <a:endParaRPr lang="en-US" sz="2800" dirty="0"/>
              </a:p>
            </p:txBody>
          </p:sp>
        </mc:Choice>
        <mc:Fallback xmlns="">
          <p:sp>
            <p:nvSpPr>
              <p:cNvPr id="18" name="TextBox 17">
                <a:extLst>
                  <a:ext uri="{FF2B5EF4-FFF2-40B4-BE49-F238E27FC236}">
                    <a16:creationId xmlns:a16="http://schemas.microsoft.com/office/drawing/2014/main" id="{625DAA15-00D6-8DE1-0D97-B2426C6E50D7}"/>
                  </a:ext>
                </a:extLst>
              </p:cNvPr>
              <p:cNvSpPr txBox="1">
                <a:spLocks noRot="1" noChangeAspect="1" noMove="1" noResize="1" noEditPoints="1" noAdjustHandles="1" noChangeArrowheads="1" noChangeShapeType="1" noTextEdit="1"/>
              </p:cNvSpPr>
              <p:nvPr/>
            </p:nvSpPr>
            <p:spPr>
              <a:xfrm>
                <a:off x="829631" y="917390"/>
                <a:ext cx="627287" cy="523220"/>
              </a:xfrm>
              <a:prstGeom prst="rect">
                <a:avLst/>
              </a:prstGeom>
              <a:blipFill>
                <a:blip r:embed="rId6"/>
                <a:stretch>
                  <a:fillRect/>
                </a:stretch>
              </a:blipFill>
            </p:spPr>
            <p:txBody>
              <a:bodyPr/>
              <a:lstStyle/>
              <a:p>
                <a:r>
                  <a:rPr lang="en-IN">
                    <a:noFill/>
                  </a:rPr>
                  <a:t> </a:t>
                </a:r>
              </a:p>
            </p:txBody>
          </p:sp>
        </mc:Fallback>
      </mc:AlternateContent>
      <p:sp>
        <p:nvSpPr>
          <p:cNvPr id="19" name="Oval 18">
            <a:extLst>
              <a:ext uri="{FF2B5EF4-FFF2-40B4-BE49-F238E27FC236}">
                <a16:creationId xmlns:a16="http://schemas.microsoft.com/office/drawing/2014/main" id="{9B0B8647-7B92-6789-EC4E-97651571F42C}"/>
              </a:ext>
            </a:extLst>
          </p:cNvPr>
          <p:cNvSpPr/>
          <p:nvPr/>
        </p:nvSpPr>
        <p:spPr>
          <a:xfrm rot="5400000">
            <a:off x="1015634" y="31071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750D4D45-4D9A-CBCF-5BE9-7DE646FF9975}"/>
              </a:ext>
            </a:extLst>
          </p:cNvPr>
          <p:cNvSpPr/>
          <p:nvPr/>
        </p:nvSpPr>
        <p:spPr>
          <a:xfrm rot="5400000">
            <a:off x="1716929" y="31071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Oval 35">
            <a:extLst>
              <a:ext uri="{FF2B5EF4-FFF2-40B4-BE49-F238E27FC236}">
                <a16:creationId xmlns:a16="http://schemas.microsoft.com/office/drawing/2014/main" id="{F85E5E74-A281-2986-EE71-7499A3B9D0F9}"/>
              </a:ext>
            </a:extLst>
          </p:cNvPr>
          <p:cNvSpPr/>
          <p:nvPr/>
        </p:nvSpPr>
        <p:spPr>
          <a:xfrm rot="5400000">
            <a:off x="2569817" y="31071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7" name="Oval 36">
            <a:extLst>
              <a:ext uri="{FF2B5EF4-FFF2-40B4-BE49-F238E27FC236}">
                <a16:creationId xmlns:a16="http://schemas.microsoft.com/office/drawing/2014/main" id="{1F7690E4-5B2C-EAAE-339A-9E700A2AB27A}"/>
              </a:ext>
            </a:extLst>
          </p:cNvPr>
          <p:cNvSpPr/>
          <p:nvPr/>
        </p:nvSpPr>
        <p:spPr>
          <a:xfrm rot="5400000">
            <a:off x="3344647" y="31071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8" name="Oval 37">
            <a:extLst>
              <a:ext uri="{FF2B5EF4-FFF2-40B4-BE49-F238E27FC236}">
                <a16:creationId xmlns:a16="http://schemas.microsoft.com/office/drawing/2014/main" id="{F7410A9D-84FC-497C-1911-DD2B4CA9AE43}"/>
              </a:ext>
            </a:extLst>
          </p:cNvPr>
          <p:cNvSpPr/>
          <p:nvPr/>
        </p:nvSpPr>
        <p:spPr>
          <a:xfrm rot="5400000">
            <a:off x="4255625" y="31071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FAEEE9A-4F64-A2A5-84C2-80C9B8CA46AB}"/>
                  </a:ext>
                </a:extLst>
              </p:cNvPr>
              <p:cNvSpPr txBox="1"/>
              <p:nvPr/>
            </p:nvSpPr>
            <p:spPr>
              <a:xfrm>
                <a:off x="857464" y="3167390"/>
                <a:ext cx="62568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US" sz="2800" i="1" dirty="0" smtClean="0">
                              <a:latin typeface="Cambria Math" panose="02040503050406030204" pitchFamily="18" charset="0"/>
                            </a:rPr>
                            <m:t>1</m:t>
                          </m:r>
                        </m:sub>
                      </m:sSub>
                    </m:oMath>
                  </m:oMathPara>
                </a14:m>
                <a:endParaRPr lang="en-US" sz="2800" dirty="0"/>
              </a:p>
            </p:txBody>
          </p:sp>
        </mc:Choice>
        <mc:Fallback xmlns="">
          <p:sp>
            <p:nvSpPr>
              <p:cNvPr id="40" name="TextBox 39">
                <a:extLst>
                  <a:ext uri="{FF2B5EF4-FFF2-40B4-BE49-F238E27FC236}">
                    <a16:creationId xmlns:a16="http://schemas.microsoft.com/office/drawing/2014/main" id="{7FAEEE9A-4F64-A2A5-84C2-80C9B8CA46AB}"/>
                  </a:ext>
                </a:extLst>
              </p:cNvPr>
              <p:cNvSpPr txBox="1">
                <a:spLocks noRot="1" noChangeAspect="1" noMove="1" noResize="1" noEditPoints="1" noAdjustHandles="1" noChangeArrowheads="1" noChangeShapeType="1" noTextEdit="1"/>
              </p:cNvSpPr>
              <p:nvPr/>
            </p:nvSpPr>
            <p:spPr>
              <a:xfrm>
                <a:off x="857464" y="3167390"/>
                <a:ext cx="62568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FCDB6ED-7BDC-B3D8-6A42-C6E72CD5F011}"/>
                  </a:ext>
                </a:extLst>
              </p:cNvPr>
              <p:cNvSpPr txBox="1"/>
              <p:nvPr/>
            </p:nvSpPr>
            <p:spPr>
              <a:xfrm>
                <a:off x="1624357" y="3167390"/>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2</m:t>
                          </m:r>
                        </m:sub>
                      </m:sSub>
                    </m:oMath>
                  </m:oMathPara>
                </a14:m>
                <a:endParaRPr lang="en-US" sz="2800" dirty="0"/>
              </a:p>
            </p:txBody>
          </p:sp>
        </mc:Choice>
        <mc:Fallback xmlns="">
          <p:sp>
            <p:nvSpPr>
              <p:cNvPr id="41" name="TextBox 40">
                <a:extLst>
                  <a:ext uri="{FF2B5EF4-FFF2-40B4-BE49-F238E27FC236}">
                    <a16:creationId xmlns:a16="http://schemas.microsoft.com/office/drawing/2014/main" id="{8FCDB6ED-7BDC-B3D8-6A42-C6E72CD5F011}"/>
                  </a:ext>
                </a:extLst>
              </p:cNvPr>
              <p:cNvSpPr txBox="1">
                <a:spLocks noRot="1" noChangeAspect="1" noMove="1" noResize="1" noEditPoints="1" noAdjustHandles="1" noChangeArrowheads="1" noChangeShapeType="1" noTextEdit="1"/>
              </p:cNvSpPr>
              <p:nvPr/>
            </p:nvSpPr>
            <p:spPr>
              <a:xfrm>
                <a:off x="1624357" y="3167390"/>
                <a:ext cx="633955"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2C517C7-EBAE-8185-6313-13890C724F2F}"/>
                  </a:ext>
                </a:extLst>
              </p:cNvPr>
              <p:cNvSpPr txBox="1"/>
              <p:nvPr/>
            </p:nvSpPr>
            <p:spPr>
              <a:xfrm>
                <a:off x="2405245" y="3172916"/>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3</m:t>
                          </m:r>
                        </m:sub>
                      </m:sSub>
                    </m:oMath>
                  </m:oMathPara>
                </a14:m>
                <a:endParaRPr lang="en-US" sz="2800" dirty="0"/>
              </a:p>
            </p:txBody>
          </p:sp>
        </mc:Choice>
        <mc:Fallback xmlns="">
          <p:sp>
            <p:nvSpPr>
              <p:cNvPr id="43" name="TextBox 42">
                <a:extLst>
                  <a:ext uri="{FF2B5EF4-FFF2-40B4-BE49-F238E27FC236}">
                    <a16:creationId xmlns:a16="http://schemas.microsoft.com/office/drawing/2014/main" id="{52C517C7-EBAE-8185-6313-13890C724F2F}"/>
                  </a:ext>
                </a:extLst>
              </p:cNvPr>
              <p:cNvSpPr txBox="1">
                <a:spLocks noRot="1" noChangeAspect="1" noMove="1" noResize="1" noEditPoints="1" noAdjustHandles="1" noChangeArrowheads="1" noChangeShapeType="1" noTextEdit="1"/>
              </p:cNvSpPr>
              <p:nvPr/>
            </p:nvSpPr>
            <p:spPr>
              <a:xfrm>
                <a:off x="2405245" y="3172916"/>
                <a:ext cx="63395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3FB50A7-1729-89B8-37D1-8B0A128FF34B}"/>
                  </a:ext>
                </a:extLst>
              </p:cNvPr>
              <p:cNvSpPr txBox="1"/>
              <p:nvPr/>
            </p:nvSpPr>
            <p:spPr>
              <a:xfrm>
                <a:off x="3186147" y="3172410"/>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4</m:t>
                          </m:r>
                        </m:sub>
                      </m:sSub>
                    </m:oMath>
                  </m:oMathPara>
                </a14:m>
                <a:endParaRPr lang="en-US" sz="2800" dirty="0"/>
              </a:p>
            </p:txBody>
          </p:sp>
        </mc:Choice>
        <mc:Fallback xmlns="">
          <p:sp>
            <p:nvSpPr>
              <p:cNvPr id="44" name="TextBox 43">
                <a:extLst>
                  <a:ext uri="{FF2B5EF4-FFF2-40B4-BE49-F238E27FC236}">
                    <a16:creationId xmlns:a16="http://schemas.microsoft.com/office/drawing/2014/main" id="{93FB50A7-1729-89B8-37D1-8B0A128FF34B}"/>
                  </a:ext>
                </a:extLst>
              </p:cNvPr>
              <p:cNvSpPr txBox="1">
                <a:spLocks noRot="1" noChangeAspect="1" noMove="1" noResize="1" noEditPoints="1" noAdjustHandles="1" noChangeArrowheads="1" noChangeShapeType="1" noTextEdit="1"/>
              </p:cNvSpPr>
              <p:nvPr/>
            </p:nvSpPr>
            <p:spPr>
              <a:xfrm>
                <a:off x="3186147" y="3172410"/>
                <a:ext cx="63395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2399192-A58E-1D5E-2723-AF2483D19C55}"/>
                  </a:ext>
                </a:extLst>
              </p:cNvPr>
              <p:cNvSpPr txBox="1"/>
              <p:nvPr/>
            </p:nvSpPr>
            <p:spPr>
              <a:xfrm>
                <a:off x="4091053" y="3167390"/>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5</m:t>
                          </m:r>
                        </m:sub>
                      </m:sSub>
                    </m:oMath>
                  </m:oMathPara>
                </a14:m>
                <a:endParaRPr lang="en-US" sz="2800" dirty="0"/>
              </a:p>
            </p:txBody>
          </p:sp>
        </mc:Choice>
        <mc:Fallback xmlns="">
          <p:sp>
            <p:nvSpPr>
              <p:cNvPr id="46" name="TextBox 45">
                <a:extLst>
                  <a:ext uri="{FF2B5EF4-FFF2-40B4-BE49-F238E27FC236}">
                    <a16:creationId xmlns:a16="http://schemas.microsoft.com/office/drawing/2014/main" id="{72399192-A58E-1D5E-2723-AF2483D19C55}"/>
                  </a:ext>
                </a:extLst>
              </p:cNvPr>
              <p:cNvSpPr txBox="1">
                <a:spLocks noRot="1" noChangeAspect="1" noMove="1" noResize="1" noEditPoints="1" noAdjustHandles="1" noChangeArrowheads="1" noChangeShapeType="1" noTextEdit="1"/>
              </p:cNvSpPr>
              <p:nvPr/>
            </p:nvSpPr>
            <p:spPr>
              <a:xfrm>
                <a:off x="4091053" y="3167390"/>
                <a:ext cx="63395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9AD5124-C0C5-BA5C-2932-76279A7A5B7D}"/>
                  </a:ext>
                </a:extLst>
              </p:cNvPr>
              <p:cNvSpPr txBox="1"/>
              <p:nvPr/>
            </p:nvSpPr>
            <p:spPr>
              <a:xfrm>
                <a:off x="1504064" y="917390"/>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2</m:t>
                          </m:r>
                        </m:sub>
                      </m:sSub>
                    </m:oMath>
                  </m:oMathPara>
                </a14:m>
                <a:endParaRPr lang="en-US" sz="2800" dirty="0"/>
              </a:p>
            </p:txBody>
          </p:sp>
        </mc:Choice>
        <mc:Fallback xmlns="">
          <p:sp>
            <p:nvSpPr>
              <p:cNvPr id="47" name="TextBox 46">
                <a:extLst>
                  <a:ext uri="{FF2B5EF4-FFF2-40B4-BE49-F238E27FC236}">
                    <a16:creationId xmlns:a16="http://schemas.microsoft.com/office/drawing/2014/main" id="{99AD5124-C0C5-BA5C-2932-76279A7A5B7D}"/>
                  </a:ext>
                </a:extLst>
              </p:cNvPr>
              <p:cNvSpPr txBox="1">
                <a:spLocks noRot="1" noChangeAspect="1" noMove="1" noResize="1" noEditPoints="1" noAdjustHandles="1" noChangeArrowheads="1" noChangeShapeType="1" noTextEdit="1"/>
              </p:cNvSpPr>
              <p:nvPr/>
            </p:nvSpPr>
            <p:spPr>
              <a:xfrm>
                <a:off x="1504064" y="917390"/>
                <a:ext cx="63555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40997BF-0496-0E6D-1149-22FEFAF3C6D9}"/>
                  </a:ext>
                </a:extLst>
              </p:cNvPr>
              <p:cNvSpPr txBox="1"/>
              <p:nvPr/>
            </p:nvSpPr>
            <p:spPr>
              <a:xfrm>
                <a:off x="2330568" y="917390"/>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3</m:t>
                          </m:r>
                        </m:sub>
                      </m:sSub>
                    </m:oMath>
                  </m:oMathPara>
                </a14:m>
                <a:endParaRPr lang="en-US" sz="2800" dirty="0"/>
              </a:p>
            </p:txBody>
          </p:sp>
        </mc:Choice>
        <mc:Fallback xmlns="">
          <p:sp>
            <p:nvSpPr>
              <p:cNvPr id="48" name="TextBox 47">
                <a:extLst>
                  <a:ext uri="{FF2B5EF4-FFF2-40B4-BE49-F238E27FC236}">
                    <a16:creationId xmlns:a16="http://schemas.microsoft.com/office/drawing/2014/main" id="{240997BF-0496-0E6D-1149-22FEFAF3C6D9}"/>
                  </a:ext>
                </a:extLst>
              </p:cNvPr>
              <p:cNvSpPr txBox="1">
                <a:spLocks noRot="1" noChangeAspect="1" noMove="1" noResize="1" noEditPoints="1" noAdjustHandles="1" noChangeArrowheads="1" noChangeShapeType="1" noTextEdit="1"/>
              </p:cNvSpPr>
              <p:nvPr/>
            </p:nvSpPr>
            <p:spPr>
              <a:xfrm>
                <a:off x="2330568" y="917390"/>
                <a:ext cx="635559"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55D42AA-EE4A-EEB8-4A60-D22C6F9B57A0}"/>
                  </a:ext>
                </a:extLst>
              </p:cNvPr>
              <p:cNvSpPr txBox="1"/>
              <p:nvPr/>
            </p:nvSpPr>
            <p:spPr>
              <a:xfrm>
                <a:off x="3157072" y="917390"/>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4</m:t>
                          </m:r>
                        </m:sub>
                      </m:sSub>
                    </m:oMath>
                  </m:oMathPara>
                </a14:m>
                <a:endParaRPr lang="en-US" sz="2800" dirty="0"/>
              </a:p>
            </p:txBody>
          </p:sp>
        </mc:Choice>
        <mc:Fallback xmlns="">
          <p:sp>
            <p:nvSpPr>
              <p:cNvPr id="50" name="TextBox 49">
                <a:extLst>
                  <a:ext uri="{FF2B5EF4-FFF2-40B4-BE49-F238E27FC236}">
                    <a16:creationId xmlns:a16="http://schemas.microsoft.com/office/drawing/2014/main" id="{D55D42AA-EE4A-EEB8-4A60-D22C6F9B57A0}"/>
                  </a:ext>
                </a:extLst>
              </p:cNvPr>
              <p:cNvSpPr txBox="1">
                <a:spLocks noRot="1" noChangeAspect="1" noMove="1" noResize="1" noEditPoints="1" noAdjustHandles="1" noChangeArrowheads="1" noChangeShapeType="1" noTextEdit="1"/>
              </p:cNvSpPr>
              <p:nvPr/>
            </p:nvSpPr>
            <p:spPr>
              <a:xfrm>
                <a:off x="3157072" y="917390"/>
                <a:ext cx="635559"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FAAA0DA2-1455-2E18-1C23-901380F98A31}"/>
                  </a:ext>
                </a:extLst>
              </p:cNvPr>
              <p:cNvSpPr txBox="1"/>
              <p:nvPr/>
            </p:nvSpPr>
            <p:spPr>
              <a:xfrm>
                <a:off x="3983576" y="917390"/>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5</m:t>
                          </m:r>
                        </m:sub>
                      </m:sSub>
                    </m:oMath>
                  </m:oMathPara>
                </a14:m>
                <a:endParaRPr lang="en-US" sz="2800" dirty="0"/>
              </a:p>
            </p:txBody>
          </p:sp>
        </mc:Choice>
        <mc:Fallback xmlns="">
          <p:sp>
            <p:nvSpPr>
              <p:cNvPr id="51" name="TextBox 50">
                <a:extLst>
                  <a:ext uri="{FF2B5EF4-FFF2-40B4-BE49-F238E27FC236}">
                    <a16:creationId xmlns:a16="http://schemas.microsoft.com/office/drawing/2014/main" id="{FAAA0DA2-1455-2E18-1C23-901380F98A31}"/>
                  </a:ext>
                </a:extLst>
              </p:cNvPr>
              <p:cNvSpPr txBox="1">
                <a:spLocks noRot="1" noChangeAspect="1" noMove="1" noResize="1" noEditPoints="1" noAdjustHandles="1" noChangeArrowheads="1" noChangeShapeType="1" noTextEdit="1"/>
              </p:cNvSpPr>
              <p:nvPr/>
            </p:nvSpPr>
            <p:spPr>
              <a:xfrm>
                <a:off x="3983576" y="917390"/>
                <a:ext cx="635559" cy="523220"/>
              </a:xfrm>
              <a:prstGeom prst="rect">
                <a:avLst/>
              </a:prstGeom>
              <a:blipFill>
                <a:blip r:embed="rId15"/>
                <a:stretch>
                  <a:fillRect/>
                </a:stretch>
              </a:blipFill>
            </p:spPr>
            <p:txBody>
              <a:bodyPr/>
              <a:lstStyle/>
              <a:p>
                <a:r>
                  <a:rPr lang="en-IN">
                    <a:noFill/>
                  </a:rPr>
                  <a:t> </a:t>
                </a:r>
              </a:p>
            </p:txBody>
          </p:sp>
        </mc:Fallback>
      </mc:AlternateContent>
      <p:cxnSp>
        <p:nvCxnSpPr>
          <p:cNvPr id="53" name="Straight Connector 52">
            <a:extLst>
              <a:ext uri="{FF2B5EF4-FFF2-40B4-BE49-F238E27FC236}">
                <a16:creationId xmlns:a16="http://schemas.microsoft.com/office/drawing/2014/main" id="{5D133F71-02D9-4734-3BE8-C3C896078C30}"/>
              </a:ext>
            </a:extLst>
          </p:cNvPr>
          <p:cNvCxnSpPr>
            <a:cxnSpLocks/>
            <a:stCxn id="2" idx="7"/>
            <a:endCxn id="38" idx="3"/>
          </p:cNvCxnSpPr>
          <p:nvPr/>
        </p:nvCxnSpPr>
        <p:spPr>
          <a:xfrm>
            <a:off x="1138546" y="1601931"/>
            <a:ext cx="3138167"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a:extLst>
              <a:ext uri="{FF2B5EF4-FFF2-40B4-BE49-F238E27FC236}">
                <a16:creationId xmlns:a16="http://schemas.microsoft.com/office/drawing/2014/main" id="{7F267768-CC18-CC68-A0E9-773A9DED4892}"/>
              </a:ext>
            </a:extLst>
          </p:cNvPr>
          <p:cNvCxnSpPr>
            <a:cxnSpLocks/>
            <a:endCxn id="37" idx="3"/>
          </p:cNvCxnSpPr>
          <p:nvPr/>
        </p:nvCxnSpPr>
        <p:spPr>
          <a:xfrm>
            <a:off x="1159634" y="1623019"/>
            <a:ext cx="2206101"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a:extLst>
              <a:ext uri="{FF2B5EF4-FFF2-40B4-BE49-F238E27FC236}">
                <a16:creationId xmlns:a16="http://schemas.microsoft.com/office/drawing/2014/main" id="{65EEF454-457B-3108-82B8-E862A16CF9D4}"/>
              </a:ext>
            </a:extLst>
          </p:cNvPr>
          <p:cNvCxnSpPr>
            <a:cxnSpLocks/>
            <a:stCxn id="4" idx="7"/>
            <a:endCxn id="36" idx="3"/>
          </p:cNvCxnSpPr>
          <p:nvPr/>
        </p:nvCxnSpPr>
        <p:spPr>
          <a:xfrm>
            <a:off x="1839841" y="1601931"/>
            <a:ext cx="751064"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a:extLst>
              <a:ext uri="{FF2B5EF4-FFF2-40B4-BE49-F238E27FC236}">
                <a16:creationId xmlns:a16="http://schemas.microsoft.com/office/drawing/2014/main" id="{31AE3270-1761-BA37-8402-B362EAB05FB5}"/>
              </a:ext>
            </a:extLst>
          </p:cNvPr>
          <p:cNvCxnSpPr>
            <a:cxnSpLocks/>
            <a:stCxn id="4" idx="7"/>
            <a:endCxn id="37" idx="3"/>
          </p:cNvCxnSpPr>
          <p:nvPr/>
        </p:nvCxnSpPr>
        <p:spPr>
          <a:xfrm>
            <a:off x="1839841" y="1601931"/>
            <a:ext cx="1525894"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CFFF090-FD7C-4183-DE20-F9FBD948C8CF}"/>
              </a:ext>
            </a:extLst>
          </p:cNvPr>
          <p:cNvCxnSpPr>
            <a:cxnSpLocks/>
            <a:stCxn id="6" idx="6"/>
            <a:endCxn id="38" idx="3"/>
          </p:cNvCxnSpPr>
          <p:nvPr/>
        </p:nvCxnSpPr>
        <p:spPr>
          <a:xfrm>
            <a:off x="2637967" y="1623019"/>
            <a:ext cx="1638746"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254E3167-2348-B311-E668-098D6BA017B8}"/>
              </a:ext>
            </a:extLst>
          </p:cNvPr>
          <p:cNvCxnSpPr>
            <a:cxnSpLocks/>
            <a:stCxn id="6" idx="6"/>
            <a:endCxn id="20" idx="2"/>
          </p:cNvCxnSpPr>
          <p:nvPr/>
        </p:nvCxnSpPr>
        <p:spPr>
          <a:xfrm flipH="1">
            <a:off x="1788929" y="1623019"/>
            <a:ext cx="849038" cy="14841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860A364E-3C56-9574-918D-01EDC71F0744}"/>
              </a:ext>
            </a:extLst>
          </p:cNvPr>
          <p:cNvCxnSpPr>
            <a:cxnSpLocks/>
            <a:stCxn id="8" idx="5"/>
            <a:endCxn id="20" idx="2"/>
          </p:cNvCxnSpPr>
          <p:nvPr/>
        </p:nvCxnSpPr>
        <p:spPr>
          <a:xfrm flipH="1">
            <a:off x="1788929" y="1601931"/>
            <a:ext cx="1576806"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CFD497CB-5418-213A-D9A1-8169F5D92122}"/>
              </a:ext>
            </a:extLst>
          </p:cNvPr>
          <p:cNvCxnSpPr>
            <a:cxnSpLocks/>
            <a:stCxn id="8" idx="5"/>
            <a:endCxn id="19" idx="1"/>
          </p:cNvCxnSpPr>
          <p:nvPr/>
        </p:nvCxnSpPr>
        <p:spPr>
          <a:xfrm flipH="1">
            <a:off x="1138546" y="1601931"/>
            <a:ext cx="2227189"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4D3BE4F0-DC7D-2F34-A478-AFA754614165}"/>
              </a:ext>
            </a:extLst>
          </p:cNvPr>
          <p:cNvCxnSpPr>
            <a:cxnSpLocks/>
            <a:stCxn id="17" idx="5"/>
            <a:endCxn id="19" idx="1"/>
          </p:cNvCxnSpPr>
          <p:nvPr/>
        </p:nvCxnSpPr>
        <p:spPr>
          <a:xfrm flipH="1">
            <a:off x="1138546" y="1601931"/>
            <a:ext cx="3138167"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769EF934-403E-192A-EFAC-9B87B25115A1}"/>
              </a:ext>
            </a:extLst>
          </p:cNvPr>
          <p:cNvCxnSpPr>
            <a:cxnSpLocks/>
            <a:stCxn id="17" idx="5"/>
            <a:endCxn id="36" idx="2"/>
          </p:cNvCxnSpPr>
          <p:nvPr/>
        </p:nvCxnSpPr>
        <p:spPr>
          <a:xfrm flipH="1">
            <a:off x="2641817" y="1601931"/>
            <a:ext cx="1634896"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6" name="Oval 65">
            <a:extLst>
              <a:ext uri="{FF2B5EF4-FFF2-40B4-BE49-F238E27FC236}">
                <a16:creationId xmlns:a16="http://schemas.microsoft.com/office/drawing/2014/main" id="{B0B79348-83A8-9F82-F75B-6E7DF2B6F3E0}"/>
              </a:ext>
            </a:extLst>
          </p:cNvPr>
          <p:cNvSpPr/>
          <p:nvPr/>
        </p:nvSpPr>
        <p:spPr>
          <a:xfrm rot="5400000">
            <a:off x="6835604" y="29842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7" name="Oval 66">
            <a:extLst>
              <a:ext uri="{FF2B5EF4-FFF2-40B4-BE49-F238E27FC236}">
                <a16:creationId xmlns:a16="http://schemas.microsoft.com/office/drawing/2014/main" id="{3048C79B-1514-0AD5-673A-9C3220FE43FC}"/>
              </a:ext>
            </a:extLst>
          </p:cNvPr>
          <p:cNvSpPr/>
          <p:nvPr/>
        </p:nvSpPr>
        <p:spPr>
          <a:xfrm rot="5400000">
            <a:off x="7536899" y="29842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9" name="Oval 68">
            <a:extLst>
              <a:ext uri="{FF2B5EF4-FFF2-40B4-BE49-F238E27FC236}">
                <a16:creationId xmlns:a16="http://schemas.microsoft.com/office/drawing/2014/main" id="{08D0B617-EBA5-F221-92D6-2FC486CAD6B1}"/>
              </a:ext>
            </a:extLst>
          </p:cNvPr>
          <p:cNvSpPr/>
          <p:nvPr/>
        </p:nvSpPr>
        <p:spPr>
          <a:xfrm rot="5400000">
            <a:off x="8385937" y="29842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0" name="Oval 69">
            <a:extLst>
              <a:ext uri="{FF2B5EF4-FFF2-40B4-BE49-F238E27FC236}">
                <a16:creationId xmlns:a16="http://schemas.microsoft.com/office/drawing/2014/main" id="{45A85C8C-DD3A-C06A-92FF-85370AECE486}"/>
              </a:ext>
            </a:extLst>
          </p:cNvPr>
          <p:cNvSpPr/>
          <p:nvPr/>
        </p:nvSpPr>
        <p:spPr>
          <a:xfrm rot="5400000">
            <a:off x="9164617" y="29842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1" name="Oval 70">
            <a:extLst>
              <a:ext uri="{FF2B5EF4-FFF2-40B4-BE49-F238E27FC236}">
                <a16:creationId xmlns:a16="http://schemas.microsoft.com/office/drawing/2014/main" id="{1E416050-0257-4E27-6594-556A0D0FF225}"/>
              </a:ext>
            </a:extLst>
          </p:cNvPr>
          <p:cNvSpPr/>
          <p:nvPr/>
        </p:nvSpPr>
        <p:spPr>
          <a:xfrm rot="5400000">
            <a:off x="10075595" y="29842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4508351-BDCD-7017-8020-F08D66F68064}"/>
                  </a:ext>
                </a:extLst>
              </p:cNvPr>
              <p:cNvSpPr txBox="1"/>
              <p:nvPr/>
            </p:nvSpPr>
            <p:spPr>
              <a:xfrm>
                <a:off x="6649601" y="2422593"/>
                <a:ext cx="62728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US" sz="2800" i="0" dirty="0" smtClean="0">
                              <a:latin typeface="Cambria Math" panose="02040503050406030204" pitchFamily="18" charset="0"/>
                            </a:rPr>
                            <m:t>1</m:t>
                          </m:r>
                        </m:sub>
                      </m:sSub>
                    </m:oMath>
                  </m:oMathPara>
                </a14:m>
                <a:endParaRPr lang="en-US" sz="2800" dirty="0"/>
              </a:p>
            </p:txBody>
          </p:sp>
        </mc:Choice>
        <mc:Fallback xmlns="">
          <p:sp>
            <p:nvSpPr>
              <p:cNvPr id="72" name="TextBox 71">
                <a:extLst>
                  <a:ext uri="{FF2B5EF4-FFF2-40B4-BE49-F238E27FC236}">
                    <a16:creationId xmlns:a16="http://schemas.microsoft.com/office/drawing/2014/main" id="{04508351-BDCD-7017-8020-F08D66F68064}"/>
                  </a:ext>
                </a:extLst>
              </p:cNvPr>
              <p:cNvSpPr txBox="1">
                <a:spLocks noRot="1" noChangeAspect="1" noMove="1" noResize="1" noEditPoints="1" noAdjustHandles="1" noChangeArrowheads="1" noChangeShapeType="1" noTextEdit="1"/>
              </p:cNvSpPr>
              <p:nvPr/>
            </p:nvSpPr>
            <p:spPr>
              <a:xfrm>
                <a:off x="6649601" y="2422593"/>
                <a:ext cx="627287" cy="523220"/>
              </a:xfrm>
              <a:prstGeom prst="rect">
                <a:avLst/>
              </a:prstGeom>
              <a:blipFill>
                <a:blip r:embed="rId16"/>
                <a:stretch>
                  <a:fillRect/>
                </a:stretch>
              </a:blipFill>
            </p:spPr>
            <p:txBody>
              <a:bodyPr/>
              <a:lstStyle/>
              <a:p>
                <a:r>
                  <a:rPr lang="en-IN">
                    <a:noFill/>
                  </a:rPr>
                  <a:t> </a:t>
                </a:r>
              </a:p>
            </p:txBody>
          </p:sp>
        </mc:Fallback>
      </mc:AlternateContent>
      <p:sp>
        <p:nvSpPr>
          <p:cNvPr id="73" name="Oval 72">
            <a:extLst>
              <a:ext uri="{FF2B5EF4-FFF2-40B4-BE49-F238E27FC236}">
                <a16:creationId xmlns:a16="http://schemas.microsoft.com/office/drawing/2014/main" id="{18346E06-67B3-F41F-F867-ED201C7C3D19}"/>
              </a:ext>
            </a:extLst>
          </p:cNvPr>
          <p:cNvSpPr/>
          <p:nvPr/>
        </p:nvSpPr>
        <p:spPr>
          <a:xfrm rot="5400000">
            <a:off x="6835604" y="46123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4" name="Oval 73">
            <a:extLst>
              <a:ext uri="{FF2B5EF4-FFF2-40B4-BE49-F238E27FC236}">
                <a16:creationId xmlns:a16="http://schemas.microsoft.com/office/drawing/2014/main" id="{DE8F87FD-31DD-4E61-515D-C1D8DC5951BB}"/>
              </a:ext>
            </a:extLst>
          </p:cNvPr>
          <p:cNvSpPr/>
          <p:nvPr/>
        </p:nvSpPr>
        <p:spPr>
          <a:xfrm rot="5400000">
            <a:off x="7536899" y="46123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5" name="Oval 74">
            <a:extLst>
              <a:ext uri="{FF2B5EF4-FFF2-40B4-BE49-F238E27FC236}">
                <a16:creationId xmlns:a16="http://schemas.microsoft.com/office/drawing/2014/main" id="{59213241-C9F2-C1CD-D6D1-72A13FC97003}"/>
              </a:ext>
            </a:extLst>
          </p:cNvPr>
          <p:cNvSpPr/>
          <p:nvPr/>
        </p:nvSpPr>
        <p:spPr>
          <a:xfrm rot="5400000">
            <a:off x="8389787" y="46123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6" name="Oval 75">
            <a:extLst>
              <a:ext uri="{FF2B5EF4-FFF2-40B4-BE49-F238E27FC236}">
                <a16:creationId xmlns:a16="http://schemas.microsoft.com/office/drawing/2014/main" id="{1B813147-EDA1-330C-4883-98B9433675F4}"/>
              </a:ext>
            </a:extLst>
          </p:cNvPr>
          <p:cNvSpPr/>
          <p:nvPr/>
        </p:nvSpPr>
        <p:spPr>
          <a:xfrm rot="5400000">
            <a:off x="9164617" y="46123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7" name="Oval 76">
            <a:extLst>
              <a:ext uri="{FF2B5EF4-FFF2-40B4-BE49-F238E27FC236}">
                <a16:creationId xmlns:a16="http://schemas.microsoft.com/office/drawing/2014/main" id="{05CFCAC7-DF14-BF36-AC4E-E289368BD18A}"/>
              </a:ext>
            </a:extLst>
          </p:cNvPr>
          <p:cNvSpPr/>
          <p:nvPr/>
        </p:nvSpPr>
        <p:spPr>
          <a:xfrm rot="5400000">
            <a:off x="10075595" y="46123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649EB8F4-EE85-A7F9-775F-F00C410A39AE}"/>
                  </a:ext>
                </a:extLst>
              </p:cNvPr>
              <p:cNvSpPr txBox="1"/>
              <p:nvPr/>
            </p:nvSpPr>
            <p:spPr>
              <a:xfrm>
                <a:off x="6677434" y="4672593"/>
                <a:ext cx="62568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US" sz="2800" i="1" dirty="0" smtClean="0">
                              <a:latin typeface="Cambria Math" panose="02040503050406030204" pitchFamily="18" charset="0"/>
                            </a:rPr>
                            <m:t>1</m:t>
                          </m:r>
                        </m:sub>
                      </m:sSub>
                    </m:oMath>
                  </m:oMathPara>
                </a14:m>
                <a:endParaRPr lang="en-US" sz="2800" dirty="0"/>
              </a:p>
            </p:txBody>
          </p:sp>
        </mc:Choice>
        <mc:Fallback xmlns="">
          <p:sp>
            <p:nvSpPr>
              <p:cNvPr id="78" name="TextBox 77">
                <a:extLst>
                  <a:ext uri="{FF2B5EF4-FFF2-40B4-BE49-F238E27FC236}">
                    <a16:creationId xmlns:a16="http://schemas.microsoft.com/office/drawing/2014/main" id="{649EB8F4-EE85-A7F9-775F-F00C410A39AE}"/>
                  </a:ext>
                </a:extLst>
              </p:cNvPr>
              <p:cNvSpPr txBox="1">
                <a:spLocks noRot="1" noChangeAspect="1" noMove="1" noResize="1" noEditPoints="1" noAdjustHandles="1" noChangeArrowheads="1" noChangeShapeType="1" noTextEdit="1"/>
              </p:cNvSpPr>
              <p:nvPr/>
            </p:nvSpPr>
            <p:spPr>
              <a:xfrm>
                <a:off x="6677434" y="4672593"/>
                <a:ext cx="625684"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86019CA-5C4A-9462-A86F-BB1B90A820D8}"/>
                  </a:ext>
                </a:extLst>
              </p:cNvPr>
              <p:cNvSpPr txBox="1"/>
              <p:nvPr/>
            </p:nvSpPr>
            <p:spPr>
              <a:xfrm>
                <a:off x="7444327" y="4672593"/>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2</m:t>
                          </m:r>
                        </m:sub>
                      </m:sSub>
                    </m:oMath>
                  </m:oMathPara>
                </a14:m>
                <a:endParaRPr lang="en-US" sz="2800" dirty="0"/>
              </a:p>
            </p:txBody>
          </p:sp>
        </mc:Choice>
        <mc:Fallback xmlns="">
          <p:sp>
            <p:nvSpPr>
              <p:cNvPr id="79" name="TextBox 78">
                <a:extLst>
                  <a:ext uri="{FF2B5EF4-FFF2-40B4-BE49-F238E27FC236}">
                    <a16:creationId xmlns:a16="http://schemas.microsoft.com/office/drawing/2014/main" id="{B86019CA-5C4A-9462-A86F-BB1B90A820D8}"/>
                  </a:ext>
                </a:extLst>
              </p:cNvPr>
              <p:cNvSpPr txBox="1">
                <a:spLocks noRot="1" noChangeAspect="1" noMove="1" noResize="1" noEditPoints="1" noAdjustHandles="1" noChangeArrowheads="1" noChangeShapeType="1" noTextEdit="1"/>
              </p:cNvSpPr>
              <p:nvPr/>
            </p:nvSpPr>
            <p:spPr>
              <a:xfrm>
                <a:off x="7444327" y="4672593"/>
                <a:ext cx="633955"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1928190-788A-198B-271B-13289D7FA660}"/>
                  </a:ext>
                </a:extLst>
              </p:cNvPr>
              <p:cNvSpPr txBox="1"/>
              <p:nvPr/>
            </p:nvSpPr>
            <p:spPr>
              <a:xfrm>
                <a:off x="8225215" y="4678119"/>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3</m:t>
                          </m:r>
                        </m:sub>
                      </m:sSub>
                    </m:oMath>
                  </m:oMathPara>
                </a14:m>
                <a:endParaRPr lang="en-US" sz="2800" dirty="0"/>
              </a:p>
            </p:txBody>
          </p:sp>
        </mc:Choice>
        <mc:Fallback xmlns="">
          <p:sp>
            <p:nvSpPr>
              <p:cNvPr id="80" name="TextBox 79">
                <a:extLst>
                  <a:ext uri="{FF2B5EF4-FFF2-40B4-BE49-F238E27FC236}">
                    <a16:creationId xmlns:a16="http://schemas.microsoft.com/office/drawing/2014/main" id="{11928190-788A-198B-271B-13289D7FA660}"/>
                  </a:ext>
                </a:extLst>
              </p:cNvPr>
              <p:cNvSpPr txBox="1">
                <a:spLocks noRot="1" noChangeAspect="1" noMove="1" noResize="1" noEditPoints="1" noAdjustHandles="1" noChangeArrowheads="1" noChangeShapeType="1" noTextEdit="1"/>
              </p:cNvSpPr>
              <p:nvPr/>
            </p:nvSpPr>
            <p:spPr>
              <a:xfrm>
                <a:off x="8225215" y="4678119"/>
                <a:ext cx="633955"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256673D1-2678-A96D-8AE0-0A23BD5C1613}"/>
                  </a:ext>
                </a:extLst>
              </p:cNvPr>
              <p:cNvSpPr txBox="1"/>
              <p:nvPr/>
            </p:nvSpPr>
            <p:spPr>
              <a:xfrm>
                <a:off x="9006117" y="4677613"/>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4</m:t>
                          </m:r>
                        </m:sub>
                      </m:sSub>
                    </m:oMath>
                  </m:oMathPara>
                </a14:m>
                <a:endParaRPr lang="en-US" sz="2800" dirty="0"/>
              </a:p>
            </p:txBody>
          </p:sp>
        </mc:Choice>
        <mc:Fallback xmlns="">
          <p:sp>
            <p:nvSpPr>
              <p:cNvPr id="81" name="TextBox 80">
                <a:extLst>
                  <a:ext uri="{FF2B5EF4-FFF2-40B4-BE49-F238E27FC236}">
                    <a16:creationId xmlns:a16="http://schemas.microsoft.com/office/drawing/2014/main" id="{256673D1-2678-A96D-8AE0-0A23BD5C1613}"/>
                  </a:ext>
                </a:extLst>
              </p:cNvPr>
              <p:cNvSpPr txBox="1">
                <a:spLocks noRot="1" noChangeAspect="1" noMove="1" noResize="1" noEditPoints="1" noAdjustHandles="1" noChangeArrowheads="1" noChangeShapeType="1" noTextEdit="1"/>
              </p:cNvSpPr>
              <p:nvPr/>
            </p:nvSpPr>
            <p:spPr>
              <a:xfrm>
                <a:off x="9006117" y="4677613"/>
                <a:ext cx="633955"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07E658C-9D65-9C3A-C2A8-9D74F2E887D7}"/>
                  </a:ext>
                </a:extLst>
              </p:cNvPr>
              <p:cNvSpPr txBox="1"/>
              <p:nvPr/>
            </p:nvSpPr>
            <p:spPr>
              <a:xfrm>
                <a:off x="9911023" y="4672593"/>
                <a:ext cx="633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𝑎</m:t>
                          </m:r>
                        </m:e>
                        <m:sub>
                          <m:r>
                            <a:rPr lang="en-IN" sz="2800" b="0" i="1" dirty="0" smtClean="0">
                              <a:latin typeface="Cambria Math" panose="02040503050406030204" pitchFamily="18" charset="0"/>
                            </a:rPr>
                            <m:t>5</m:t>
                          </m:r>
                        </m:sub>
                      </m:sSub>
                    </m:oMath>
                  </m:oMathPara>
                </a14:m>
                <a:endParaRPr lang="en-US" sz="2800" dirty="0"/>
              </a:p>
            </p:txBody>
          </p:sp>
        </mc:Choice>
        <mc:Fallback xmlns="">
          <p:sp>
            <p:nvSpPr>
              <p:cNvPr id="82" name="TextBox 81">
                <a:extLst>
                  <a:ext uri="{FF2B5EF4-FFF2-40B4-BE49-F238E27FC236}">
                    <a16:creationId xmlns:a16="http://schemas.microsoft.com/office/drawing/2014/main" id="{507E658C-9D65-9C3A-C2A8-9D74F2E887D7}"/>
                  </a:ext>
                </a:extLst>
              </p:cNvPr>
              <p:cNvSpPr txBox="1">
                <a:spLocks noRot="1" noChangeAspect="1" noMove="1" noResize="1" noEditPoints="1" noAdjustHandles="1" noChangeArrowheads="1" noChangeShapeType="1" noTextEdit="1"/>
              </p:cNvSpPr>
              <p:nvPr/>
            </p:nvSpPr>
            <p:spPr>
              <a:xfrm>
                <a:off x="9911023" y="4672593"/>
                <a:ext cx="633955"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699C6CB8-1627-8CAF-396E-A92D18BE9867}"/>
                  </a:ext>
                </a:extLst>
              </p:cNvPr>
              <p:cNvSpPr txBox="1"/>
              <p:nvPr/>
            </p:nvSpPr>
            <p:spPr>
              <a:xfrm>
                <a:off x="7324034" y="2422593"/>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2</m:t>
                          </m:r>
                        </m:sub>
                      </m:sSub>
                    </m:oMath>
                  </m:oMathPara>
                </a14:m>
                <a:endParaRPr lang="en-US" sz="2800" dirty="0"/>
              </a:p>
            </p:txBody>
          </p:sp>
        </mc:Choice>
        <mc:Fallback xmlns="">
          <p:sp>
            <p:nvSpPr>
              <p:cNvPr id="83" name="TextBox 82">
                <a:extLst>
                  <a:ext uri="{FF2B5EF4-FFF2-40B4-BE49-F238E27FC236}">
                    <a16:creationId xmlns:a16="http://schemas.microsoft.com/office/drawing/2014/main" id="{699C6CB8-1627-8CAF-396E-A92D18BE9867}"/>
                  </a:ext>
                </a:extLst>
              </p:cNvPr>
              <p:cNvSpPr txBox="1">
                <a:spLocks noRot="1" noChangeAspect="1" noMove="1" noResize="1" noEditPoints="1" noAdjustHandles="1" noChangeArrowheads="1" noChangeShapeType="1" noTextEdit="1"/>
              </p:cNvSpPr>
              <p:nvPr/>
            </p:nvSpPr>
            <p:spPr>
              <a:xfrm>
                <a:off x="7324034" y="2422593"/>
                <a:ext cx="635559"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CA088949-E6EB-D7B3-50E6-1A727FFAA5BF}"/>
                  </a:ext>
                </a:extLst>
              </p:cNvPr>
              <p:cNvSpPr txBox="1"/>
              <p:nvPr/>
            </p:nvSpPr>
            <p:spPr>
              <a:xfrm>
                <a:off x="8150538" y="2422593"/>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3</m:t>
                          </m:r>
                        </m:sub>
                      </m:sSub>
                    </m:oMath>
                  </m:oMathPara>
                </a14:m>
                <a:endParaRPr lang="en-US" sz="2800" dirty="0"/>
              </a:p>
            </p:txBody>
          </p:sp>
        </mc:Choice>
        <mc:Fallback xmlns="">
          <p:sp>
            <p:nvSpPr>
              <p:cNvPr id="84" name="TextBox 83">
                <a:extLst>
                  <a:ext uri="{FF2B5EF4-FFF2-40B4-BE49-F238E27FC236}">
                    <a16:creationId xmlns:a16="http://schemas.microsoft.com/office/drawing/2014/main" id="{CA088949-E6EB-D7B3-50E6-1A727FFAA5BF}"/>
                  </a:ext>
                </a:extLst>
              </p:cNvPr>
              <p:cNvSpPr txBox="1">
                <a:spLocks noRot="1" noChangeAspect="1" noMove="1" noResize="1" noEditPoints="1" noAdjustHandles="1" noChangeArrowheads="1" noChangeShapeType="1" noTextEdit="1"/>
              </p:cNvSpPr>
              <p:nvPr/>
            </p:nvSpPr>
            <p:spPr>
              <a:xfrm>
                <a:off x="8150538" y="2422593"/>
                <a:ext cx="635559"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5F2E7B3C-93C8-A81D-BCFD-793B0FBA6696}"/>
                  </a:ext>
                </a:extLst>
              </p:cNvPr>
              <p:cNvSpPr txBox="1"/>
              <p:nvPr/>
            </p:nvSpPr>
            <p:spPr>
              <a:xfrm>
                <a:off x="8977042" y="2422593"/>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4</m:t>
                          </m:r>
                        </m:sub>
                      </m:sSub>
                    </m:oMath>
                  </m:oMathPara>
                </a14:m>
                <a:endParaRPr lang="en-US" sz="2800" dirty="0"/>
              </a:p>
            </p:txBody>
          </p:sp>
        </mc:Choice>
        <mc:Fallback xmlns="">
          <p:sp>
            <p:nvSpPr>
              <p:cNvPr id="85" name="TextBox 84">
                <a:extLst>
                  <a:ext uri="{FF2B5EF4-FFF2-40B4-BE49-F238E27FC236}">
                    <a16:creationId xmlns:a16="http://schemas.microsoft.com/office/drawing/2014/main" id="{5F2E7B3C-93C8-A81D-BCFD-793B0FBA6696}"/>
                  </a:ext>
                </a:extLst>
              </p:cNvPr>
              <p:cNvSpPr txBox="1">
                <a:spLocks noRot="1" noChangeAspect="1" noMove="1" noResize="1" noEditPoints="1" noAdjustHandles="1" noChangeArrowheads="1" noChangeShapeType="1" noTextEdit="1"/>
              </p:cNvSpPr>
              <p:nvPr/>
            </p:nvSpPr>
            <p:spPr>
              <a:xfrm>
                <a:off x="8977042" y="2422593"/>
                <a:ext cx="635559"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FB090908-D1A4-5423-2322-E962F75E7AF4}"/>
                  </a:ext>
                </a:extLst>
              </p:cNvPr>
              <p:cNvSpPr txBox="1"/>
              <p:nvPr/>
            </p:nvSpPr>
            <p:spPr>
              <a:xfrm>
                <a:off x="9803546" y="2422593"/>
                <a:ext cx="6355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a:rPr lang="en-IN" sz="2800" b="0" i="0" dirty="0" smtClean="0">
                              <a:latin typeface="Cambria Math" panose="02040503050406030204" pitchFamily="18" charset="0"/>
                            </a:rPr>
                            <m:t>5</m:t>
                          </m:r>
                        </m:sub>
                      </m:sSub>
                    </m:oMath>
                  </m:oMathPara>
                </a14:m>
                <a:endParaRPr lang="en-US" sz="2800" dirty="0"/>
              </a:p>
            </p:txBody>
          </p:sp>
        </mc:Choice>
        <mc:Fallback xmlns="">
          <p:sp>
            <p:nvSpPr>
              <p:cNvPr id="86" name="TextBox 85">
                <a:extLst>
                  <a:ext uri="{FF2B5EF4-FFF2-40B4-BE49-F238E27FC236}">
                    <a16:creationId xmlns:a16="http://schemas.microsoft.com/office/drawing/2014/main" id="{FB090908-D1A4-5423-2322-E962F75E7AF4}"/>
                  </a:ext>
                </a:extLst>
              </p:cNvPr>
              <p:cNvSpPr txBox="1">
                <a:spLocks noRot="1" noChangeAspect="1" noMove="1" noResize="1" noEditPoints="1" noAdjustHandles="1" noChangeArrowheads="1" noChangeShapeType="1" noTextEdit="1"/>
              </p:cNvSpPr>
              <p:nvPr/>
            </p:nvSpPr>
            <p:spPr>
              <a:xfrm>
                <a:off x="9803546" y="2422593"/>
                <a:ext cx="635559" cy="523220"/>
              </a:xfrm>
              <a:prstGeom prst="rect">
                <a:avLst/>
              </a:prstGeom>
              <a:blipFill>
                <a:blip r:embed="rId25"/>
                <a:stretch>
                  <a:fillRect/>
                </a:stretch>
              </a:blipFill>
            </p:spPr>
            <p:txBody>
              <a:bodyPr/>
              <a:lstStyle/>
              <a:p>
                <a:r>
                  <a:rPr lang="en-IN">
                    <a:noFill/>
                  </a:rPr>
                  <a:t> </a:t>
                </a:r>
              </a:p>
            </p:txBody>
          </p:sp>
        </mc:Fallback>
      </mc:AlternateContent>
      <p:cxnSp>
        <p:nvCxnSpPr>
          <p:cNvPr id="87" name="Straight Connector 86">
            <a:extLst>
              <a:ext uri="{FF2B5EF4-FFF2-40B4-BE49-F238E27FC236}">
                <a16:creationId xmlns:a16="http://schemas.microsoft.com/office/drawing/2014/main" id="{E098E5F5-380B-45EE-BB5D-8746D85E9B42}"/>
              </a:ext>
            </a:extLst>
          </p:cNvPr>
          <p:cNvCxnSpPr>
            <a:cxnSpLocks/>
            <a:stCxn id="66" idx="7"/>
            <a:endCxn id="77" idx="3"/>
          </p:cNvCxnSpPr>
          <p:nvPr/>
        </p:nvCxnSpPr>
        <p:spPr>
          <a:xfrm>
            <a:off x="6958516" y="3107134"/>
            <a:ext cx="3138167"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8" name="Straight Connector 87">
            <a:extLst>
              <a:ext uri="{FF2B5EF4-FFF2-40B4-BE49-F238E27FC236}">
                <a16:creationId xmlns:a16="http://schemas.microsoft.com/office/drawing/2014/main" id="{D750C231-CCA1-EE57-11C7-282845C040AA}"/>
              </a:ext>
            </a:extLst>
          </p:cNvPr>
          <p:cNvCxnSpPr>
            <a:cxnSpLocks/>
            <a:endCxn id="76" idx="3"/>
          </p:cNvCxnSpPr>
          <p:nvPr/>
        </p:nvCxnSpPr>
        <p:spPr>
          <a:xfrm>
            <a:off x="6979604" y="3128222"/>
            <a:ext cx="2206101"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Straight Connector 88">
            <a:extLst>
              <a:ext uri="{FF2B5EF4-FFF2-40B4-BE49-F238E27FC236}">
                <a16:creationId xmlns:a16="http://schemas.microsoft.com/office/drawing/2014/main" id="{2CD59374-3E10-FBA3-62A0-C8A0F564465A}"/>
              </a:ext>
            </a:extLst>
          </p:cNvPr>
          <p:cNvCxnSpPr>
            <a:cxnSpLocks/>
            <a:stCxn id="67" idx="7"/>
            <a:endCxn id="75" idx="3"/>
          </p:cNvCxnSpPr>
          <p:nvPr/>
        </p:nvCxnSpPr>
        <p:spPr>
          <a:xfrm>
            <a:off x="7659811" y="3107134"/>
            <a:ext cx="751064"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0" name="Straight Connector 89">
            <a:extLst>
              <a:ext uri="{FF2B5EF4-FFF2-40B4-BE49-F238E27FC236}">
                <a16:creationId xmlns:a16="http://schemas.microsoft.com/office/drawing/2014/main" id="{1754147A-8FA2-2CDB-8017-2FC582368C02}"/>
              </a:ext>
            </a:extLst>
          </p:cNvPr>
          <p:cNvCxnSpPr>
            <a:cxnSpLocks/>
            <a:stCxn id="67" idx="7"/>
            <a:endCxn id="76" idx="3"/>
          </p:cNvCxnSpPr>
          <p:nvPr/>
        </p:nvCxnSpPr>
        <p:spPr>
          <a:xfrm>
            <a:off x="7659811" y="3107134"/>
            <a:ext cx="1525894"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A61DB328-9571-496A-BCB4-B4E1B25864BC}"/>
              </a:ext>
            </a:extLst>
          </p:cNvPr>
          <p:cNvCxnSpPr>
            <a:cxnSpLocks/>
            <a:stCxn id="69" idx="6"/>
            <a:endCxn id="77" idx="3"/>
          </p:cNvCxnSpPr>
          <p:nvPr/>
        </p:nvCxnSpPr>
        <p:spPr>
          <a:xfrm>
            <a:off x="8457937" y="3128222"/>
            <a:ext cx="1638746"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E3F14200-C465-22DF-0068-3C00684C52BF}"/>
              </a:ext>
            </a:extLst>
          </p:cNvPr>
          <p:cNvCxnSpPr>
            <a:cxnSpLocks/>
            <a:stCxn id="69" idx="6"/>
            <a:endCxn id="74" idx="2"/>
          </p:cNvCxnSpPr>
          <p:nvPr/>
        </p:nvCxnSpPr>
        <p:spPr>
          <a:xfrm flipH="1">
            <a:off x="7608899" y="3128222"/>
            <a:ext cx="849038" cy="14841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60B61722-34DC-BFFA-DA79-A334BC77F25B}"/>
              </a:ext>
            </a:extLst>
          </p:cNvPr>
          <p:cNvCxnSpPr>
            <a:cxnSpLocks/>
            <a:stCxn id="70" idx="5"/>
            <a:endCxn id="74" idx="2"/>
          </p:cNvCxnSpPr>
          <p:nvPr/>
        </p:nvCxnSpPr>
        <p:spPr>
          <a:xfrm flipH="1">
            <a:off x="7608899" y="3107134"/>
            <a:ext cx="1576806"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4" name="Straight Connector 93">
            <a:extLst>
              <a:ext uri="{FF2B5EF4-FFF2-40B4-BE49-F238E27FC236}">
                <a16:creationId xmlns:a16="http://schemas.microsoft.com/office/drawing/2014/main" id="{A056A98F-B37B-BF6C-5E63-4E46D46A4121}"/>
              </a:ext>
            </a:extLst>
          </p:cNvPr>
          <p:cNvCxnSpPr>
            <a:cxnSpLocks/>
            <a:stCxn id="70" idx="5"/>
            <a:endCxn id="73" idx="1"/>
          </p:cNvCxnSpPr>
          <p:nvPr/>
        </p:nvCxnSpPr>
        <p:spPr>
          <a:xfrm flipH="1">
            <a:off x="6958516" y="3107134"/>
            <a:ext cx="2227189"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Straight Connector 94">
            <a:extLst>
              <a:ext uri="{FF2B5EF4-FFF2-40B4-BE49-F238E27FC236}">
                <a16:creationId xmlns:a16="http://schemas.microsoft.com/office/drawing/2014/main" id="{B136D38C-5ADC-6DE5-B9C6-A91EAC4F5010}"/>
              </a:ext>
            </a:extLst>
          </p:cNvPr>
          <p:cNvCxnSpPr>
            <a:cxnSpLocks/>
            <a:stCxn id="71" idx="5"/>
            <a:endCxn id="73" idx="1"/>
          </p:cNvCxnSpPr>
          <p:nvPr/>
        </p:nvCxnSpPr>
        <p:spPr>
          <a:xfrm flipH="1">
            <a:off x="6958516" y="3107134"/>
            <a:ext cx="3138167" cy="152629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C54938E9-BC5A-F7C4-C3A6-256DF99BBF4E}"/>
              </a:ext>
            </a:extLst>
          </p:cNvPr>
          <p:cNvCxnSpPr>
            <a:cxnSpLocks/>
            <a:stCxn id="71" idx="5"/>
            <a:endCxn id="75" idx="2"/>
          </p:cNvCxnSpPr>
          <p:nvPr/>
        </p:nvCxnSpPr>
        <p:spPr>
          <a:xfrm flipH="1">
            <a:off x="8461787" y="3107134"/>
            <a:ext cx="1634896" cy="150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127" name="Table 126">
            <a:extLst>
              <a:ext uri="{FF2B5EF4-FFF2-40B4-BE49-F238E27FC236}">
                <a16:creationId xmlns:a16="http://schemas.microsoft.com/office/drawing/2014/main" id="{E44554AB-186B-1BC8-173F-4992174DAC0C}"/>
              </a:ext>
            </a:extLst>
          </p:cNvPr>
          <p:cNvGraphicFramePr>
            <a:graphicFrameLocks noGrp="1"/>
          </p:cNvGraphicFramePr>
          <p:nvPr>
            <p:extLst>
              <p:ext uri="{D42A27DB-BD31-4B8C-83A1-F6EECF244321}">
                <p14:modId xmlns:p14="http://schemas.microsoft.com/office/powerpoint/2010/main" val="2700936019"/>
              </p:ext>
            </p:extLst>
          </p:nvPr>
        </p:nvGraphicFramePr>
        <p:xfrm>
          <a:off x="1191000" y="5494192"/>
          <a:ext cx="3330001" cy="370840"/>
        </p:xfrm>
        <a:graphic>
          <a:graphicData uri="http://schemas.openxmlformats.org/drawingml/2006/table">
            <a:tbl>
              <a:tblPr firstRow="1" bandRow="1">
                <a:tableStyleId>{5940675A-B579-460E-94D1-54222C63F5DA}</a:tableStyleId>
              </a:tblPr>
              <a:tblGrid>
                <a:gridCol w="688414">
                  <a:extLst>
                    <a:ext uri="{9D8B030D-6E8A-4147-A177-3AD203B41FA5}">
                      <a16:colId xmlns:a16="http://schemas.microsoft.com/office/drawing/2014/main" val="219468191"/>
                    </a:ext>
                  </a:extLst>
                </a:gridCol>
                <a:gridCol w="626817">
                  <a:extLst>
                    <a:ext uri="{9D8B030D-6E8A-4147-A177-3AD203B41FA5}">
                      <a16:colId xmlns:a16="http://schemas.microsoft.com/office/drawing/2014/main" val="3590920476"/>
                    </a:ext>
                  </a:extLst>
                </a:gridCol>
                <a:gridCol w="671590">
                  <a:extLst>
                    <a:ext uri="{9D8B030D-6E8A-4147-A177-3AD203B41FA5}">
                      <a16:colId xmlns:a16="http://schemas.microsoft.com/office/drawing/2014/main" val="2580085848"/>
                    </a:ext>
                  </a:extLst>
                </a:gridCol>
                <a:gridCol w="671590">
                  <a:extLst>
                    <a:ext uri="{9D8B030D-6E8A-4147-A177-3AD203B41FA5}">
                      <a16:colId xmlns:a16="http://schemas.microsoft.com/office/drawing/2014/main" val="2470255007"/>
                    </a:ext>
                  </a:extLst>
                </a:gridCol>
                <a:gridCol w="671590">
                  <a:extLst>
                    <a:ext uri="{9D8B030D-6E8A-4147-A177-3AD203B41FA5}">
                      <a16:colId xmlns:a16="http://schemas.microsoft.com/office/drawing/2014/main" val="4278536275"/>
                    </a:ext>
                  </a:extLst>
                </a:gridCol>
              </a:tblGrid>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00166050"/>
                  </a:ext>
                </a:extLst>
              </a:tr>
            </a:tbl>
          </a:graphicData>
        </a:graphic>
      </p:graphicFrame>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8AB35B03-9341-25AC-E864-A689238EEB6A}"/>
                  </a:ext>
                </a:extLst>
              </p:cNvPr>
              <p:cNvSpPr txBox="1"/>
              <p:nvPr/>
            </p:nvSpPr>
            <p:spPr>
              <a:xfrm>
                <a:off x="1257072" y="5371118"/>
                <a:ext cx="459858"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IN" sz="2800" b="0" i="1" dirty="0" smtClean="0">
                              <a:latin typeface="Cambria Math" panose="02040503050406030204" pitchFamily="18" charset="0"/>
                            </a:rPr>
                            <m:t>4</m:t>
                          </m:r>
                        </m:sub>
                      </m:sSub>
                    </m:oMath>
                  </m:oMathPara>
                </a14:m>
                <a:endParaRPr lang="en-US" sz="2800" dirty="0"/>
              </a:p>
            </p:txBody>
          </p:sp>
        </mc:Choice>
        <mc:Fallback xmlns="">
          <p:sp>
            <p:nvSpPr>
              <p:cNvPr id="129" name="TextBox 128">
                <a:extLst>
                  <a:ext uri="{FF2B5EF4-FFF2-40B4-BE49-F238E27FC236}">
                    <a16:creationId xmlns:a16="http://schemas.microsoft.com/office/drawing/2014/main" id="{8AB35B03-9341-25AC-E864-A689238EEB6A}"/>
                  </a:ext>
                </a:extLst>
              </p:cNvPr>
              <p:cNvSpPr txBox="1">
                <a:spLocks noRot="1" noChangeAspect="1" noMove="1" noResize="1" noEditPoints="1" noAdjustHandles="1" noChangeArrowheads="1" noChangeShapeType="1" noTextEdit="1"/>
              </p:cNvSpPr>
              <p:nvPr/>
            </p:nvSpPr>
            <p:spPr>
              <a:xfrm>
                <a:off x="1257072" y="5371118"/>
                <a:ext cx="459858"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EF644F48-64C2-3BC0-E7BA-1824D4BC75C2}"/>
                  </a:ext>
                </a:extLst>
              </p:cNvPr>
              <p:cNvSpPr txBox="1"/>
              <p:nvPr/>
            </p:nvSpPr>
            <p:spPr>
              <a:xfrm>
                <a:off x="1921982" y="5371118"/>
                <a:ext cx="51654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IN" sz="2800" b="0" i="1" dirty="0" smtClean="0">
                              <a:latin typeface="Cambria Math" panose="02040503050406030204" pitchFamily="18" charset="0"/>
                            </a:rPr>
                            <m:t>3</m:t>
                          </m:r>
                        </m:sub>
                      </m:sSub>
                    </m:oMath>
                  </m:oMathPara>
                </a14:m>
                <a:endParaRPr lang="en-US" sz="2800" dirty="0"/>
              </a:p>
            </p:txBody>
          </p:sp>
        </mc:Choice>
        <mc:Fallback xmlns="">
          <p:sp>
            <p:nvSpPr>
              <p:cNvPr id="130" name="TextBox 129">
                <a:extLst>
                  <a:ext uri="{FF2B5EF4-FFF2-40B4-BE49-F238E27FC236}">
                    <a16:creationId xmlns:a16="http://schemas.microsoft.com/office/drawing/2014/main" id="{EF644F48-64C2-3BC0-E7BA-1824D4BC75C2}"/>
                  </a:ext>
                </a:extLst>
              </p:cNvPr>
              <p:cNvSpPr txBox="1">
                <a:spLocks noRot="1" noChangeAspect="1" noMove="1" noResize="1" noEditPoints="1" noAdjustHandles="1" noChangeArrowheads="1" noChangeShapeType="1" noTextEdit="1"/>
              </p:cNvSpPr>
              <p:nvPr/>
            </p:nvSpPr>
            <p:spPr>
              <a:xfrm>
                <a:off x="1921982" y="5371118"/>
                <a:ext cx="516544"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A0D53BD7-2E26-947E-DC2A-4CF27C834AA2}"/>
                  </a:ext>
                </a:extLst>
              </p:cNvPr>
              <p:cNvSpPr txBox="1"/>
              <p:nvPr/>
            </p:nvSpPr>
            <p:spPr>
              <a:xfrm>
                <a:off x="2572849" y="5371118"/>
                <a:ext cx="46635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IN" sz="2800" b="0" i="1" dirty="0" smtClean="0">
                              <a:latin typeface="Cambria Math" panose="02040503050406030204" pitchFamily="18" charset="0"/>
                            </a:rPr>
                            <m:t>5</m:t>
                          </m:r>
                        </m:sub>
                      </m:sSub>
                    </m:oMath>
                  </m:oMathPara>
                </a14:m>
                <a:endParaRPr lang="en-US" sz="2800" dirty="0"/>
              </a:p>
            </p:txBody>
          </p:sp>
        </mc:Choice>
        <mc:Fallback xmlns="">
          <p:sp>
            <p:nvSpPr>
              <p:cNvPr id="131" name="TextBox 130">
                <a:extLst>
                  <a:ext uri="{FF2B5EF4-FFF2-40B4-BE49-F238E27FC236}">
                    <a16:creationId xmlns:a16="http://schemas.microsoft.com/office/drawing/2014/main" id="{A0D53BD7-2E26-947E-DC2A-4CF27C834AA2}"/>
                  </a:ext>
                </a:extLst>
              </p:cNvPr>
              <p:cNvSpPr txBox="1">
                <a:spLocks noRot="1" noChangeAspect="1" noMove="1" noResize="1" noEditPoints="1" noAdjustHandles="1" noChangeArrowheads="1" noChangeShapeType="1" noTextEdit="1"/>
              </p:cNvSpPr>
              <p:nvPr/>
            </p:nvSpPr>
            <p:spPr>
              <a:xfrm>
                <a:off x="2572849" y="5371118"/>
                <a:ext cx="466352"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F9265FB0-2A05-14A5-F052-2FC2B5111718}"/>
                  </a:ext>
                </a:extLst>
              </p:cNvPr>
              <p:cNvSpPr txBox="1"/>
              <p:nvPr/>
            </p:nvSpPr>
            <p:spPr>
              <a:xfrm>
                <a:off x="3251801" y="5371118"/>
                <a:ext cx="48326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IN" sz="2800" b="0" i="1" dirty="0" smtClean="0">
                              <a:latin typeface="Cambria Math" panose="02040503050406030204" pitchFamily="18" charset="0"/>
                            </a:rPr>
                            <m:t>2</m:t>
                          </m:r>
                        </m:sub>
                      </m:sSub>
                    </m:oMath>
                  </m:oMathPara>
                </a14:m>
                <a:endParaRPr lang="en-US" sz="2800" dirty="0"/>
              </a:p>
            </p:txBody>
          </p:sp>
        </mc:Choice>
        <mc:Fallback xmlns="">
          <p:sp>
            <p:nvSpPr>
              <p:cNvPr id="132" name="TextBox 131">
                <a:extLst>
                  <a:ext uri="{FF2B5EF4-FFF2-40B4-BE49-F238E27FC236}">
                    <a16:creationId xmlns:a16="http://schemas.microsoft.com/office/drawing/2014/main" id="{F9265FB0-2A05-14A5-F052-2FC2B5111718}"/>
                  </a:ext>
                </a:extLst>
              </p:cNvPr>
              <p:cNvSpPr txBox="1">
                <a:spLocks noRot="1" noChangeAspect="1" noMove="1" noResize="1" noEditPoints="1" noAdjustHandles="1" noChangeArrowheads="1" noChangeShapeType="1" noTextEdit="1"/>
              </p:cNvSpPr>
              <p:nvPr/>
            </p:nvSpPr>
            <p:spPr>
              <a:xfrm>
                <a:off x="3251801" y="5371118"/>
                <a:ext cx="483265"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AE9EB44F-CEBB-095D-398B-24705FF43261}"/>
                  </a:ext>
                </a:extLst>
              </p:cNvPr>
              <p:cNvSpPr txBox="1"/>
              <p:nvPr/>
            </p:nvSpPr>
            <p:spPr>
              <a:xfrm>
                <a:off x="3916711" y="5371118"/>
                <a:ext cx="469289"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IN" sz="2800" b="0" i="1" dirty="0" smtClean="0">
                              <a:latin typeface="Cambria Math" panose="02040503050406030204" pitchFamily="18" charset="0"/>
                            </a:rPr>
                            <m:t>1</m:t>
                          </m:r>
                        </m:sub>
                      </m:sSub>
                    </m:oMath>
                  </m:oMathPara>
                </a14:m>
                <a:endParaRPr lang="en-US" sz="2800" dirty="0"/>
              </a:p>
            </p:txBody>
          </p:sp>
        </mc:Choice>
        <mc:Fallback xmlns="">
          <p:sp>
            <p:nvSpPr>
              <p:cNvPr id="133" name="TextBox 132">
                <a:extLst>
                  <a:ext uri="{FF2B5EF4-FFF2-40B4-BE49-F238E27FC236}">
                    <a16:creationId xmlns:a16="http://schemas.microsoft.com/office/drawing/2014/main" id="{AE9EB44F-CEBB-095D-398B-24705FF43261}"/>
                  </a:ext>
                </a:extLst>
              </p:cNvPr>
              <p:cNvSpPr txBox="1">
                <a:spLocks noRot="1" noChangeAspect="1" noMove="1" noResize="1" noEditPoints="1" noAdjustHandles="1" noChangeArrowheads="1" noChangeShapeType="1" noTextEdit="1"/>
              </p:cNvSpPr>
              <p:nvPr/>
            </p:nvSpPr>
            <p:spPr>
              <a:xfrm>
                <a:off x="3916711" y="5371118"/>
                <a:ext cx="469289"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4E75E32B-DAE1-1B59-77D2-7E0C3C9FB7AE}"/>
                  </a:ext>
                </a:extLst>
              </p:cNvPr>
              <p:cNvSpPr txBox="1"/>
              <p:nvPr/>
            </p:nvSpPr>
            <p:spPr>
              <a:xfrm>
                <a:off x="631030" y="5409616"/>
                <a:ext cx="52860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IN" sz="2800" b="0" i="1" dirty="0" smtClean="0">
                              <a:latin typeface="Cambria Math" panose="02040503050406030204" pitchFamily="18" charset="0"/>
                            </a:rPr>
                            <m:t>𝑅</m:t>
                          </m:r>
                        </m:e>
                        <m:sub>
                          <m:r>
                            <a:rPr lang="en-IN" sz="2800" b="0" i="1" dirty="0" smtClean="0">
                              <a:latin typeface="Cambria Math" panose="02040503050406030204" pitchFamily="18" charset="0"/>
                            </a:rPr>
                            <m:t>4</m:t>
                          </m:r>
                        </m:sub>
                      </m:sSub>
                    </m:oMath>
                  </m:oMathPara>
                </a14:m>
                <a:endParaRPr lang="en-US" sz="2800" dirty="0"/>
              </a:p>
            </p:txBody>
          </p:sp>
        </mc:Choice>
        <mc:Fallback xmlns="">
          <p:sp>
            <p:nvSpPr>
              <p:cNvPr id="134" name="TextBox 133">
                <a:extLst>
                  <a:ext uri="{FF2B5EF4-FFF2-40B4-BE49-F238E27FC236}">
                    <a16:creationId xmlns:a16="http://schemas.microsoft.com/office/drawing/2014/main" id="{4E75E32B-DAE1-1B59-77D2-7E0C3C9FB7AE}"/>
                  </a:ext>
                </a:extLst>
              </p:cNvPr>
              <p:cNvSpPr txBox="1">
                <a:spLocks noRot="1" noChangeAspect="1" noMove="1" noResize="1" noEditPoints="1" noAdjustHandles="1" noChangeArrowheads="1" noChangeShapeType="1" noTextEdit="1"/>
              </p:cNvSpPr>
              <p:nvPr/>
            </p:nvSpPr>
            <p:spPr>
              <a:xfrm>
                <a:off x="631030" y="5409616"/>
                <a:ext cx="528604"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F93FF594-91D1-CEAE-2528-5A18FADE1178}"/>
                  </a:ext>
                </a:extLst>
              </p:cNvPr>
              <p:cNvSpPr txBox="1"/>
              <p:nvPr/>
            </p:nvSpPr>
            <p:spPr>
              <a:xfrm>
                <a:off x="643501" y="5865032"/>
                <a:ext cx="65665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IN" sz="2800" b="0" i="1" dirty="0" smtClean="0">
                              <a:latin typeface="Cambria Math" panose="02040503050406030204" pitchFamily="18" charset="0"/>
                            </a:rPr>
                            <m:t>𝑅</m:t>
                          </m:r>
                        </m:e>
                        <m:sub>
                          <m:r>
                            <a:rPr lang="en-IN" sz="2800" b="0" i="1" dirty="0" smtClean="0">
                              <a:latin typeface="Cambria Math" panose="02040503050406030204" pitchFamily="18" charset="0"/>
                            </a:rPr>
                            <m:t>5</m:t>
                          </m:r>
                        </m:sub>
                      </m:sSub>
                    </m:oMath>
                  </m:oMathPara>
                </a14:m>
                <a:endParaRPr lang="en-US" sz="2800" dirty="0"/>
              </a:p>
            </p:txBody>
          </p:sp>
        </mc:Choice>
        <mc:Fallback xmlns="">
          <p:sp>
            <p:nvSpPr>
              <p:cNvPr id="135" name="TextBox 134">
                <a:extLst>
                  <a:ext uri="{FF2B5EF4-FFF2-40B4-BE49-F238E27FC236}">
                    <a16:creationId xmlns:a16="http://schemas.microsoft.com/office/drawing/2014/main" id="{F93FF594-91D1-CEAE-2528-5A18FADE1178}"/>
                  </a:ext>
                </a:extLst>
              </p:cNvPr>
              <p:cNvSpPr txBox="1">
                <a:spLocks noRot="1" noChangeAspect="1" noMove="1" noResize="1" noEditPoints="1" noAdjustHandles="1" noChangeArrowheads="1" noChangeShapeType="1" noTextEdit="1"/>
              </p:cNvSpPr>
              <p:nvPr/>
            </p:nvSpPr>
            <p:spPr>
              <a:xfrm>
                <a:off x="643501" y="5865032"/>
                <a:ext cx="656654" cy="523220"/>
              </a:xfrm>
              <a:prstGeom prst="rect">
                <a:avLst/>
              </a:prstGeom>
              <a:blipFill>
                <a:blip r:embed="rId32"/>
                <a:stretch>
                  <a:fillRect/>
                </a:stretch>
              </a:blipFill>
            </p:spPr>
            <p:txBody>
              <a:bodyPr/>
              <a:lstStyle/>
              <a:p>
                <a:r>
                  <a:rPr lang="en-IN">
                    <a:noFill/>
                  </a:rPr>
                  <a:t> </a:t>
                </a:r>
              </a:p>
            </p:txBody>
          </p:sp>
        </mc:Fallback>
      </mc:AlternateContent>
      <p:graphicFrame>
        <p:nvGraphicFramePr>
          <p:cNvPr id="136" name="Table 135">
            <a:extLst>
              <a:ext uri="{FF2B5EF4-FFF2-40B4-BE49-F238E27FC236}">
                <a16:creationId xmlns:a16="http://schemas.microsoft.com/office/drawing/2014/main" id="{76B47623-3446-CD32-3B75-933C17980BD4}"/>
              </a:ext>
            </a:extLst>
          </p:cNvPr>
          <p:cNvGraphicFramePr>
            <a:graphicFrameLocks noGrp="1"/>
          </p:cNvGraphicFramePr>
          <p:nvPr>
            <p:extLst>
              <p:ext uri="{D42A27DB-BD31-4B8C-83A1-F6EECF244321}">
                <p14:modId xmlns:p14="http://schemas.microsoft.com/office/powerpoint/2010/main" val="2992678360"/>
              </p:ext>
            </p:extLst>
          </p:nvPr>
        </p:nvGraphicFramePr>
        <p:xfrm>
          <a:off x="1191000" y="5854438"/>
          <a:ext cx="3330000" cy="370840"/>
        </p:xfrm>
        <a:graphic>
          <a:graphicData uri="http://schemas.openxmlformats.org/drawingml/2006/table">
            <a:tbl>
              <a:tblPr firstRow="1" bandRow="1">
                <a:tableStyleId>{5940675A-B579-460E-94D1-54222C63F5DA}</a:tableStyleId>
              </a:tblPr>
              <a:tblGrid>
                <a:gridCol w="675000">
                  <a:extLst>
                    <a:ext uri="{9D8B030D-6E8A-4147-A177-3AD203B41FA5}">
                      <a16:colId xmlns:a16="http://schemas.microsoft.com/office/drawing/2014/main" val="219468191"/>
                    </a:ext>
                  </a:extLst>
                </a:gridCol>
                <a:gridCol w="630000">
                  <a:extLst>
                    <a:ext uri="{9D8B030D-6E8A-4147-A177-3AD203B41FA5}">
                      <a16:colId xmlns:a16="http://schemas.microsoft.com/office/drawing/2014/main" val="3590920476"/>
                    </a:ext>
                  </a:extLst>
                </a:gridCol>
                <a:gridCol w="675000">
                  <a:extLst>
                    <a:ext uri="{9D8B030D-6E8A-4147-A177-3AD203B41FA5}">
                      <a16:colId xmlns:a16="http://schemas.microsoft.com/office/drawing/2014/main" val="2580085848"/>
                    </a:ext>
                  </a:extLst>
                </a:gridCol>
                <a:gridCol w="675000">
                  <a:extLst>
                    <a:ext uri="{9D8B030D-6E8A-4147-A177-3AD203B41FA5}">
                      <a16:colId xmlns:a16="http://schemas.microsoft.com/office/drawing/2014/main" val="2470255007"/>
                    </a:ext>
                  </a:extLst>
                </a:gridCol>
                <a:gridCol w="675000">
                  <a:extLst>
                    <a:ext uri="{9D8B030D-6E8A-4147-A177-3AD203B41FA5}">
                      <a16:colId xmlns:a16="http://schemas.microsoft.com/office/drawing/2014/main" val="4278536275"/>
                    </a:ext>
                  </a:extLst>
                </a:gridCol>
              </a:tblGrid>
              <a:tr h="370840">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00166050"/>
                  </a:ext>
                </a:extLst>
              </a:tr>
            </a:tbl>
          </a:graphicData>
        </a:graphic>
      </p:graphicFrame>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22BDC4A3-1E1F-3589-B086-2F9752FAEF16}"/>
                  </a:ext>
                </a:extLst>
              </p:cNvPr>
              <p:cNvSpPr txBox="1"/>
              <p:nvPr/>
            </p:nvSpPr>
            <p:spPr>
              <a:xfrm>
                <a:off x="1257072" y="5731364"/>
                <a:ext cx="459858"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IN" sz="2800" b="0" i="1" dirty="0" smtClean="0">
                              <a:latin typeface="Cambria Math" panose="02040503050406030204" pitchFamily="18" charset="0"/>
                            </a:rPr>
                            <m:t>5</m:t>
                          </m:r>
                        </m:sub>
                      </m:sSub>
                    </m:oMath>
                  </m:oMathPara>
                </a14:m>
                <a:endParaRPr lang="en-US" sz="2800" dirty="0"/>
              </a:p>
            </p:txBody>
          </p:sp>
        </mc:Choice>
        <mc:Fallback xmlns="">
          <p:sp>
            <p:nvSpPr>
              <p:cNvPr id="137" name="TextBox 136">
                <a:extLst>
                  <a:ext uri="{FF2B5EF4-FFF2-40B4-BE49-F238E27FC236}">
                    <a16:creationId xmlns:a16="http://schemas.microsoft.com/office/drawing/2014/main" id="{22BDC4A3-1E1F-3589-B086-2F9752FAEF16}"/>
                  </a:ext>
                </a:extLst>
              </p:cNvPr>
              <p:cNvSpPr txBox="1">
                <a:spLocks noRot="1" noChangeAspect="1" noMove="1" noResize="1" noEditPoints="1" noAdjustHandles="1" noChangeArrowheads="1" noChangeShapeType="1" noTextEdit="1"/>
              </p:cNvSpPr>
              <p:nvPr/>
            </p:nvSpPr>
            <p:spPr>
              <a:xfrm>
                <a:off x="1257072" y="5731364"/>
                <a:ext cx="459858" cy="523220"/>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FEF2CCD5-2389-6710-145B-68232C72F8D8}"/>
                  </a:ext>
                </a:extLst>
              </p:cNvPr>
              <p:cNvSpPr txBox="1"/>
              <p:nvPr/>
            </p:nvSpPr>
            <p:spPr>
              <a:xfrm>
                <a:off x="1921982" y="5731364"/>
                <a:ext cx="48326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IN" sz="2800" b="0" i="1" dirty="0" smtClean="0">
                              <a:latin typeface="Cambria Math" panose="02040503050406030204" pitchFamily="18" charset="0"/>
                            </a:rPr>
                            <m:t>4</m:t>
                          </m:r>
                        </m:sub>
                      </m:sSub>
                    </m:oMath>
                  </m:oMathPara>
                </a14:m>
                <a:endParaRPr lang="en-US" sz="2800" dirty="0"/>
              </a:p>
            </p:txBody>
          </p:sp>
        </mc:Choice>
        <mc:Fallback xmlns="">
          <p:sp>
            <p:nvSpPr>
              <p:cNvPr id="138" name="TextBox 137">
                <a:extLst>
                  <a:ext uri="{FF2B5EF4-FFF2-40B4-BE49-F238E27FC236}">
                    <a16:creationId xmlns:a16="http://schemas.microsoft.com/office/drawing/2014/main" id="{FEF2CCD5-2389-6710-145B-68232C72F8D8}"/>
                  </a:ext>
                </a:extLst>
              </p:cNvPr>
              <p:cNvSpPr txBox="1">
                <a:spLocks noRot="1" noChangeAspect="1" noMove="1" noResize="1" noEditPoints="1" noAdjustHandles="1" noChangeArrowheads="1" noChangeShapeType="1" noTextEdit="1"/>
              </p:cNvSpPr>
              <p:nvPr/>
            </p:nvSpPr>
            <p:spPr>
              <a:xfrm>
                <a:off x="1921982" y="5731364"/>
                <a:ext cx="483264" cy="523220"/>
              </a:xfrm>
              <a:prstGeom prst="rect">
                <a:avLst/>
              </a:prstGeom>
              <a:blipFill>
                <a:blip r:embed="rId3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9DEEF774-37FD-632C-4763-519A346B9304}"/>
                  </a:ext>
                </a:extLst>
              </p:cNvPr>
              <p:cNvSpPr txBox="1"/>
              <p:nvPr/>
            </p:nvSpPr>
            <p:spPr>
              <a:xfrm>
                <a:off x="2586892" y="5731364"/>
                <a:ext cx="46635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IN" sz="2800" b="0" i="1" dirty="0" smtClean="0">
                              <a:latin typeface="Cambria Math" panose="02040503050406030204" pitchFamily="18" charset="0"/>
                            </a:rPr>
                            <m:t>2</m:t>
                          </m:r>
                        </m:sub>
                      </m:sSub>
                    </m:oMath>
                  </m:oMathPara>
                </a14:m>
                <a:endParaRPr lang="en-US" sz="2800" dirty="0"/>
              </a:p>
            </p:txBody>
          </p:sp>
        </mc:Choice>
        <mc:Fallback xmlns="">
          <p:sp>
            <p:nvSpPr>
              <p:cNvPr id="139" name="TextBox 138">
                <a:extLst>
                  <a:ext uri="{FF2B5EF4-FFF2-40B4-BE49-F238E27FC236}">
                    <a16:creationId xmlns:a16="http://schemas.microsoft.com/office/drawing/2014/main" id="{9DEEF774-37FD-632C-4763-519A346B9304}"/>
                  </a:ext>
                </a:extLst>
              </p:cNvPr>
              <p:cNvSpPr txBox="1">
                <a:spLocks noRot="1" noChangeAspect="1" noMove="1" noResize="1" noEditPoints="1" noAdjustHandles="1" noChangeArrowheads="1" noChangeShapeType="1" noTextEdit="1"/>
              </p:cNvSpPr>
              <p:nvPr/>
            </p:nvSpPr>
            <p:spPr>
              <a:xfrm>
                <a:off x="2586892" y="5731364"/>
                <a:ext cx="466352" cy="523220"/>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0" name="TextBox 139">
                <a:extLst>
                  <a:ext uri="{FF2B5EF4-FFF2-40B4-BE49-F238E27FC236}">
                    <a16:creationId xmlns:a16="http://schemas.microsoft.com/office/drawing/2014/main" id="{722CDD3A-14B9-796E-17CC-0EF7E4FB1365}"/>
                  </a:ext>
                </a:extLst>
              </p:cNvPr>
              <p:cNvSpPr txBox="1"/>
              <p:nvPr/>
            </p:nvSpPr>
            <p:spPr>
              <a:xfrm>
                <a:off x="3251801" y="5731364"/>
                <a:ext cx="469289"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IN" sz="2800" b="0" i="1" dirty="0" smtClean="0">
                              <a:latin typeface="Cambria Math" panose="02040503050406030204" pitchFamily="18" charset="0"/>
                            </a:rPr>
                            <m:t>1</m:t>
                          </m:r>
                        </m:sub>
                      </m:sSub>
                    </m:oMath>
                  </m:oMathPara>
                </a14:m>
                <a:endParaRPr lang="en-US" sz="2800" dirty="0"/>
              </a:p>
            </p:txBody>
          </p:sp>
        </mc:Choice>
        <mc:Fallback xmlns="">
          <p:sp>
            <p:nvSpPr>
              <p:cNvPr id="140" name="TextBox 139">
                <a:extLst>
                  <a:ext uri="{FF2B5EF4-FFF2-40B4-BE49-F238E27FC236}">
                    <a16:creationId xmlns:a16="http://schemas.microsoft.com/office/drawing/2014/main" id="{722CDD3A-14B9-796E-17CC-0EF7E4FB1365}"/>
                  </a:ext>
                </a:extLst>
              </p:cNvPr>
              <p:cNvSpPr txBox="1">
                <a:spLocks noRot="1" noChangeAspect="1" noMove="1" noResize="1" noEditPoints="1" noAdjustHandles="1" noChangeArrowheads="1" noChangeShapeType="1" noTextEdit="1"/>
              </p:cNvSpPr>
              <p:nvPr/>
            </p:nvSpPr>
            <p:spPr>
              <a:xfrm>
                <a:off x="3251801" y="5731364"/>
                <a:ext cx="469289" cy="523220"/>
              </a:xfrm>
              <a:prstGeom prst="rect">
                <a:avLst/>
              </a:prstGeom>
              <a:blipFill>
                <a:blip r:embed="rId3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5F044FAC-3D66-2ACE-3566-2BC69C53A8B4}"/>
                  </a:ext>
                </a:extLst>
              </p:cNvPr>
              <p:cNvSpPr txBox="1"/>
              <p:nvPr/>
            </p:nvSpPr>
            <p:spPr>
              <a:xfrm>
                <a:off x="3916711" y="5731364"/>
                <a:ext cx="424289"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𝑎</m:t>
                          </m:r>
                        </m:e>
                        <m:sub>
                          <m:r>
                            <a:rPr lang="en-IN" sz="2800" b="0" i="1" dirty="0" smtClean="0">
                              <a:latin typeface="Cambria Math" panose="02040503050406030204" pitchFamily="18" charset="0"/>
                            </a:rPr>
                            <m:t>3</m:t>
                          </m:r>
                        </m:sub>
                      </m:sSub>
                    </m:oMath>
                  </m:oMathPara>
                </a14:m>
                <a:endParaRPr lang="en-US" sz="2800" dirty="0"/>
              </a:p>
            </p:txBody>
          </p:sp>
        </mc:Choice>
        <mc:Fallback xmlns="">
          <p:sp>
            <p:nvSpPr>
              <p:cNvPr id="141" name="TextBox 140">
                <a:extLst>
                  <a:ext uri="{FF2B5EF4-FFF2-40B4-BE49-F238E27FC236}">
                    <a16:creationId xmlns:a16="http://schemas.microsoft.com/office/drawing/2014/main" id="{5F044FAC-3D66-2ACE-3566-2BC69C53A8B4}"/>
                  </a:ext>
                </a:extLst>
              </p:cNvPr>
              <p:cNvSpPr txBox="1">
                <a:spLocks noRot="1" noChangeAspect="1" noMove="1" noResize="1" noEditPoints="1" noAdjustHandles="1" noChangeArrowheads="1" noChangeShapeType="1" noTextEdit="1"/>
              </p:cNvSpPr>
              <p:nvPr/>
            </p:nvSpPr>
            <p:spPr>
              <a:xfrm>
                <a:off x="3916711" y="5731364"/>
                <a:ext cx="424289" cy="523220"/>
              </a:xfrm>
              <a:prstGeom prst="rect">
                <a:avLst/>
              </a:prstGeom>
              <a:blipFill>
                <a:blip r:embed="rId3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59230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7" presetClass="emph" presetSubtype="2" fill="hold" nodeType="clickEffect">
                                  <p:stCondLst>
                                    <p:cond delay="0"/>
                                  </p:stCondLst>
                                  <p:childTnLst>
                                    <p:animClr clrSpc="rgb" dir="cw">
                                      <p:cBhvr>
                                        <p:cTn id="68" dur="2000" fill="hold"/>
                                        <p:tgtEl>
                                          <p:spTgt spid="88"/>
                                        </p:tgtEl>
                                        <p:attrNameLst>
                                          <p:attrName>stroke.color</p:attrName>
                                        </p:attrNameLst>
                                      </p:cBhvr>
                                      <p:to>
                                        <a:schemeClr val="accent2"/>
                                      </p:to>
                                    </p:animClr>
                                    <p:set>
                                      <p:cBhvr>
                                        <p:cTn id="69" dur="2000" fill="hold"/>
                                        <p:tgtEl>
                                          <p:spTgt spid="88"/>
                                        </p:tgtEl>
                                        <p:attrNameLst>
                                          <p:attrName>stroke.on</p:attrName>
                                        </p:attrNameLst>
                                      </p:cBhvr>
                                      <p:to>
                                        <p:strVal val="true"/>
                                      </p:to>
                                    </p:set>
                                  </p:childTnLst>
                                </p:cTn>
                              </p:par>
                            </p:childTnLst>
                          </p:cTn>
                        </p:par>
                      </p:childTnLst>
                    </p:cTn>
                  </p:par>
                  <p:par>
                    <p:cTn id="70" fill="hold">
                      <p:stCondLst>
                        <p:cond delay="indefinite"/>
                      </p:stCondLst>
                      <p:childTnLst>
                        <p:par>
                          <p:cTn id="71" fill="hold">
                            <p:stCondLst>
                              <p:cond delay="0"/>
                            </p:stCondLst>
                            <p:childTnLst>
                              <p:par>
                                <p:cTn id="72" presetID="42" presetClass="exit" presetSubtype="0" fill="hold" nodeType="clickEffect">
                                  <p:stCondLst>
                                    <p:cond delay="0"/>
                                  </p:stCondLst>
                                  <p:childTnLst>
                                    <p:animEffect transition="out" filter="fade">
                                      <p:cBhvr>
                                        <p:cTn id="73" dur="1000"/>
                                        <p:tgtEl>
                                          <p:spTgt spid="87"/>
                                        </p:tgtEl>
                                      </p:cBhvr>
                                    </p:animEffect>
                                    <p:anim calcmode="lin" valueType="num">
                                      <p:cBhvr>
                                        <p:cTn id="74" dur="1000"/>
                                        <p:tgtEl>
                                          <p:spTgt spid="87"/>
                                        </p:tgtEl>
                                        <p:attrNameLst>
                                          <p:attrName>ppt_x</p:attrName>
                                        </p:attrNameLst>
                                      </p:cBhvr>
                                      <p:tavLst>
                                        <p:tav tm="0">
                                          <p:val>
                                            <p:strVal val="ppt_x"/>
                                          </p:val>
                                        </p:tav>
                                        <p:tav tm="100000">
                                          <p:val>
                                            <p:strVal val="ppt_x"/>
                                          </p:val>
                                        </p:tav>
                                      </p:tavLst>
                                    </p:anim>
                                    <p:anim calcmode="lin" valueType="num">
                                      <p:cBhvr>
                                        <p:cTn id="75" dur="1000"/>
                                        <p:tgtEl>
                                          <p:spTgt spid="87"/>
                                        </p:tgtEl>
                                        <p:attrNameLst>
                                          <p:attrName>ppt_y</p:attrName>
                                        </p:attrNameLst>
                                      </p:cBhvr>
                                      <p:tavLst>
                                        <p:tav tm="0">
                                          <p:val>
                                            <p:strVal val="ppt_y"/>
                                          </p:val>
                                        </p:tav>
                                        <p:tav tm="100000">
                                          <p:val>
                                            <p:strVal val="ppt_y+.1"/>
                                          </p:val>
                                        </p:tav>
                                      </p:tavLst>
                                    </p:anim>
                                    <p:set>
                                      <p:cBhvr>
                                        <p:cTn id="76" dur="1" fill="hold">
                                          <p:stCondLst>
                                            <p:cond delay="999"/>
                                          </p:stCondLst>
                                        </p:cTn>
                                        <p:tgtEl>
                                          <p:spTgt spid="87"/>
                                        </p:tgtEl>
                                        <p:attrNameLst>
                                          <p:attrName>style.visibility</p:attrName>
                                        </p:attrNameLst>
                                      </p:cBhvr>
                                      <p:to>
                                        <p:strVal val="hidden"/>
                                      </p:to>
                                    </p:set>
                                  </p:childTnLst>
                                </p:cTn>
                              </p:par>
                              <p:par>
                                <p:cTn id="77" presetID="42" presetClass="exit" presetSubtype="0" fill="hold" nodeType="withEffect">
                                  <p:stCondLst>
                                    <p:cond delay="0"/>
                                  </p:stCondLst>
                                  <p:childTnLst>
                                    <p:animEffect transition="out" filter="fade">
                                      <p:cBhvr>
                                        <p:cTn id="78" dur="1000"/>
                                        <p:tgtEl>
                                          <p:spTgt spid="90"/>
                                        </p:tgtEl>
                                      </p:cBhvr>
                                    </p:animEffect>
                                    <p:anim calcmode="lin" valueType="num">
                                      <p:cBhvr>
                                        <p:cTn id="79" dur="1000"/>
                                        <p:tgtEl>
                                          <p:spTgt spid="90"/>
                                        </p:tgtEl>
                                        <p:attrNameLst>
                                          <p:attrName>ppt_x</p:attrName>
                                        </p:attrNameLst>
                                      </p:cBhvr>
                                      <p:tavLst>
                                        <p:tav tm="0">
                                          <p:val>
                                            <p:strVal val="ppt_x"/>
                                          </p:val>
                                        </p:tav>
                                        <p:tav tm="100000">
                                          <p:val>
                                            <p:strVal val="ppt_x"/>
                                          </p:val>
                                        </p:tav>
                                      </p:tavLst>
                                    </p:anim>
                                    <p:anim calcmode="lin" valueType="num">
                                      <p:cBhvr>
                                        <p:cTn id="80" dur="1000"/>
                                        <p:tgtEl>
                                          <p:spTgt spid="90"/>
                                        </p:tgtEl>
                                        <p:attrNameLst>
                                          <p:attrName>ppt_y</p:attrName>
                                        </p:attrNameLst>
                                      </p:cBhvr>
                                      <p:tavLst>
                                        <p:tav tm="0">
                                          <p:val>
                                            <p:strVal val="ppt_y"/>
                                          </p:val>
                                        </p:tav>
                                        <p:tav tm="100000">
                                          <p:val>
                                            <p:strVal val="ppt_y+.1"/>
                                          </p:val>
                                        </p:tav>
                                      </p:tavLst>
                                    </p:anim>
                                    <p:set>
                                      <p:cBhvr>
                                        <p:cTn id="81" dur="1" fill="hold">
                                          <p:stCondLst>
                                            <p:cond delay="999"/>
                                          </p:stCondLst>
                                        </p:cTn>
                                        <p:tgtEl>
                                          <p:spTgt spid="90"/>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7" presetClass="emph" presetSubtype="2" fill="hold" nodeType="clickEffect">
                                  <p:stCondLst>
                                    <p:cond delay="0"/>
                                  </p:stCondLst>
                                  <p:childTnLst>
                                    <p:animClr clrSpc="rgb" dir="cw">
                                      <p:cBhvr>
                                        <p:cTn id="85" dur="2000" fill="hold"/>
                                        <p:tgtEl>
                                          <p:spTgt spid="89"/>
                                        </p:tgtEl>
                                        <p:attrNameLst>
                                          <p:attrName>stroke.color</p:attrName>
                                        </p:attrNameLst>
                                      </p:cBhvr>
                                      <p:to>
                                        <a:schemeClr val="accent2"/>
                                      </p:to>
                                    </p:animClr>
                                    <p:set>
                                      <p:cBhvr>
                                        <p:cTn id="86" dur="2000" fill="hold"/>
                                        <p:tgtEl>
                                          <p:spTgt spid="89"/>
                                        </p:tgtEl>
                                        <p:attrNameLst>
                                          <p:attrName>stroke.on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42" presetClass="exit" presetSubtype="0" fill="hold" nodeType="clickEffect">
                                  <p:stCondLst>
                                    <p:cond delay="0"/>
                                  </p:stCondLst>
                                  <p:childTnLst>
                                    <p:animEffect transition="out" filter="fade">
                                      <p:cBhvr>
                                        <p:cTn id="90" dur="1000"/>
                                        <p:tgtEl>
                                          <p:spTgt spid="96"/>
                                        </p:tgtEl>
                                      </p:cBhvr>
                                    </p:animEffect>
                                    <p:anim calcmode="lin" valueType="num">
                                      <p:cBhvr>
                                        <p:cTn id="91" dur="1000"/>
                                        <p:tgtEl>
                                          <p:spTgt spid="96"/>
                                        </p:tgtEl>
                                        <p:attrNameLst>
                                          <p:attrName>ppt_x</p:attrName>
                                        </p:attrNameLst>
                                      </p:cBhvr>
                                      <p:tavLst>
                                        <p:tav tm="0">
                                          <p:val>
                                            <p:strVal val="ppt_x"/>
                                          </p:val>
                                        </p:tav>
                                        <p:tav tm="100000">
                                          <p:val>
                                            <p:strVal val="ppt_x"/>
                                          </p:val>
                                        </p:tav>
                                      </p:tavLst>
                                    </p:anim>
                                    <p:anim calcmode="lin" valueType="num">
                                      <p:cBhvr>
                                        <p:cTn id="92" dur="1000"/>
                                        <p:tgtEl>
                                          <p:spTgt spid="96"/>
                                        </p:tgtEl>
                                        <p:attrNameLst>
                                          <p:attrName>ppt_y</p:attrName>
                                        </p:attrNameLst>
                                      </p:cBhvr>
                                      <p:tavLst>
                                        <p:tav tm="0">
                                          <p:val>
                                            <p:strVal val="ppt_y"/>
                                          </p:val>
                                        </p:tav>
                                        <p:tav tm="100000">
                                          <p:val>
                                            <p:strVal val="ppt_y+.1"/>
                                          </p:val>
                                        </p:tav>
                                      </p:tavLst>
                                    </p:anim>
                                    <p:set>
                                      <p:cBhvr>
                                        <p:cTn id="93" dur="1" fill="hold">
                                          <p:stCondLst>
                                            <p:cond delay="999"/>
                                          </p:stCondLst>
                                        </p:cTn>
                                        <p:tgtEl>
                                          <p:spTgt spid="96"/>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7" presetClass="emph" presetSubtype="2" fill="hold" nodeType="clickEffect">
                                  <p:stCondLst>
                                    <p:cond delay="0"/>
                                  </p:stCondLst>
                                  <p:childTnLst>
                                    <p:animClr clrSpc="rgb" dir="cw">
                                      <p:cBhvr>
                                        <p:cTn id="97" dur="2000" fill="hold"/>
                                        <p:tgtEl>
                                          <p:spTgt spid="91"/>
                                        </p:tgtEl>
                                        <p:attrNameLst>
                                          <p:attrName>stroke.color</p:attrName>
                                        </p:attrNameLst>
                                      </p:cBhvr>
                                      <p:to>
                                        <a:schemeClr val="accent2"/>
                                      </p:to>
                                    </p:animClr>
                                    <p:set>
                                      <p:cBhvr>
                                        <p:cTn id="98" dur="2000" fill="hold"/>
                                        <p:tgtEl>
                                          <p:spTgt spid="91"/>
                                        </p:tgtEl>
                                        <p:attrNameLst>
                                          <p:attrName>stroke.on</p:attrName>
                                        </p:attrNameLst>
                                      </p:cBhvr>
                                      <p:to>
                                        <p:strVal val="true"/>
                                      </p:to>
                                    </p:set>
                                  </p:childTnLst>
                                </p:cTn>
                              </p:par>
                            </p:childTnLst>
                          </p:cTn>
                        </p:par>
                      </p:childTnLst>
                    </p:cTn>
                  </p:par>
                  <p:par>
                    <p:cTn id="99" fill="hold">
                      <p:stCondLst>
                        <p:cond delay="indefinite"/>
                      </p:stCondLst>
                      <p:childTnLst>
                        <p:par>
                          <p:cTn id="100" fill="hold">
                            <p:stCondLst>
                              <p:cond delay="0"/>
                            </p:stCondLst>
                            <p:childTnLst>
                              <p:par>
                                <p:cTn id="101" presetID="42" presetClass="exit" presetSubtype="0" fill="hold" nodeType="clickEffect">
                                  <p:stCondLst>
                                    <p:cond delay="0"/>
                                  </p:stCondLst>
                                  <p:childTnLst>
                                    <p:animEffect transition="out" filter="fade">
                                      <p:cBhvr>
                                        <p:cTn id="102" dur="1000"/>
                                        <p:tgtEl>
                                          <p:spTgt spid="87"/>
                                        </p:tgtEl>
                                      </p:cBhvr>
                                    </p:animEffect>
                                    <p:anim calcmode="lin" valueType="num">
                                      <p:cBhvr>
                                        <p:cTn id="103" dur="1000"/>
                                        <p:tgtEl>
                                          <p:spTgt spid="87"/>
                                        </p:tgtEl>
                                        <p:attrNameLst>
                                          <p:attrName>ppt_x</p:attrName>
                                        </p:attrNameLst>
                                      </p:cBhvr>
                                      <p:tavLst>
                                        <p:tav tm="0">
                                          <p:val>
                                            <p:strVal val="ppt_x"/>
                                          </p:val>
                                        </p:tav>
                                        <p:tav tm="100000">
                                          <p:val>
                                            <p:strVal val="ppt_x"/>
                                          </p:val>
                                        </p:tav>
                                      </p:tavLst>
                                    </p:anim>
                                    <p:anim calcmode="lin" valueType="num">
                                      <p:cBhvr>
                                        <p:cTn id="104" dur="1000"/>
                                        <p:tgtEl>
                                          <p:spTgt spid="87"/>
                                        </p:tgtEl>
                                        <p:attrNameLst>
                                          <p:attrName>ppt_y</p:attrName>
                                        </p:attrNameLst>
                                      </p:cBhvr>
                                      <p:tavLst>
                                        <p:tav tm="0">
                                          <p:val>
                                            <p:strVal val="ppt_y"/>
                                          </p:val>
                                        </p:tav>
                                        <p:tav tm="100000">
                                          <p:val>
                                            <p:strVal val="ppt_y+.1"/>
                                          </p:val>
                                        </p:tav>
                                      </p:tavLst>
                                    </p:anim>
                                    <p:set>
                                      <p:cBhvr>
                                        <p:cTn id="105" dur="1" fill="hold">
                                          <p:stCondLst>
                                            <p:cond delay="999"/>
                                          </p:stCondLst>
                                        </p:cTn>
                                        <p:tgtEl>
                                          <p:spTgt spid="87"/>
                                        </p:tgtEl>
                                        <p:attrNameLst>
                                          <p:attrName>style.visibility</p:attrName>
                                        </p:attrNameLst>
                                      </p:cBhvr>
                                      <p:to>
                                        <p:strVal val="hidden"/>
                                      </p:to>
                                    </p:set>
                                  </p:childTnLst>
                                </p:cTn>
                              </p:par>
                              <p:par>
                                <p:cTn id="106" presetID="42" presetClass="exit" presetSubtype="0" fill="hold" nodeType="withEffect">
                                  <p:stCondLst>
                                    <p:cond delay="0"/>
                                  </p:stCondLst>
                                  <p:childTnLst>
                                    <p:animEffect transition="out" filter="fade">
                                      <p:cBhvr>
                                        <p:cTn id="107" dur="1000"/>
                                        <p:tgtEl>
                                          <p:spTgt spid="92"/>
                                        </p:tgtEl>
                                      </p:cBhvr>
                                    </p:animEffect>
                                    <p:anim calcmode="lin" valueType="num">
                                      <p:cBhvr>
                                        <p:cTn id="108" dur="1000"/>
                                        <p:tgtEl>
                                          <p:spTgt spid="92"/>
                                        </p:tgtEl>
                                        <p:attrNameLst>
                                          <p:attrName>ppt_x</p:attrName>
                                        </p:attrNameLst>
                                      </p:cBhvr>
                                      <p:tavLst>
                                        <p:tav tm="0">
                                          <p:val>
                                            <p:strVal val="ppt_x"/>
                                          </p:val>
                                        </p:tav>
                                        <p:tav tm="100000">
                                          <p:val>
                                            <p:strVal val="ppt_x"/>
                                          </p:val>
                                        </p:tav>
                                      </p:tavLst>
                                    </p:anim>
                                    <p:anim calcmode="lin" valueType="num">
                                      <p:cBhvr>
                                        <p:cTn id="109" dur="1000"/>
                                        <p:tgtEl>
                                          <p:spTgt spid="92"/>
                                        </p:tgtEl>
                                        <p:attrNameLst>
                                          <p:attrName>ppt_y</p:attrName>
                                        </p:attrNameLst>
                                      </p:cBhvr>
                                      <p:tavLst>
                                        <p:tav tm="0">
                                          <p:val>
                                            <p:strVal val="ppt_y"/>
                                          </p:val>
                                        </p:tav>
                                        <p:tav tm="100000">
                                          <p:val>
                                            <p:strVal val="ppt_y+.1"/>
                                          </p:val>
                                        </p:tav>
                                      </p:tavLst>
                                    </p:anim>
                                    <p:set>
                                      <p:cBhvr>
                                        <p:cTn id="110" dur="1" fill="hold">
                                          <p:stCondLst>
                                            <p:cond delay="999"/>
                                          </p:stCondLst>
                                        </p:cTn>
                                        <p:tgtEl>
                                          <p:spTgt spid="92"/>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7" presetClass="emph" presetSubtype="2" fill="hold" nodeType="clickEffect">
                                  <p:stCondLst>
                                    <p:cond delay="0"/>
                                  </p:stCondLst>
                                  <p:childTnLst>
                                    <p:animClr clrSpc="rgb" dir="cw">
                                      <p:cBhvr>
                                        <p:cTn id="114" dur="2000" fill="hold"/>
                                        <p:tgtEl>
                                          <p:spTgt spid="95"/>
                                        </p:tgtEl>
                                        <p:attrNameLst>
                                          <p:attrName>stroke.color</p:attrName>
                                        </p:attrNameLst>
                                      </p:cBhvr>
                                      <p:to>
                                        <a:schemeClr val="accent2"/>
                                      </p:to>
                                    </p:animClr>
                                    <p:set>
                                      <p:cBhvr>
                                        <p:cTn id="115" dur="2000" fill="hold"/>
                                        <p:tgtEl>
                                          <p:spTgt spid="95"/>
                                        </p:tgtEl>
                                        <p:attrNameLst>
                                          <p:attrName>stroke.on</p:attrName>
                                        </p:attrNameLst>
                                      </p:cBhvr>
                                      <p:to>
                                        <p:strVal val="true"/>
                                      </p:to>
                                    </p:set>
                                  </p:childTnLst>
                                </p:cTn>
                              </p:par>
                            </p:childTnLst>
                          </p:cTn>
                        </p:par>
                      </p:childTnLst>
                    </p:cTn>
                  </p:par>
                  <p:par>
                    <p:cTn id="116" fill="hold">
                      <p:stCondLst>
                        <p:cond delay="indefinite"/>
                      </p:stCondLst>
                      <p:childTnLst>
                        <p:par>
                          <p:cTn id="117" fill="hold">
                            <p:stCondLst>
                              <p:cond delay="0"/>
                            </p:stCondLst>
                            <p:childTnLst>
                              <p:par>
                                <p:cTn id="118" presetID="42" presetClass="exit" presetSubtype="0" fill="hold" nodeType="clickEffect">
                                  <p:stCondLst>
                                    <p:cond delay="0"/>
                                  </p:stCondLst>
                                  <p:childTnLst>
                                    <p:animEffect transition="out" filter="fade">
                                      <p:cBhvr>
                                        <p:cTn id="119" dur="1000"/>
                                        <p:tgtEl>
                                          <p:spTgt spid="94"/>
                                        </p:tgtEl>
                                      </p:cBhvr>
                                    </p:animEffect>
                                    <p:anim calcmode="lin" valueType="num">
                                      <p:cBhvr>
                                        <p:cTn id="120" dur="1000"/>
                                        <p:tgtEl>
                                          <p:spTgt spid="94"/>
                                        </p:tgtEl>
                                        <p:attrNameLst>
                                          <p:attrName>ppt_x</p:attrName>
                                        </p:attrNameLst>
                                      </p:cBhvr>
                                      <p:tavLst>
                                        <p:tav tm="0">
                                          <p:val>
                                            <p:strVal val="ppt_x"/>
                                          </p:val>
                                        </p:tav>
                                        <p:tav tm="100000">
                                          <p:val>
                                            <p:strVal val="ppt_x"/>
                                          </p:val>
                                        </p:tav>
                                      </p:tavLst>
                                    </p:anim>
                                    <p:anim calcmode="lin" valueType="num">
                                      <p:cBhvr>
                                        <p:cTn id="121" dur="1000"/>
                                        <p:tgtEl>
                                          <p:spTgt spid="94"/>
                                        </p:tgtEl>
                                        <p:attrNameLst>
                                          <p:attrName>ppt_y</p:attrName>
                                        </p:attrNameLst>
                                      </p:cBhvr>
                                      <p:tavLst>
                                        <p:tav tm="0">
                                          <p:val>
                                            <p:strVal val="ppt_y"/>
                                          </p:val>
                                        </p:tav>
                                        <p:tav tm="100000">
                                          <p:val>
                                            <p:strVal val="ppt_y+.1"/>
                                          </p:val>
                                        </p:tav>
                                      </p:tavLst>
                                    </p:anim>
                                    <p:set>
                                      <p:cBhvr>
                                        <p:cTn id="122" dur="1" fill="hold">
                                          <p:stCondLst>
                                            <p:cond delay="999"/>
                                          </p:stCondLst>
                                        </p:cTn>
                                        <p:tgtEl>
                                          <p:spTgt spid="94"/>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7" presetClass="emph" presetSubtype="2" fill="hold" nodeType="clickEffect">
                                  <p:stCondLst>
                                    <p:cond delay="0"/>
                                  </p:stCondLst>
                                  <p:childTnLst>
                                    <p:animClr clrSpc="rgb" dir="cw">
                                      <p:cBhvr>
                                        <p:cTn id="126" dur="2000" fill="hold"/>
                                        <p:tgtEl>
                                          <p:spTgt spid="93"/>
                                        </p:tgtEl>
                                        <p:attrNameLst>
                                          <p:attrName>stroke.color</p:attrName>
                                        </p:attrNameLst>
                                      </p:cBhvr>
                                      <p:to>
                                        <a:schemeClr val="accent2"/>
                                      </p:to>
                                    </p:animClr>
                                    <p:set>
                                      <p:cBhvr>
                                        <p:cTn id="127" dur="2000" fill="hold"/>
                                        <p:tgtEl>
                                          <p:spTgt spid="93"/>
                                        </p:tgtEl>
                                        <p:attrNameLst>
                                          <p:attrName>stroke.on</p:attrName>
                                        </p:attrNameLst>
                                      </p:cBhvr>
                                      <p:to>
                                        <p:strVal val="tru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134"/>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0"/>
                                          </p:stCondLst>
                                        </p:cTn>
                                        <p:tgtEl>
                                          <p:spTgt spid="127"/>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129"/>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130"/>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131"/>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132"/>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133"/>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135"/>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nodeType="clickEffect">
                                  <p:stCondLst>
                                    <p:cond delay="0"/>
                                  </p:stCondLst>
                                  <p:childTnLst>
                                    <p:set>
                                      <p:cBhvr>
                                        <p:cTn id="163" dur="1" fill="hold">
                                          <p:stCondLst>
                                            <p:cond delay="0"/>
                                          </p:stCondLst>
                                        </p:cTn>
                                        <p:tgtEl>
                                          <p:spTgt spid="136"/>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137"/>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138"/>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139"/>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140"/>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69" grpId="0" animBg="1"/>
      <p:bldP spid="70" grpId="0" animBg="1"/>
      <p:bldP spid="71" grpId="0" animBg="1"/>
      <p:bldP spid="72" grpId="0"/>
      <p:bldP spid="73" grpId="0" animBg="1"/>
      <p:bldP spid="74" grpId="0" animBg="1"/>
      <p:bldP spid="75" grpId="0" animBg="1"/>
      <p:bldP spid="76" grpId="0" animBg="1"/>
      <p:bldP spid="77" grpId="0" animBg="1"/>
      <p:bldP spid="78" grpId="0"/>
      <p:bldP spid="79" grpId="0"/>
      <p:bldP spid="80" grpId="0"/>
      <p:bldP spid="81" grpId="0"/>
      <p:bldP spid="82" grpId="0"/>
      <p:bldP spid="83" grpId="0"/>
      <p:bldP spid="84" grpId="0"/>
      <p:bldP spid="85" grpId="0"/>
      <p:bldP spid="86" grpId="0"/>
      <p:bldP spid="129" grpId="0"/>
      <p:bldP spid="130" grpId="0"/>
      <p:bldP spid="131" grpId="0"/>
      <p:bldP spid="132" grpId="0"/>
      <p:bldP spid="133" grpId="0"/>
      <p:bldP spid="134" grpId="0"/>
      <p:bldP spid="135" grpId="0"/>
      <p:bldP spid="137" grpId="0"/>
      <p:bldP spid="138" grpId="0"/>
      <p:bldP spid="139" grpId="0"/>
      <p:bldP spid="140" grpId="0"/>
      <p:bldP spid="141"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F53C3-EBBB-A164-E0EB-88447811DF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44B4DFA-CC14-0175-C412-6F192199CFA0}"/>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72018D88-30A9-5C4F-46DD-6EED866C14B7}"/>
              </a:ext>
            </a:extLst>
          </p:cNvPr>
          <p:cNvSpPr>
            <a:spLocks noGrp="1"/>
          </p:cNvSpPr>
          <p:nvPr>
            <p:ph idx="1"/>
          </p:nvPr>
        </p:nvSpPr>
        <p:spPr>
          <a:xfrm>
            <a:off x="131179" y="863444"/>
            <a:ext cx="5964821" cy="5590565"/>
          </a:xfrm>
        </p:spPr>
        <p:txBody>
          <a:bodyPr/>
          <a:lstStyle/>
          <a:p>
            <a:endParaRPr lang="en-US" dirty="0"/>
          </a:p>
          <a:p>
            <a:endParaRPr lang="en-US" dirty="0"/>
          </a:p>
          <a:p>
            <a:endParaRPr lang="en-US" dirty="0"/>
          </a:p>
          <a:p>
            <a:endParaRPr lang="en-US" dirty="0"/>
          </a:p>
          <a:p>
            <a:endParaRPr lang="en-US" dirty="0"/>
          </a:p>
        </p:txBody>
      </p:sp>
      <p:sp>
        <p:nvSpPr>
          <p:cNvPr id="6" name="Content Placeholder 2">
            <a:extLst>
              <a:ext uri="{FF2B5EF4-FFF2-40B4-BE49-F238E27FC236}">
                <a16:creationId xmlns:a16="http://schemas.microsoft.com/office/drawing/2014/main" id="{B8861733-5851-CBFE-5002-F6DEAD4BEBDE}"/>
              </a:ext>
            </a:extLst>
          </p:cNvPr>
          <p:cNvSpPr txBox="1">
            <a:spLocks/>
          </p:cNvSpPr>
          <p:nvPr/>
        </p:nvSpPr>
        <p:spPr>
          <a:xfrm>
            <a:off x="131179" y="846971"/>
            <a:ext cx="1172482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Find domination number and total domination number of the following graph.</a:t>
            </a:r>
          </a:p>
          <a:p>
            <a:endParaRPr lang="en-US" dirty="0"/>
          </a:p>
          <a:p>
            <a:endParaRPr lang="en-US" dirty="0"/>
          </a:p>
        </p:txBody>
      </p:sp>
      <p:pic>
        <p:nvPicPr>
          <p:cNvPr id="4" name="Picture 3">
            <a:extLst>
              <a:ext uri="{FF2B5EF4-FFF2-40B4-BE49-F238E27FC236}">
                <a16:creationId xmlns:a16="http://schemas.microsoft.com/office/drawing/2014/main" id="{A3EE807F-D7F4-7F08-F134-EDF06D53726A}"/>
              </a:ext>
            </a:extLst>
          </p:cNvPr>
          <p:cNvPicPr>
            <a:picLocks noChangeAspect="1"/>
          </p:cNvPicPr>
          <p:nvPr/>
        </p:nvPicPr>
        <p:blipFill>
          <a:blip r:embed="rId2"/>
          <a:srcRect l="12412" t="4451" r="10364" b="7831"/>
          <a:stretch>
            <a:fillRect/>
          </a:stretch>
        </p:blipFill>
        <p:spPr>
          <a:xfrm>
            <a:off x="333981" y="2034000"/>
            <a:ext cx="3563091" cy="3563092"/>
          </a:xfrm>
          <a:prstGeom prst="rect">
            <a:avLst/>
          </a:prstGeom>
        </p:spPr>
      </p:pic>
      <p:pic>
        <p:nvPicPr>
          <p:cNvPr id="12" name="Picture 11">
            <a:extLst>
              <a:ext uri="{FF2B5EF4-FFF2-40B4-BE49-F238E27FC236}">
                <a16:creationId xmlns:a16="http://schemas.microsoft.com/office/drawing/2014/main" id="{2E76710A-5CB4-F765-2055-C7042F5E1412}"/>
              </a:ext>
            </a:extLst>
          </p:cNvPr>
          <p:cNvPicPr>
            <a:picLocks noChangeAspect="1"/>
          </p:cNvPicPr>
          <p:nvPr/>
        </p:nvPicPr>
        <p:blipFill>
          <a:blip r:embed="rId3"/>
          <a:stretch>
            <a:fillRect/>
          </a:stretch>
        </p:blipFill>
        <p:spPr>
          <a:xfrm>
            <a:off x="3897072" y="1790465"/>
            <a:ext cx="3918807" cy="3878092"/>
          </a:xfrm>
          <a:prstGeom prst="rect">
            <a:avLst/>
          </a:prstGeom>
        </p:spPr>
      </p:pic>
      <p:pic>
        <p:nvPicPr>
          <p:cNvPr id="14" name="Picture 13">
            <a:extLst>
              <a:ext uri="{FF2B5EF4-FFF2-40B4-BE49-F238E27FC236}">
                <a16:creationId xmlns:a16="http://schemas.microsoft.com/office/drawing/2014/main" id="{B91876F4-CD32-C974-EBEF-AB44E0D9FB66}"/>
              </a:ext>
            </a:extLst>
          </p:cNvPr>
          <p:cNvPicPr>
            <a:picLocks noChangeAspect="1"/>
          </p:cNvPicPr>
          <p:nvPr/>
        </p:nvPicPr>
        <p:blipFill>
          <a:blip r:embed="rId4"/>
          <a:srcRect l="16592" t="8553" r="16907" b="5628"/>
          <a:stretch>
            <a:fillRect/>
          </a:stretch>
        </p:blipFill>
        <p:spPr>
          <a:xfrm>
            <a:off x="8011786" y="2034000"/>
            <a:ext cx="3532801" cy="3652557"/>
          </a:xfrm>
          <a:prstGeom prst="rect">
            <a:avLst/>
          </a:prstGeom>
        </p:spPr>
      </p:pic>
      <p:sp>
        <p:nvSpPr>
          <p:cNvPr id="5" name="TextBox 4">
            <a:extLst>
              <a:ext uri="{FF2B5EF4-FFF2-40B4-BE49-F238E27FC236}">
                <a16:creationId xmlns:a16="http://schemas.microsoft.com/office/drawing/2014/main" id="{28007A3C-8225-30EC-680C-7F3F2205EA11}"/>
              </a:ext>
            </a:extLst>
          </p:cNvPr>
          <p:cNvSpPr txBox="1"/>
          <p:nvPr/>
        </p:nvSpPr>
        <p:spPr>
          <a:xfrm>
            <a:off x="1522671" y="5732863"/>
            <a:ext cx="1185709" cy="369332"/>
          </a:xfrm>
          <a:prstGeom prst="rect">
            <a:avLst/>
          </a:prstGeom>
          <a:noFill/>
        </p:spPr>
        <p:txBody>
          <a:bodyPr wrap="square">
            <a:spAutoFit/>
          </a:bodyPr>
          <a:lstStyle/>
          <a:p>
            <a:pPr marL="0" algn="l" rtl="0" eaLnBrk="1" latinLnBrk="0" hangingPunct="1">
              <a:buNone/>
            </a:pPr>
            <a:r>
              <a:rPr lang="en-IN" sz="1800" b="1" kern="1200" dirty="0">
                <a:solidFill>
                  <a:srgbClr val="212121"/>
                </a:solidFill>
                <a:effectLst/>
                <a:latin typeface="Roboto Condensed" panose="02000000000000000000" pitchFamily="2" charset="0"/>
                <a:ea typeface="+mn-ea"/>
                <a:cs typeface="+mn-cs"/>
              </a:rPr>
              <a:t>Web Graph</a:t>
            </a:r>
            <a:endParaRPr lang="en-IN" dirty="0">
              <a:effectLst/>
            </a:endParaRPr>
          </a:p>
        </p:txBody>
      </p:sp>
      <p:sp>
        <p:nvSpPr>
          <p:cNvPr id="8" name="TextBox 7">
            <a:extLst>
              <a:ext uri="{FF2B5EF4-FFF2-40B4-BE49-F238E27FC236}">
                <a16:creationId xmlns:a16="http://schemas.microsoft.com/office/drawing/2014/main" id="{E14F19D9-855B-AB48-A6F9-65FC23C5DC85}"/>
              </a:ext>
            </a:extLst>
          </p:cNvPr>
          <p:cNvSpPr txBox="1"/>
          <p:nvPr/>
        </p:nvSpPr>
        <p:spPr>
          <a:xfrm>
            <a:off x="9103186" y="5732863"/>
            <a:ext cx="1350000" cy="369332"/>
          </a:xfrm>
          <a:prstGeom prst="rect">
            <a:avLst/>
          </a:prstGeom>
          <a:noFill/>
        </p:spPr>
        <p:txBody>
          <a:bodyPr wrap="square">
            <a:spAutoFit/>
          </a:bodyPr>
          <a:lstStyle/>
          <a:p>
            <a:r>
              <a:rPr lang="en-IN" b="1" dirty="0"/>
              <a:t>Wheel Graph</a:t>
            </a:r>
            <a:endParaRPr lang="en-IN" dirty="0">
              <a:effectLst/>
            </a:endParaRPr>
          </a:p>
        </p:txBody>
      </p:sp>
      <p:sp>
        <p:nvSpPr>
          <p:cNvPr id="11" name="TextBox 10">
            <a:extLst>
              <a:ext uri="{FF2B5EF4-FFF2-40B4-BE49-F238E27FC236}">
                <a16:creationId xmlns:a16="http://schemas.microsoft.com/office/drawing/2014/main" id="{5DC20BEC-DA41-3141-4FD7-C8A892F96EDA}"/>
              </a:ext>
            </a:extLst>
          </p:cNvPr>
          <p:cNvSpPr txBox="1"/>
          <p:nvPr/>
        </p:nvSpPr>
        <p:spPr>
          <a:xfrm>
            <a:off x="4950734" y="5732863"/>
            <a:ext cx="2085709" cy="369332"/>
          </a:xfrm>
          <a:prstGeom prst="rect">
            <a:avLst/>
          </a:prstGeom>
          <a:noFill/>
        </p:spPr>
        <p:txBody>
          <a:bodyPr wrap="square">
            <a:spAutoFit/>
          </a:bodyPr>
          <a:lstStyle/>
          <a:p>
            <a:pPr marL="0" algn="l" rtl="0" eaLnBrk="1" latinLnBrk="0" hangingPunct="1">
              <a:buNone/>
            </a:pPr>
            <a:r>
              <a:rPr lang="en-IN" sz="1800" b="1" kern="1200" dirty="0">
                <a:solidFill>
                  <a:srgbClr val="212121"/>
                </a:solidFill>
                <a:effectLst/>
                <a:latin typeface="Roboto Condensed" panose="02000000000000000000" pitchFamily="2" charset="0"/>
                <a:ea typeface="+mn-ea"/>
                <a:cs typeface="+mn-cs"/>
              </a:rPr>
              <a:t>Cocktail Party Graph</a:t>
            </a:r>
            <a:endParaRPr lang="en-IN" dirty="0">
              <a:effectLst/>
            </a:endParaRPr>
          </a:p>
        </p:txBody>
      </p:sp>
    </p:spTree>
    <p:extLst>
      <p:ext uri="{BB962C8B-B14F-4D97-AF65-F5344CB8AC3E}">
        <p14:creationId xmlns:p14="http://schemas.microsoft.com/office/powerpoint/2010/main" val="377541701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B790F-EC7B-F37B-F9D0-C69594A49D7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E858F42-F8C7-01CB-0644-BAAB584B4043}"/>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FA0AE614-B453-810F-C694-78CE15789A00}"/>
              </a:ext>
            </a:extLst>
          </p:cNvPr>
          <p:cNvSpPr>
            <a:spLocks noGrp="1"/>
          </p:cNvSpPr>
          <p:nvPr>
            <p:ph idx="1"/>
          </p:nvPr>
        </p:nvSpPr>
        <p:spPr>
          <a:xfrm>
            <a:off x="131179" y="863444"/>
            <a:ext cx="5964821" cy="5590565"/>
          </a:xfrm>
        </p:spPr>
        <p:txBody>
          <a:bodyPr/>
          <a:lstStyle/>
          <a:p>
            <a:endParaRPr lang="en-US" dirty="0"/>
          </a:p>
          <a:p>
            <a:endParaRPr lang="en-US" dirty="0"/>
          </a:p>
          <a:p>
            <a:endParaRPr lang="en-US" dirty="0"/>
          </a:p>
          <a:p>
            <a:endParaRPr lang="en-US" dirty="0"/>
          </a:p>
          <a:p>
            <a:endParaRPr lang="en-US" dirty="0"/>
          </a:p>
        </p:txBody>
      </p:sp>
      <p:sp>
        <p:nvSpPr>
          <p:cNvPr id="6" name="Content Placeholder 2">
            <a:extLst>
              <a:ext uri="{FF2B5EF4-FFF2-40B4-BE49-F238E27FC236}">
                <a16:creationId xmlns:a16="http://schemas.microsoft.com/office/drawing/2014/main" id="{B77EF3E6-6AFE-8F5E-03A9-87F3EFD3D683}"/>
              </a:ext>
            </a:extLst>
          </p:cNvPr>
          <p:cNvSpPr txBox="1">
            <a:spLocks/>
          </p:cNvSpPr>
          <p:nvPr/>
        </p:nvSpPr>
        <p:spPr>
          <a:xfrm>
            <a:off x="131179" y="846971"/>
            <a:ext cx="1172482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Find matching number of the following graph.</a:t>
            </a:r>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89DB62B8-40E7-CC6F-7BF2-E5C61B5545FD}"/>
              </a:ext>
            </a:extLst>
          </p:cNvPr>
          <p:cNvPicPr>
            <a:picLocks noChangeAspect="1"/>
          </p:cNvPicPr>
          <p:nvPr/>
        </p:nvPicPr>
        <p:blipFill>
          <a:blip r:embed="rId2"/>
          <a:srcRect l="12412" t="4451" r="10364" b="7831"/>
          <a:stretch>
            <a:fillRect/>
          </a:stretch>
        </p:blipFill>
        <p:spPr>
          <a:xfrm>
            <a:off x="333981" y="2034000"/>
            <a:ext cx="3563091" cy="3563092"/>
          </a:xfrm>
          <a:prstGeom prst="rect">
            <a:avLst/>
          </a:prstGeom>
        </p:spPr>
      </p:pic>
      <p:pic>
        <p:nvPicPr>
          <p:cNvPr id="12" name="Picture 11">
            <a:extLst>
              <a:ext uri="{FF2B5EF4-FFF2-40B4-BE49-F238E27FC236}">
                <a16:creationId xmlns:a16="http://schemas.microsoft.com/office/drawing/2014/main" id="{A09DF674-4440-C779-1EEC-666B8A49A72C}"/>
              </a:ext>
            </a:extLst>
          </p:cNvPr>
          <p:cNvPicPr>
            <a:picLocks noChangeAspect="1"/>
          </p:cNvPicPr>
          <p:nvPr/>
        </p:nvPicPr>
        <p:blipFill>
          <a:blip r:embed="rId3"/>
          <a:stretch>
            <a:fillRect/>
          </a:stretch>
        </p:blipFill>
        <p:spPr>
          <a:xfrm>
            <a:off x="3897072" y="1790465"/>
            <a:ext cx="3918807" cy="3878092"/>
          </a:xfrm>
          <a:prstGeom prst="rect">
            <a:avLst/>
          </a:prstGeom>
        </p:spPr>
      </p:pic>
      <p:pic>
        <p:nvPicPr>
          <p:cNvPr id="14" name="Picture 13">
            <a:extLst>
              <a:ext uri="{FF2B5EF4-FFF2-40B4-BE49-F238E27FC236}">
                <a16:creationId xmlns:a16="http://schemas.microsoft.com/office/drawing/2014/main" id="{14816329-483D-2BE2-1B32-651D6EC316E4}"/>
              </a:ext>
            </a:extLst>
          </p:cNvPr>
          <p:cNvPicPr>
            <a:picLocks noChangeAspect="1"/>
          </p:cNvPicPr>
          <p:nvPr/>
        </p:nvPicPr>
        <p:blipFill>
          <a:blip r:embed="rId4"/>
          <a:srcRect l="16592" t="8553" r="16907" b="5628"/>
          <a:stretch>
            <a:fillRect/>
          </a:stretch>
        </p:blipFill>
        <p:spPr>
          <a:xfrm>
            <a:off x="8011786" y="2034000"/>
            <a:ext cx="3532801" cy="3652557"/>
          </a:xfrm>
          <a:prstGeom prst="rect">
            <a:avLst/>
          </a:prstGeom>
        </p:spPr>
      </p:pic>
      <p:sp>
        <p:nvSpPr>
          <p:cNvPr id="16" name="TextBox 15">
            <a:extLst>
              <a:ext uri="{FF2B5EF4-FFF2-40B4-BE49-F238E27FC236}">
                <a16:creationId xmlns:a16="http://schemas.microsoft.com/office/drawing/2014/main" id="{F1E65112-F0D8-074D-EF2D-096C08139C5B}"/>
              </a:ext>
            </a:extLst>
          </p:cNvPr>
          <p:cNvSpPr txBox="1"/>
          <p:nvPr/>
        </p:nvSpPr>
        <p:spPr>
          <a:xfrm>
            <a:off x="1522671" y="5732863"/>
            <a:ext cx="1185709" cy="369332"/>
          </a:xfrm>
          <a:prstGeom prst="rect">
            <a:avLst/>
          </a:prstGeom>
          <a:noFill/>
        </p:spPr>
        <p:txBody>
          <a:bodyPr wrap="square">
            <a:spAutoFit/>
          </a:bodyPr>
          <a:lstStyle/>
          <a:p>
            <a:pPr marL="0" algn="l" rtl="0" eaLnBrk="1" latinLnBrk="0" hangingPunct="1">
              <a:buNone/>
            </a:pPr>
            <a:r>
              <a:rPr lang="en-IN" sz="1800" b="1" kern="1200" dirty="0">
                <a:solidFill>
                  <a:srgbClr val="212121"/>
                </a:solidFill>
                <a:effectLst/>
                <a:latin typeface="Roboto Condensed" panose="02000000000000000000" pitchFamily="2" charset="0"/>
                <a:ea typeface="+mn-ea"/>
                <a:cs typeface="+mn-cs"/>
              </a:rPr>
              <a:t>Web Graph</a:t>
            </a:r>
            <a:endParaRPr lang="en-IN" dirty="0">
              <a:effectLst/>
            </a:endParaRPr>
          </a:p>
        </p:txBody>
      </p:sp>
      <p:sp>
        <p:nvSpPr>
          <p:cNvPr id="18" name="TextBox 17">
            <a:extLst>
              <a:ext uri="{FF2B5EF4-FFF2-40B4-BE49-F238E27FC236}">
                <a16:creationId xmlns:a16="http://schemas.microsoft.com/office/drawing/2014/main" id="{94C57A4D-BC7C-C29B-1029-8A73CB611E30}"/>
              </a:ext>
            </a:extLst>
          </p:cNvPr>
          <p:cNvSpPr txBox="1"/>
          <p:nvPr/>
        </p:nvSpPr>
        <p:spPr>
          <a:xfrm>
            <a:off x="9103186" y="5732863"/>
            <a:ext cx="1350000" cy="369332"/>
          </a:xfrm>
          <a:prstGeom prst="rect">
            <a:avLst/>
          </a:prstGeom>
          <a:noFill/>
        </p:spPr>
        <p:txBody>
          <a:bodyPr wrap="square">
            <a:spAutoFit/>
          </a:bodyPr>
          <a:lstStyle/>
          <a:p>
            <a:r>
              <a:rPr lang="en-IN" b="1" dirty="0"/>
              <a:t>Wheel Graph</a:t>
            </a:r>
            <a:endParaRPr lang="en-IN" dirty="0">
              <a:effectLst/>
            </a:endParaRPr>
          </a:p>
        </p:txBody>
      </p:sp>
      <p:sp>
        <p:nvSpPr>
          <p:cNvPr id="20" name="TextBox 19">
            <a:extLst>
              <a:ext uri="{FF2B5EF4-FFF2-40B4-BE49-F238E27FC236}">
                <a16:creationId xmlns:a16="http://schemas.microsoft.com/office/drawing/2014/main" id="{3D861B85-4E0B-A46F-1848-A4F43FE4D945}"/>
              </a:ext>
            </a:extLst>
          </p:cNvPr>
          <p:cNvSpPr txBox="1"/>
          <p:nvPr/>
        </p:nvSpPr>
        <p:spPr>
          <a:xfrm>
            <a:off x="4950734" y="5732863"/>
            <a:ext cx="2085709" cy="369332"/>
          </a:xfrm>
          <a:prstGeom prst="rect">
            <a:avLst/>
          </a:prstGeom>
          <a:noFill/>
        </p:spPr>
        <p:txBody>
          <a:bodyPr wrap="square">
            <a:spAutoFit/>
          </a:bodyPr>
          <a:lstStyle/>
          <a:p>
            <a:pPr marL="0" algn="l" rtl="0" eaLnBrk="1" latinLnBrk="0" hangingPunct="1">
              <a:buNone/>
            </a:pPr>
            <a:r>
              <a:rPr lang="en-IN" sz="1800" b="1" kern="1200" dirty="0">
                <a:solidFill>
                  <a:srgbClr val="212121"/>
                </a:solidFill>
                <a:effectLst/>
                <a:latin typeface="Roboto Condensed" panose="02000000000000000000" pitchFamily="2" charset="0"/>
                <a:ea typeface="+mn-ea"/>
                <a:cs typeface="+mn-cs"/>
              </a:rPr>
              <a:t>Cocktail Party Graph</a:t>
            </a:r>
            <a:endParaRPr lang="en-IN" dirty="0">
              <a:effectLst/>
            </a:endParaRPr>
          </a:p>
        </p:txBody>
      </p:sp>
    </p:spTree>
    <p:extLst>
      <p:ext uri="{BB962C8B-B14F-4D97-AF65-F5344CB8AC3E}">
        <p14:creationId xmlns:p14="http://schemas.microsoft.com/office/powerpoint/2010/main" val="321238761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78897-99BF-18A4-B58B-0DE1673A1ACB}"/>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60C1734C-C815-7186-AC6D-4FC45434EE77}"/>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09DD1F9A-5CC9-13A8-18B5-2B17DF2A9838}"/>
              </a:ext>
            </a:extLst>
          </p:cNvPr>
          <p:cNvSpPr>
            <a:spLocks noGrp="1"/>
          </p:cNvSpPr>
          <p:nvPr>
            <p:ph idx="1"/>
          </p:nvPr>
        </p:nvSpPr>
        <p:spPr>
          <a:xfrm>
            <a:off x="131179" y="863444"/>
            <a:ext cx="11724821" cy="5590565"/>
          </a:xfrm>
        </p:spPr>
        <p:txBody>
          <a:bodyPr/>
          <a:lstStyle/>
          <a:p>
            <a:endParaRPr lang="en-US" dirty="0"/>
          </a:p>
          <a:p>
            <a:endParaRPr lang="en-US" dirty="0"/>
          </a:p>
          <a:p>
            <a:endParaRPr lang="en-US" dirty="0"/>
          </a:p>
          <a:p>
            <a:endParaRPr lang="en-US" dirty="0"/>
          </a:p>
          <a:p>
            <a:endParaRPr lang="en-US" dirty="0"/>
          </a:p>
        </p:txBody>
      </p:sp>
      <p:sp>
        <p:nvSpPr>
          <p:cNvPr id="6" name="Content Placeholder 2">
            <a:extLst>
              <a:ext uri="{FF2B5EF4-FFF2-40B4-BE49-F238E27FC236}">
                <a16:creationId xmlns:a16="http://schemas.microsoft.com/office/drawing/2014/main" id="{19FA96B2-9F3A-423D-0002-C7AE0B3CA22C}"/>
              </a:ext>
            </a:extLst>
          </p:cNvPr>
          <p:cNvSpPr txBox="1">
            <a:spLocks/>
          </p:cNvSpPr>
          <p:nvPr/>
        </p:nvSpPr>
        <p:spPr>
          <a:xfrm>
            <a:off x="131179" y="846971"/>
            <a:ext cx="1172482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Is a perfect matching possible?</a:t>
            </a:r>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FEB1D18F-C3BC-229C-442C-09C365C7C51C}"/>
              </a:ext>
            </a:extLst>
          </p:cNvPr>
          <p:cNvPicPr>
            <a:picLocks noChangeAspect="1"/>
          </p:cNvPicPr>
          <p:nvPr/>
        </p:nvPicPr>
        <p:blipFill>
          <a:blip r:embed="rId2"/>
          <a:srcRect l="12412" t="4451" r="10364" b="7831"/>
          <a:stretch>
            <a:fillRect/>
          </a:stretch>
        </p:blipFill>
        <p:spPr>
          <a:xfrm>
            <a:off x="333981" y="2034000"/>
            <a:ext cx="3563091" cy="3563092"/>
          </a:xfrm>
          <a:prstGeom prst="rect">
            <a:avLst/>
          </a:prstGeom>
        </p:spPr>
      </p:pic>
      <p:pic>
        <p:nvPicPr>
          <p:cNvPr id="12" name="Picture 11">
            <a:extLst>
              <a:ext uri="{FF2B5EF4-FFF2-40B4-BE49-F238E27FC236}">
                <a16:creationId xmlns:a16="http://schemas.microsoft.com/office/drawing/2014/main" id="{DD91FD05-0421-938C-9ABD-4478B4918535}"/>
              </a:ext>
            </a:extLst>
          </p:cNvPr>
          <p:cNvPicPr>
            <a:picLocks noChangeAspect="1"/>
          </p:cNvPicPr>
          <p:nvPr/>
        </p:nvPicPr>
        <p:blipFill>
          <a:blip r:embed="rId3"/>
          <a:stretch>
            <a:fillRect/>
          </a:stretch>
        </p:blipFill>
        <p:spPr>
          <a:xfrm>
            <a:off x="3897072" y="1790465"/>
            <a:ext cx="3918807" cy="3878092"/>
          </a:xfrm>
          <a:prstGeom prst="rect">
            <a:avLst/>
          </a:prstGeom>
        </p:spPr>
      </p:pic>
      <p:pic>
        <p:nvPicPr>
          <p:cNvPr id="14" name="Picture 13">
            <a:extLst>
              <a:ext uri="{FF2B5EF4-FFF2-40B4-BE49-F238E27FC236}">
                <a16:creationId xmlns:a16="http://schemas.microsoft.com/office/drawing/2014/main" id="{EC654AE5-3D7D-D302-7154-C1BD9E138F9D}"/>
              </a:ext>
            </a:extLst>
          </p:cNvPr>
          <p:cNvPicPr>
            <a:picLocks noChangeAspect="1"/>
          </p:cNvPicPr>
          <p:nvPr/>
        </p:nvPicPr>
        <p:blipFill>
          <a:blip r:embed="rId4"/>
          <a:srcRect l="16592" t="8553" r="16907" b="5628"/>
          <a:stretch>
            <a:fillRect/>
          </a:stretch>
        </p:blipFill>
        <p:spPr>
          <a:xfrm>
            <a:off x="8011786" y="2034000"/>
            <a:ext cx="3532801" cy="3652557"/>
          </a:xfrm>
          <a:prstGeom prst="rect">
            <a:avLst/>
          </a:prstGeom>
        </p:spPr>
      </p:pic>
      <p:sp>
        <p:nvSpPr>
          <p:cNvPr id="5" name="TextBox 4">
            <a:extLst>
              <a:ext uri="{FF2B5EF4-FFF2-40B4-BE49-F238E27FC236}">
                <a16:creationId xmlns:a16="http://schemas.microsoft.com/office/drawing/2014/main" id="{19510E1D-2778-59D2-4EB0-94C28DD8098B}"/>
              </a:ext>
            </a:extLst>
          </p:cNvPr>
          <p:cNvSpPr txBox="1"/>
          <p:nvPr/>
        </p:nvSpPr>
        <p:spPr>
          <a:xfrm>
            <a:off x="1522671" y="5732863"/>
            <a:ext cx="1185709" cy="369332"/>
          </a:xfrm>
          <a:prstGeom prst="rect">
            <a:avLst/>
          </a:prstGeom>
          <a:noFill/>
        </p:spPr>
        <p:txBody>
          <a:bodyPr wrap="square">
            <a:spAutoFit/>
          </a:bodyPr>
          <a:lstStyle/>
          <a:p>
            <a:pPr marL="0" algn="l" rtl="0" eaLnBrk="1" latinLnBrk="0" hangingPunct="1">
              <a:buNone/>
            </a:pPr>
            <a:r>
              <a:rPr lang="en-IN" sz="1800" b="1" kern="1200" dirty="0">
                <a:solidFill>
                  <a:srgbClr val="212121"/>
                </a:solidFill>
                <a:effectLst/>
                <a:latin typeface="Roboto Condensed" panose="02000000000000000000" pitchFamily="2" charset="0"/>
                <a:ea typeface="+mn-ea"/>
                <a:cs typeface="+mn-cs"/>
              </a:rPr>
              <a:t>Web Graph</a:t>
            </a:r>
            <a:endParaRPr lang="en-IN" dirty="0">
              <a:effectLst/>
            </a:endParaRPr>
          </a:p>
        </p:txBody>
      </p:sp>
      <p:sp>
        <p:nvSpPr>
          <p:cNvPr id="8" name="TextBox 7">
            <a:extLst>
              <a:ext uri="{FF2B5EF4-FFF2-40B4-BE49-F238E27FC236}">
                <a16:creationId xmlns:a16="http://schemas.microsoft.com/office/drawing/2014/main" id="{5BC4F0D6-A473-8235-1A84-451789B10B81}"/>
              </a:ext>
            </a:extLst>
          </p:cNvPr>
          <p:cNvSpPr txBox="1"/>
          <p:nvPr/>
        </p:nvSpPr>
        <p:spPr>
          <a:xfrm>
            <a:off x="9103186" y="5732863"/>
            <a:ext cx="1350000" cy="369332"/>
          </a:xfrm>
          <a:prstGeom prst="rect">
            <a:avLst/>
          </a:prstGeom>
          <a:noFill/>
        </p:spPr>
        <p:txBody>
          <a:bodyPr wrap="square">
            <a:spAutoFit/>
          </a:bodyPr>
          <a:lstStyle/>
          <a:p>
            <a:r>
              <a:rPr lang="en-IN" b="1" dirty="0"/>
              <a:t>Wheel Graph</a:t>
            </a:r>
            <a:endParaRPr lang="en-IN" dirty="0">
              <a:effectLst/>
            </a:endParaRPr>
          </a:p>
        </p:txBody>
      </p:sp>
      <p:sp>
        <p:nvSpPr>
          <p:cNvPr id="11" name="TextBox 10">
            <a:extLst>
              <a:ext uri="{FF2B5EF4-FFF2-40B4-BE49-F238E27FC236}">
                <a16:creationId xmlns:a16="http://schemas.microsoft.com/office/drawing/2014/main" id="{BEC06274-FB66-6D2D-0AEA-8B0A6CDBC902}"/>
              </a:ext>
            </a:extLst>
          </p:cNvPr>
          <p:cNvSpPr txBox="1"/>
          <p:nvPr/>
        </p:nvSpPr>
        <p:spPr>
          <a:xfrm>
            <a:off x="4950734" y="5732863"/>
            <a:ext cx="2085709" cy="369332"/>
          </a:xfrm>
          <a:prstGeom prst="rect">
            <a:avLst/>
          </a:prstGeom>
          <a:noFill/>
        </p:spPr>
        <p:txBody>
          <a:bodyPr wrap="square">
            <a:spAutoFit/>
          </a:bodyPr>
          <a:lstStyle/>
          <a:p>
            <a:pPr marL="0" algn="l" rtl="0" eaLnBrk="1" latinLnBrk="0" hangingPunct="1">
              <a:buNone/>
            </a:pPr>
            <a:r>
              <a:rPr lang="en-IN" sz="1800" b="1" kern="1200" dirty="0">
                <a:solidFill>
                  <a:srgbClr val="212121"/>
                </a:solidFill>
                <a:effectLst/>
                <a:latin typeface="Roboto Condensed" panose="02000000000000000000" pitchFamily="2" charset="0"/>
                <a:ea typeface="+mn-ea"/>
                <a:cs typeface="+mn-cs"/>
              </a:rPr>
              <a:t>Cocktail Party Graph</a:t>
            </a:r>
            <a:endParaRPr lang="en-IN" dirty="0">
              <a:effectLst/>
            </a:endParaRPr>
          </a:p>
        </p:txBody>
      </p:sp>
    </p:spTree>
    <p:extLst>
      <p:ext uri="{BB962C8B-B14F-4D97-AF65-F5344CB8AC3E}">
        <p14:creationId xmlns:p14="http://schemas.microsoft.com/office/powerpoint/2010/main" val="88737686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6A9D7-2C5B-C57B-62A1-652D6696926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E30FDB0-0E1E-5383-17E2-48A3938C336B}"/>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p:sp>
        <p:nvSpPr>
          <p:cNvPr id="3" name="Content Placeholder 2">
            <a:extLst>
              <a:ext uri="{FF2B5EF4-FFF2-40B4-BE49-F238E27FC236}">
                <a16:creationId xmlns:a16="http://schemas.microsoft.com/office/drawing/2014/main" id="{3B06EA46-0ACA-2A14-1F57-0C462BA371B8}"/>
              </a:ext>
            </a:extLst>
          </p:cNvPr>
          <p:cNvSpPr>
            <a:spLocks noGrp="1"/>
          </p:cNvSpPr>
          <p:nvPr>
            <p:ph idx="1"/>
          </p:nvPr>
        </p:nvSpPr>
        <p:spPr>
          <a:xfrm>
            <a:off x="131179" y="863444"/>
            <a:ext cx="11724821" cy="5590565"/>
          </a:xfrm>
        </p:spPr>
        <p:txBody>
          <a:bodyPr/>
          <a:lstStyle/>
          <a:p>
            <a:endParaRPr lang="en-US" dirty="0"/>
          </a:p>
          <a:p>
            <a:endParaRPr lang="en-US" dirty="0"/>
          </a:p>
          <a:p>
            <a:endParaRPr lang="en-US" dirty="0"/>
          </a:p>
          <a:p>
            <a:endParaRPr lang="en-US" dirty="0"/>
          </a:p>
          <a:p>
            <a:endParaRPr lang="en-US" dirty="0"/>
          </a:p>
        </p:txBody>
      </p:sp>
      <p:graphicFrame>
        <p:nvGraphicFramePr>
          <p:cNvPr id="2" name="Table 1">
            <a:extLst>
              <a:ext uri="{FF2B5EF4-FFF2-40B4-BE49-F238E27FC236}">
                <a16:creationId xmlns:a16="http://schemas.microsoft.com/office/drawing/2014/main" id="{4CD5BD28-1D77-A4A7-3471-3FF19A975C8C}"/>
              </a:ext>
            </a:extLst>
          </p:cNvPr>
          <p:cNvGraphicFramePr>
            <a:graphicFrameLocks noGrp="1"/>
          </p:cNvGraphicFramePr>
          <p:nvPr>
            <p:extLst>
              <p:ext uri="{D42A27DB-BD31-4B8C-83A1-F6EECF244321}">
                <p14:modId xmlns:p14="http://schemas.microsoft.com/office/powerpoint/2010/main" val="1130795877"/>
              </p:ext>
            </p:extLst>
          </p:nvPr>
        </p:nvGraphicFramePr>
        <p:xfrm>
          <a:off x="1191000" y="1539000"/>
          <a:ext cx="9013374" cy="3108960"/>
        </p:xfrm>
        <a:graphic>
          <a:graphicData uri="http://schemas.openxmlformats.org/drawingml/2006/table">
            <a:tbl>
              <a:tblPr>
                <a:tableStyleId>{D7AC3CCA-C797-4891-BE02-D94E43425B78}</a:tableStyleId>
              </a:tblPr>
              <a:tblGrid>
                <a:gridCol w="1575000">
                  <a:extLst>
                    <a:ext uri="{9D8B030D-6E8A-4147-A177-3AD203B41FA5}">
                      <a16:colId xmlns:a16="http://schemas.microsoft.com/office/drawing/2014/main" val="1767342687"/>
                    </a:ext>
                  </a:extLst>
                </a:gridCol>
                <a:gridCol w="1429458">
                  <a:extLst>
                    <a:ext uri="{9D8B030D-6E8A-4147-A177-3AD203B41FA5}">
                      <a16:colId xmlns:a16="http://schemas.microsoft.com/office/drawing/2014/main" val="718487695"/>
                    </a:ext>
                  </a:extLst>
                </a:gridCol>
                <a:gridCol w="1502229">
                  <a:extLst>
                    <a:ext uri="{9D8B030D-6E8A-4147-A177-3AD203B41FA5}">
                      <a16:colId xmlns:a16="http://schemas.microsoft.com/office/drawing/2014/main" val="3990503974"/>
                    </a:ext>
                  </a:extLst>
                </a:gridCol>
                <a:gridCol w="1502229">
                  <a:extLst>
                    <a:ext uri="{9D8B030D-6E8A-4147-A177-3AD203B41FA5}">
                      <a16:colId xmlns:a16="http://schemas.microsoft.com/office/drawing/2014/main" val="903060310"/>
                    </a:ext>
                  </a:extLst>
                </a:gridCol>
                <a:gridCol w="1502229">
                  <a:extLst>
                    <a:ext uri="{9D8B030D-6E8A-4147-A177-3AD203B41FA5}">
                      <a16:colId xmlns:a16="http://schemas.microsoft.com/office/drawing/2014/main" val="1024106000"/>
                    </a:ext>
                  </a:extLst>
                </a:gridCol>
                <a:gridCol w="1502229">
                  <a:extLst>
                    <a:ext uri="{9D8B030D-6E8A-4147-A177-3AD203B41FA5}">
                      <a16:colId xmlns:a16="http://schemas.microsoft.com/office/drawing/2014/main" val="4267193479"/>
                    </a:ext>
                  </a:extLst>
                </a:gridCol>
              </a:tblGrid>
              <a:tr h="1463040">
                <a:tc>
                  <a:txBody>
                    <a:bodyPr/>
                    <a:lstStyle/>
                    <a:p>
                      <a:pPr>
                        <a:buNone/>
                      </a:pPr>
                      <a:r>
                        <a:rPr lang="en-IN" sz="1800" b="1"/>
                        <a:t>Full Name of Graph</a:t>
                      </a:r>
                      <a:endParaRPr lang="en-IN" sz="1800"/>
                    </a:p>
                  </a:txBody>
                  <a:tcPr anchor="ctr"/>
                </a:tc>
                <a:tc>
                  <a:txBody>
                    <a:bodyPr/>
                    <a:lstStyle/>
                    <a:p>
                      <a:pPr algn="r">
                        <a:buNone/>
                      </a:pPr>
                      <a:r>
                        <a:rPr lang="en-IN" sz="1800" dirty="0"/>
                        <a:t>Number of Vertices</a:t>
                      </a:r>
                    </a:p>
                  </a:txBody>
                  <a:tcPr anchor="ctr"/>
                </a:tc>
                <a:tc>
                  <a:txBody>
                    <a:bodyPr/>
                    <a:lstStyle/>
                    <a:p>
                      <a:pPr algn="r">
                        <a:buNone/>
                      </a:pPr>
                      <a:r>
                        <a:rPr lang="en-IN" sz="1800" b="1" dirty="0"/>
                        <a:t>Matching Number</a:t>
                      </a:r>
                      <a:endParaRPr lang="en-IN" sz="1800" dirty="0"/>
                    </a:p>
                  </a:txBody>
                  <a:tcPr anchor="ctr"/>
                </a:tc>
                <a:tc>
                  <a:txBody>
                    <a:bodyPr/>
                    <a:lstStyle/>
                    <a:p>
                      <a:pPr algn="ctr">
                        <a:buNone/>
                      </a:pPr>
                      <a:r>
                        <a:rPr lang="en-IN" sz="1800" b="1"/>
                        <a:t>Perfect Matching</a:t>
                      </a:r>
                      <a:endParaRPr lang="en-IN" sz="1800"/>
                    </a:p>
                  </a:txBody>
                  <a:tcPr anchor="ctr"/>
                </a:tc>
                <a:tc>
                  <a:txBody>
                    <a:bodyPr/>
                    <a:lstStyle/>
                    <a:p>
                      <a:pPr algn="r">
                        <a:buNone/>
                      </a:pPr>
                      <a:r>
                        <a:rPr lang="en-IN" sz="1800" b="1" dirty="0"/>
                        <a:t>Domination Number</a:t>
                      </a:r>
                      <a:endParaRPr lang="en-IN" sz="1800" dirty="0"/>
                    </a:p>
                  </a:txBody>
                  <a:tcPr anchor="ctr"/>
                </a:tc>
                <a:tc>
                  <a:txBody>
                    <a:bodyPr/>
                    <a:lstStyle/>
                    <a:p>
                      <a:pPr algn="r">
                        <a:buNone/>
                      </a:pPr>
                      <a:r>
                        <a:rPr lang="en-IN" sz="1800" b="1" dirty="0"/>
                        <a:t>Total Domination Number</a:t>
                      </a:r>
                      <a:endParaRPr lang="en-IN" sz="1800" dirty="0"/>
                    </a:p>
                  </a:txBody>
                  <a:tcPr anchor="ctr"/>
                </a:tc>
                <a:extLst>
                  <a:ext uri="{0D108BD9-81ED-4DB2-BD59-A6C34878D82A}">
                    <a16:rowId xmlns:a16="http://schemas.microsoft.com/office/drawing/2014/main" val="706022418"/>
                  </a:ext>
                </a:extLst>
              </a:tr>
              <a:tr h="365760">
                <a:tc>
                  <a:txBody>
                    <a:bodyPr/>
                    <a:lstStyle/>
                    <a:p>
                      <a:pPr>
                        <a:buNone/>
                      </a:pPr>
                      <a:r>
                        <a:rPr lang="en-IN" sz="1800" b="1" dirty="0"/>
                        <a:t>Web Graph</a:t>
                      </a:r>
                      <a:endParaRPr lang="en-IN" sz="1800" dirty="0"/>
                    </a:p>
                  </a:txBody>
                  <a:tcPr anchor="ctr"/>
                </a:tc>
                <a:tc>
                  <a:txBody>
                    <a:bodyPr/>
                    <a:lstStyle/>
                    <a:p>
                      <a:pPr algn="ctr">
                        <a:buNone/>
                      </a:pPr>
                      <a:r>
                        <a:rPr lang="en-IN" sz="1800" dirty="0"/>
                        <a:t>12</a:t>
                      </a:r>
                    </a:p>
                  </a:txBody>
                  <a:tcPr anchor="ctr"/>
                </a:tc>
                <a:tc>
                  <a:txBody>
                    <a:bodyPr/>
                    <a:lstStyle/>
                    <a:p>
                      <a:pPr algn="ctr">
                        <a:buNone/>
                      </a:pPr>
                      <a:r>
                        <a:rPr lang="en-IN" sz="1800" b="1"/>
                        <a:t>6</a:t>
                      </a:r>
                      <a:endParaRPr lang="en-IN" sz="1800"/>
                    </a:p>
                  </a:txBody>
                  <a:tcPr anchor="ctr"/>
                </a:tc>
                <a:tc>
                  <a:txBody>
                    <a:bodyPr/>
                    <a:lstStyle/>
                    <a:p>
                      <a:pPr algn="ctr">
                        <a:buNone/>
                      </a:pPr>
                      <a:r>
                        <a:rPr lang="en-IN" sz="1800" b="1"/>
                        <a:t>Yes ✓</a:t>
                      </a:r>
                      <a:endParaRPr lang="en-IN" sz="1800"/>
                    </a:p>
                  </a:txBody>
                  <a:tcPr anchor="ctr"/>
                </a:tc>
                <a:tc>
                  <a:txBody>
                    <a:bodyPr/>
                    <a:lstStyle/>
                    <a:p>
                      <a:pPr algn="ctr">
                        <a:buNone/>
                      </a:pPr>
                      <a:r>
                        <a:rPr lang="en-IN" sz="1800" b="1"/>
                        <a:t>4</a:t>
                      </a:r>
                      <a:endParaRPr lang="en-IN" sz="1800"/>
                    </a:p>
                  </a:txBody>
                  <a:tcPr anchor="ctr"/>
                </a:tc>
                <a:tc>
                  <a:txBody>
                    <a:bodyPr/>
                    <a:lstStyle/>
                    <a:p>
                      <a:pPr algn="ctr">
                        <a:buNone/>
                      </a:pPr>
                      <a:r>
                        <a:rPr lang="en-IN" sz="1800" b="1"/>
                        <a:t>4</a:t>
                      </a:r>
                      <a:endParaRPr lang="en-IN" sz="1800"/>
                    </a:p>
                  </a:txBody>
                  <a:tcPr anchor="ctr"/>
                </a:tc>
                <a:extLst>
                  <a:ext uri="{0D108BD9-81ED-4DB2-BD59-A6C34878D82A}">
                    <a16:rowId xmlns:a16="http://schemas.microsoft.com/office/drawing/2014/main" val="3022468273"/>
                  </a:ext>
                </a:extLst>
              </a:tr>
              <a:tr h="640080">
                <a:tc>
                  <a:txBody>
                    <a:bodyPr/>
                    <a:lstStyle/>
                    <a:p>
                      <a:pPr>
                        <a:buNone/>
                      </a:pPr>
                      <a:r>
                        <a:rPr lang="en-IN" sz="1800" b="1" dirty="0"/>
                        <a:t>Cocktail Party Graph</a:t>
                      </a:r>
                      <a:endParaRPr lang="en-IN" sz="1800" dirty="0"/>
                    </a:p>
                  </a:txBody>
                  <a:tcPr anchor="ctr"/>
                </a:tc>
                <a:tc>
                  <a:txBody>
                    <a:bodyPr/>
                    <a:lstStyle/>
                    <a:p>
                      <a:pPr algn="ctr">
                        <a:buNone/>
                      </a:pPr>
                      <a:r>
                        <a:rPr lang="en-IN" sz="1800" dirty="0"/>
                        <a:t>6</a:t>
                      </a:r>
                    </a:p>
                  </a:txBody>
                  <a:tcPr anchor="ctr"/>
                </a:tc>
                <a:tc>
                  <a:txBody>
                    <a:bodyPr/>
                    <a:lstStyle/>
                    <a:p>
                      <a:pPr algn="ctr">
                        <a:buNone/>
                      </a:pPr>
                      <a:r>
                        <a:rPr lang="en-IN" sz="1800" b="1" dirty="0"/>
                        <a:t>3</a:t>
                      </a:r>
                      <a:endParaRPr lang="en-IN" sz="1800" dirty="0"/>
                    </a:p>
                  </a:txBody>
                  <a:tcPr anchor="ctr"/>
                </a:tc>
                <a:tc>
                  <a:txBody>
                    <a:bodyPr/>
                    <a:lstStyle/>
                    <a:p>
                      <a:pPr algn="ctr">
                        <a:buNone/>
                      </a:pPr>
                      <a:r>
                        <a:rPr lang="en-IN" sz="1800" b="1" dirty="0"/>
                        <a:t>Yes ✓</a:t>
                      </a:r>
                      <a:endParaRPr lang="en-IN" sz="1800" dirty="0"/>
                    </a:p>
                  </a:txBody>
                  <a:tcPr anchor="ctr"/>
                </a:tc>
                <a:tc>
                  <a:txBody>
                    <a:bodyPr/>
                    <a:lstStyle/>
                    <a:p>
                      <a:pPr algn="ctr">
                        <a:buNone/>
                      </a:pPr>
                      <a:r>
                        <a:rPr lang="en-IN" sz="1800" b="1"/>
                        <a:t>2</a:t>
                      </a:r>
                      <a:endParaRPr lang="en-IN" sz="1800"/>
                    </a:p>
                  </a:txBody>
                  <a:tcPr anchor="ctr"/>
                </a:tc>
                <a:tc>
                  <a:txBody>
                    <a:bodyPr/>
                    <a:lstStyle/>
                    <a:p>
                      <a:pPr algn="ctr">
                        <a:buNone/>
                      </a:pPr>
                      <a:r>
                        <a:rPr lang="en-IN" sz="1800" b="1"/>
                        <a:t>2</a:t>
                      </a:r>
                      <a:endParaRPr lang="en-IN" sz="1800"/>
                    </a:p>
                  </a:txBody>
                  <a:tcPr anchor="ctr"/>
                </a:tc>
                <a:extLst>
                  <a:ext uri="{0D108BD9-81ED-4DB2-BD59-A6C34878D82A}">
                    <a16:rowId xmlns:a16="http://schemas.microsoft.com/office/drawing/2014/main" val="138220157"/>
                  </a:ext>
                </a:extLst>
              </a:tr>
              <a:tr h="640080">
                <a:tc>
                  <a:txBody>
                    <a:bodyPr/>
                    <a:lstStyle/>
                    <a:p>
                      <a:pPr>
                        <a:buNone/>
                      </a:pPr>
                      <a:r>
                        <a:rPr lang="en-IN" sz="1800" b="1" dirty="0"/>
                        <a:t>Wheel Graph</a:t>
                      </a:r>
                      <a:endParaRPr lang="en-IN" sz="1800" dirty="0"/>
                    </a:p>
                  </a:txBody>
                  <a:tcPr anchor="ctr"/>
                </a:tc>
                <a:tc>
                  <a:txBody>
                    <a:bodyPr/>
                    <a:lstStyle/>
                    <a:p>
                      <a:pPr algn="ctr">
                        <a:buNone/>
                      </a:pPr>
                      <a:r>
                        <a:rPr lang="en-IN" sz="1800" dirty="0"/>
                        <a:t>11</a:t>
                      </a:r>
                    </a:p>
                  </a:txBody>
                  <a:tcPr anchor="ctr"/>
                </a:tc>
                <a:tc>
                  <a:txBody>
                    <a:bodyPr/>
                    <a:lstStyle/>
                    <a:p>
                      <a:pPr algn="ctr">
                        <a:buNone/>
                      </a:pPr>
                      <a:r>
                        <a:rPr lang="en-IN" sz="1800" b="1"/>
                        <a:t>5</a:t>
                      </a:r>
                      <a:endParaRPr lang="en-IN" sz="1800"/>
                    </a:p>
                  </a:txBody>
                  <a:tcPr anchor="ctr"/>
                </a:tc>
                <a:tc>
                  <a:txBody>
                    <a:bodyPr/>
                    <a:lstStyle/>
                    <a:p>
                      <a:pPr algn="ctr">
                        <a:buNone/>
                      </a:pPr>
                      <a:r>
                        <a:rPr lang="en-IN" sz="1800" b="1" dirty="0"/>
                        <a:t>No ✗</a:t>
                      </a:r>
                      <a:endParaRPr lang="en-IN" sz="1800" dirty="0"/>
                    </a:p>
                  </a:txBody>
                  <a:tcPr anchor="ctr"/>
                </a:tc>
                <a:tc>
                  <a:txBody>
                    <a:bodyPr/>
                    <a:lstStyle/>
                    <a:p>
                      <a:pPr algn="ctr">
                        <a:buNone/>
                      </a:pPr>
                      <a:r>
                        <a:rPr lang="en-IN" sz="1800" b="1" dirty="0"/>
                        <a:t>1</a:t>
                      </a:r>
                      <a:endParaRPr lang="en-IN" sz="1800" dirty="0"/>
                    </a:p>
                  </a:txBody>
                  <a:tcPr anchor="ctr"/>
                </a:tc>
                <a:tc>
                  <a:txBody>
                    <a:bodyPr/>
                    <a:lstStyle/>
                    <a:p>
                      <a:pPr algn="ctr">
                        <a:buNone/>
                      </a:pPr>
                      <a:r>
                        <a:rPr lang="en-IN" sz="1800" b="1" dirty="0"/>
                        <a:t>2</a:t>
                      </a:r>
                      <a:endParaRPr lang="en-IN" sz="1800" dirty="0"/>
                    </a:p>
                  </a:txBody>
                  <a:tcPr anchor="ctr"/>
                </a:tc>
                <a:extLst>
                  <a:ext uri="{0D108BD9-81ED-4DB2-BD59-A6C34878D82A}">
                    <a16:rowId xmlns:a16="http://schemas.microsoft.com/office/drawing/2014/main" val="3599166623"/>
                  </a:ext>
                </a:extLst>
              </a:tr>
            </a:tbl>
          </a:graphicData>
        </a:graphic>
      </p:graphicFrame>
    </p:spTree>
    <p:extLst>
      <p:ext uri="{BB962C8B-B14F-4D97-AF65-F5344CB8AC3E}">
        <p14:creationId xmlns:p14="http://schemas.microsoft.com/office/powerpoint/2010/main" val="31032288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280A-1907-C84B-6406-D64632EA9A4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8097952-AEA8-35FB-B181-0D9E05C7F461}"/>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71C5ED8B-8545-EF64-A9EA-E260C5778B96}"/>
              </a:ext>
            </a:extLst>
          </p:cNvPr>
          <p:cNvSpPr>
            <a:spLocks noGrp="1"/>
          </p:cNvSpPr>
          <p:nvPr>
            <p:ph idx="1"/>
          </p:nvPr>
        </p:nvSpPr>
        <p:spPr>
          <a:xfrm>
            <a:off x="131179" y="773444"/>
            <a:ext cx="11938424" cy="5715556"/>
          </a:xfrm>
        </p:spPr>
        <p:txBody>
          <a:bodyPr/>
          <a:lstStyle/>
          <a:p>
            <a:r>
              <a:rPr lang="en-IN" dirty="0"/>
              <a:t>The following simple undirected graph is referred to as the Peterson graph.</a:t>
            </a:r>
          </a:p>
          <a:p>
            <a:pPr lvl="1"/>
            <a:r>
              <a:rPr lang="en-IN" dirty="0"/>
              <a:t>Find Domination and Total Domination number.</a:t>
            </a:r>
          </a:p>
          <a:p>
            <a:pPr lvl="1"/>
            <a:r>
              <a:rPr lang="en-IN" dirty="0"/>
              <a:t>Find any maximal and maximum matching.</a:t>
            </a:r>
          </a:p>
          <a:p>
            <a:pPr lvl="1"/>
            <a:r>
              <a:rPr lang="en-IN" dirty="0"/>
              <a:t>Find 6 perfect matching.</a:t>
            </a:r>
          </a:p>
        </p:txBody>
      </p:sp>
      <p:pic>
        <p:nvPicPr>
          <p:cNvPr id="4" name="Picture 3">
            <a:extLst>
              <a:ext uri="{FF2B5EF4-FFF2-40B4-BE49-F238E27FC236}">
                <a16:creationId xmlns:a16="http://schemas.microsoft.com/office/drawing/2014/main" id="{F86147CC-E5E7-0484-B341-CAE2D56A01F4}"/>
              </a:ext>
            </a:extLst>
          </p:cNvPr>
          <p:cNvPicPr>
            <a:picLocks noChangeAspect="1"/>
          </p:cNvPicPr>
          <p:nvPr/>
        </p:nvPicPr>
        <p:blipFill>
          <a:blip r:embed="rId2"/>
          <a:stretch>
            <a:fillRect/>
          </a:stretch>
        </p:blipFill>
        <p:spPr>
          <a:xfrm>
            <a:off x="4138500" y="2557756"/>
            <a:ext cx="3915000" cy="3686052"/>
          </a:xfrm>
          <a:prstGeom prst="rect">
            <a:avLst/>
          </a:prstGeom>
        </p:spPr>
      </p:pic>
      <p:sp>
        <p:nvSpPr>
          <p:cNvPr id="5" name="Content Placeholder 2">
            <a:extLst>
              <a:ext uri="{FF2B5EF4-FFF2-40B4-BE49-F238E27FC236}">
                <a16:creationId xmlns:a16="http://schemas.microsoft.com/office/drawing/2014/main" id="{A704E5EF-BA66-9308-35B8-A01469A75C3C}"/>
              </a:ext>
            </a:extLst>
          </p:cNvPr>
          <p:cNvSpPr txBox="1">
            <a:spLocks/>
          </p:cNvSpPr>
          <p:nvPr/>
        </p:nvSpPr>
        <p:spPr>
          <a:xfrm>
            <a:off x="122397" y="4400782"/>
            <a:ext cx="8223603" cy="105798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67717674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478AB-B2CB-E63D-689B-A8C889EF1D0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C789E787-FCDF-08F5-E799-DF442F0FD871}"/>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812A908D-1AEF-05E4-F538-44F2930A31E3}"/>
              </a:ext>
            </a:extLst>
          </p:cNvPr>
          <p:cNvSpPr>
            <a:spLocks noGrp="1"/>
          </p:cNvSpPr>
          <p:nvPr>
            <p:ph idx="1"/>
          </p:nvPr>
        </p:nvSpPr>
        <p:spPr>
          <a:xfrm>
            <a:off x="131179" y="773444"/>
            <a:ext cx="11938424" cy="5715556"/>
          </a:xfrm>
        </p:spPr>
        <p:txBody>
          <a:bodyPr/>
          <a:lstStyle/>
          <a:p>
            <a:r>
              <a:rPr lang="en-IN" dirty="0"/>
              <a:t>The following simple undirected graph is referred to as the Peterson graph.</a:t>
            </a:r>
          </a:p>
          <a:p>
            <a:pPr lvl="1"/>
            <a:r>
              <a:rPr lang="en-IN" dirty="0"/>
              <a:t>Find Domination and Total Domination number.</a:t>
            </a:r>
          </a:p>
          <a:p>
            <a:pPr lvl="1"/>
            <a:r>
              <a:rPr lang="en-IN" dirty="0"/>
              <a:t>Find any maximal and maximum matching.</a:t>
            </a:r>
          </a:p>
          <a:p>
            <a:pPr lvl="1"/>
            <a:r>
              <a:rPr lang="en-IN" dirty="0"/>
              <a:t>Find 6 perfect matching.</a:t>
            </a:r>
          </a:p>
        </p:txBody>
      </p:sp>
      <p:pic>
        <p:nvPicPr>
          <p:cNvPr id="4" name="Picture 3">
            <a:extLst>
              <a:ext uri="{FF2B5EF4-FFF2-40B4-BE49-F238E27FC236}">
                <a16:creationId xmlns:a16="http://schemas.microsoft.com/office/drawing/2014/main" id="{3E111429-3EFF-D5BC-B80E-CE8DC63A6490}"/>
              </a:ext>
            </a:extLst>
          </p:cNvPr>
          <p:cNvPicPr>
            <a:picLocks noChangeAspect="1"/>
          </p:cNvPicPr>
          <p:nvPr/>
        </p:nvPicPr>
        <p:blipFill>
          <a:blip r:embed="rId2"/>
          <a:stretch>
            <a:fillRect/>
          </a:stretch>
        </p:blipFill>
        <p:spPr>
          <a:xfrm>
            <a:off x="4138500" y="2557756"/>
            <a:ext cx="3915000" cy="3686052"/>
          </a:xfrm>
          <a:prstGeom prst="rect">
            <a:avLst/>
          </a:prstGeom>
        </p:spPr>
      </p:pic>
      <p:sp>
        <p:nvSpPr>
          <p:cNvPr id="5" name="Content Placeholder 2">
            <a:extLst>
              <a:ext uri="{FF2B5EF4-FFF2-40B4-BE49-F238E27FC236}">
                <a16:creationId xmlns:a16="http://schemas.microsoft.com/office/drawing/2014/main" id="{70D6841C-B821-B11F-BF59-1A8E373841E1}"/>
              </a:ext>
            </a:extLst>
          </p:cNvPr>
          <p:cNvSpPr txBox="1">
            <a:spLocks/>
          </p:cNvSpPr>
          <p:nvPr/>
        </p:nvSpPr>
        <p:spPr>
          <a:xfrm>
            <a:off x="122397" y="4400782"/>
            <a:ext cx="8223603" cy="105798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9332832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E082-F7B3-CFED-B2B9-95157AF0A343}"/>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B1C3575-9B19-941F-1792-3B78F9E1E4BE}"/>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98EAD5-E09D-98BB-4C9C-E14B3EE10B81}"/>
                  </a:ext>
                </a:extLst>
              </p:cNvPr>
              <p:cNvSpPr>
                <a:spLocks noGrp="1"/>
              </p:cNvSpPr>
              <p:nvPr>
                <p:ph idx="1"/>
              </p:nvPr>
            </p:nvSpPr>
            <p:spPr>
              <a:xfrm>
                <a:off x="131179" y="773444"/>
                <a:ext cx="11938424" cy="5715556"/>
              </a:xfrm>
            </p:spPr>
            <p:txBody>
              <a:bodyPr/>
              <a:lstStyle/>
              <a:p>
                <a:pPr marL="514350" indent="-514350">
                  <a:buFont typeface="+mj-lt"/>
                  <a:buAutoNum type="arabicPeriod"/>
                </a:pPr>
                <a:r>
                  <a:rPr lang="en-IN" dirty="0"/>
                  <a:t>Let </a:t>
                </a:r>
                <a14:m>
                  <m:oMath xmlns:m="http://schemas.openxmlformats.org/officeDocument/2006/math">
                    <m:r>
                      <m:rPr>
                        <m:sty m:val="p"/>
                      </m:rPr>
                      <a:rPr lang="en-IN" b="0" i="0">
                        <a:latin typeface="Cambria Math" panose="02040503050406030204" pitchFamily="18" charset="0"/>
                      </a:rPr>
                      <m:t>G</m:t>
                    </m:r>
                  </m:oMath>
                </a14:m>
                <a:r>
                  <a:rPr lang="en-IN" dirty="0"/>
                  <a:t> be an undirected graph, which is a path on </a:t>
                </a:r>
                <a14:m>
                  <m:oMath xmlns:m="http://schemas.openxmlformats.org/officeDocument/2006/math">
                    <m:r>
                      <a:rPr lang="en-IN" b="0" i="0">
                        <a:latin typeface="Cambria Math" panose="02040503050406030204" pitchFamily="18" charset="0"/>
                      </a:rPr>
                      <m:t>8</m:t>
                    </m:r>
                  </m:oMath>
                </a14:m>
                <a:r>
                  <a:rPr lang="en-IN" dirty="0"/>
                  <a:t> vertices. The number of matchings in </a:t>
                </a:r>
                <a14:m>
                  <m:oMath xmlns:m="http://schemas.openxmlformats.org/officeDocument/2006/math">
                    <m:r>
                      <m:rPr>
                        <m:sty m:val="p"/>
                      </m:rPr>
                      <a:rPr lang="en-IN" b="0" i="0">
                        <a:latin typeface="Cambria Math" panose="02040503050406030204" pitchFamily="18" charset="0"/>
                      </a:rPr>
                      <m:t>G</m:t>
                    </m:r>
                  </m:oMath>
                </a14:m>
                <a:r>
                  <a:rPr lang="en-IN" dirty="0"/>
                  <a:t> is </a:t>
                </a:r>
                <a14:m>
                  <m:oMath xmlns:m="http://schemas.openxmlformats.org/officeDocument/2006/math">
                    <m:r>
                      <m:rPr>
                        <m:lit/>
                      </m:rPr>
                      <a:rPr lang="en-IN" b="0" i="0">
                        <a:latin typeface="Cambria Math" panose="02040503050406030204" pitchFamily="18" charset="0"/>
                      </a:rPr>
                      <m:t>____</m:t>
                    </m:r>
                  </m:oMath>
                </a14:m>
                <a:r>
                  <a:rPr lang="en-IN" dirty="0"/>
                  <a:t>. (answer in integer)</a:t>
                </a:r>
              </a:p>
              <a:p>
                <a:pPr marL="514350" indent="-514350">
                  <a:buFont typeface="+mj-lt"/>
                  <a:buAutoNum type="arabicPeriod"/>
                </a:pPr>
                <a:r>
                  <a:rPr lang="en-US" dirty="0"/>
                  <a:t>Is the following graph a bipartite graph? If yes then find its perfect matching.</a:t>
                </a:r>
              </a:p>
              <a:p>
                <a:endParaRPr lang="en-IN" dirty="0"/>
              </a:p>
              <a:p>
                <a:endParaRPr lang="en-IN" dirty="0"/>
              </a:p>
              <a:p>
                <a:pPr marL="0" indent="0">
                  <a:buNone/>
                </a:pPr>
                <a:endParaRPr lang="en-IN" dirty="0"/>
              </a:p>
              <a:p>
                <a:endParaRPr lang="en-IN" dirty="0"/>
              </a:p>
              <a:p>
                <a:endParaRPr lang="en-IN" dirty="0"/>
              </a:p>
              <a:p>
                <a:pPr marL="514350" indent="-514350">
                  <a:buFont typeface="+mj-lt"/>
                  <a:buAutoNum type="arabicPeriod" startAt="3"/>
                </a:pPr>
                <a:r>
                  <a:rPr lang="en-IN" dirty="0"/>
                  <a:t>Suppose you deal 52 regular playing cards into 13 piles of 4 cards each. Prove that you can always select one card from each pile to get one of each of the 13 card values Ace, 2, 3, …, 10, Jack, Queen, and King.</a:t>
                </a:r>
              </a:p>
            </p:txBody>
          </p:sp>
        </mc:Choice>
        <mc:Fallback xmlns="">
          <p:sp>
            <p:nvSpPr>
              <p:cNvPr id="3" name="Content Placeholder 2">
                <a:extLst>
                  <a:ext uri="{FF2B5EF4-FFF2-40B4-BE49-F238E27FC236}">
                    <a16:creationId xmlns:a16="http://schemas.microsoft.com/office/drawing/2014/main" id="{E798EAD5-E09D-98BB-4C9C-E14B3EE10B81}"/>
                  </a:ext>
                </a:extLst>
              </p:cNvPr>
              <p:cNvSpPr>
                <a:spLocks noGrp="1" noRot="1" noChangeAspect="1" noMove="1" noResize="1" noEditPoints="1" noAdjustHandles="1" noChangeArrowheads="1" noChangeShapeType="1" noTextEdit="1"/>
              </p:cNvSpPr>
              <p:nvPr>
                <p:ph idx="1"/>
              </p:nvPr>
            </p:nvSpPr>
            <p:spPr>
              <a:xfrm>
                <a:off x="131179" y="773444"/>
                <a:ext cx="11938424" cy="5715556"/>
              </a:xfrm>
              <a:blipFill>
                <a:blip r:embed="rId2"/>
                <a:stretch>
                  <a:fillRect l="-1073" t="-1921" r="-1021"/>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9B575833-7B2D-9704-1913-7EF1D2C5B51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31000" y="2372129"/>
            <a:ext cx="2812500" cy="2113742"/>
          </a:xfrm>
          <a:prstGeom prst="rect">
            <a:avLst/>
          </a:prstGeom>
        </p:spPr>
      </p:pic>
    </p:spTree>
    <p:extLst>
      <p:ext uri="{BB962C8B-B14F-4D97-AF65-F5344CB8AC3E}">
        <p14:creationId xmlns:p14="http://schemas.microsoft.com/office/powerpoint/2010/main" val="380581987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9D324-0F15-D5CC-5C7B-082274777F0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58E6196B-0B90-A512-205D-B35FC3B0EBAF}"/>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E175EE-8FBC-76C1-74F6-C39F68002D9D}"/>
                  </a:ext>
                </a:extLst>
              </p:cNvPr>
              <p:cNvSpPr>
                <a:spLocks noGrp="1"/>
              </p:cNvSpPr>
              <p:nvPr>
                <p:ph idx="1"/>
              </p:nvPr>
            </p:nvSpPr>
            <p:spPr>
              <a:xfrm>
                <a:off x="131179" y="773444"/>
                <a:ext cx="11938424" cy="5805556"/>
              </a:xfrm>
            </p:spPr>
            <p:txBody>
              <a:bodyPr/>
              <a:lstStyle/>
              <a:p>
                <a:pPr marL="514350" indent="-514350">
                  <a:buFont typeface="+mj-lt"/>
                  <a:buAutoNum type="arabicPeriod"/>
                </a:pPr>
                <a:r>
                  <a:rPr lang="en-IN" dirty="0"/>
                  <a:t>For a path graph</a:t>
                </a:r>
                <a14:m>
                  <m:oMath xmlns:m="http://schemas.openxmlformats.org/officeDocument/2006/math">
                    <m:sSub>
                      <m:sSubPr>
                        <m:ctrlPr>
                          <a:rPr lang="en-IN" i="1" dirty="0">
                            <a:latin typeface="Cambria Math" panose="02040503050406030204" pitchFamily="18" charset="0"/>
                          </a:rPr>
                        </m:ctrlPr>
                      </m:sSubPr>
                      <m:e>
                        <m:r>
                          <a:rPr lang="en-IN" b="0" i="0" dirty="0" smtClean="0">
                            <a:latin typeface="Cambria Math" panose="02040503050406030204" pitchFamily="18" charset="0"/>
                          </a:rPr>
                          <m:t> </m:t>
                        </m:r>
                        <m:r>
                          <m:rPr>
                            <m:sty m:val="p"/>
                          </m:rPr>
                          <a:rPr lang="en-IN" i="0" dirty="0">
                            <a:latin typeface="Cambria Math" panose="02040503050406030204" pitchFamily="18" charset="0"/>
                          </a:rPr>
                          <m:t>P</m:t>
                        </m:r>
                      </m:e>
                      <m:sub>
                        <m:r>
                          <m:rPr>
                            <m:sty m:val="p"/>
                          </m:rPr>
                          <a:rPr lang="en-IN" i="0" dirty="0">
                            <a:latin typeface="Cambria Math" panose="02040503050406030204" pitchFamily="18" charset="0"/>
                          </a:rPr>
                          <m:t>n</m:t>
                        </m:r>
                      </m:sub>
                    </m:sSub>
                  </m:oMath>
                </a14:m>
                <a:r>
                  <a:rPr lang="en-IN" dirty="0"/>
                  <a:t>with</a:t>
                </a:r>
                <a14:m>
                  <m:oMath xmlns:m="http://schemas.openxmlformats.org/officeDocument/2006/math">
                    <m:r>
                      <a:rPr lang="en-IN" b="0" i="0" smtClean="0">
                        <a:latin typeface="Cambria Math" panose="02040503050406030204" pitchFamily="18" charset="0"/>
                      </a:rPr>
                      <m:t> </m:t>
                    </m:r>
                    <m:r>
                      <m:rPr>
                        <m:sty m:val="p"/>
                      </m:rPr>
                      <a:rPr lang="en-IN" b="0" i="0" smtClean="0">
                        <a:latin typeface="Cambria Math" panose="02040503050406030204" pitchFamily="18" charset="0"/>
                      </a:rPr>
                      <m:t>n</m:t>
                    </m:r>
                  </m:oMath>
                </a14:m>
                <a:r>
                  <a:rPr lang="en-IN" dirty="0"/>
                  <a:t> vertices, we can find the number of matchings </a:t>
                </a:r>
                <a14:m>
                  <m:oMath xmlns:m="http://schemas.openxmlformats.org/officeDocument/2006/math">
                    <m:r>
                      <m:rPr>
                        <m:sty m:val="p"/>
                      </m:rPr>
                      <a:rPr lang="en-IN" i="0" dirty="0">
                        <a:latin typeface="Cambria Math" panose="02040503050406030204" pitchFamily="18" charset="0"/>
                      </a:rPr>
                      <m:t>M</m:t>
                    </m:r>
                    <m:r>
                      <a:rPr lang="en-IN" i="0" dirty="0">
                        <a:latin typeface="Cambria Math" panose="02040503050406030204" pitchFamily="18" charset="0"/>
                      </a:rPr>
                      <m:t>(</m:t>
                    </m:r>
                    <m:r>
                      <m:rPr>
                        <m:sty m:val="p"/>
                      </m:rPr>
                      <a:rPr lang="en-IN" i="0" dirty="0">
                        <a:latin typeface="Cambria Math" panose="02040503050406030204" pitchFamily="18" charset="0"/>
                      </a:rPr>
                      <m:t>n</m:t>
                    </m:r>
                    <m:r>
                      <a:rPr lang="en-IN" i="0" dirty="0">
                        <a:latin typeface="Cambria Math" panose="02040503050406030204" pitchFamily="18" charset="0"/>
                      </a:rPr>
                      <m:t>)</m:t>
                    </m:r>
                  </m:oMath>
                </a14:m>
                <a:r>
                  <a:rPr lang="en-IN" dirty="0"/>
                  <a:t> using a recurrence relation :</a:t>
                </a:r>
              </a:p>
              <a:p>
                <a:pPr lvl="1"/>
                <a14:m>
                  <m:oMath xmlns:m="http://schemas.openxmlformats.org/officeDocument/2006/math">
                    <m:r>
                      <m:rPr>
                        <m:sty m:val="p"/>
                      </m:rPr>
                      <a:rPr lang="en-IN" i="0" dirty="0">
                        <a:latin typeface="Cambria Math" panose="02040503050406030204" pitchFamily="18" charset="0"/>
                      </a:rPr>
                      <m:t>M</m:t>
                    </m:r>
                    <m:d>
                      <m:dPr>
                        <m:ctrlPr>
                          <a:rPr lang="en-IN" i="1" dirty="0">
                            <a:latin typeface="Cambria Math" panose="02040503050406030204" pitchFamily="18" charset="0"/>
                          </a:rPr>
                        </m:ctrlPr>
                      </m:dPr>
                      <m:e>
                        <m:r>
                          <m:rPr>
                            <m:sty m:val="p"/>
                          </m:rPr>
                          <a:rPr lang="en-IN" i="0" dirty="0">
                            <a:latin typeface="Cambria Math" panose="02040503050406030204" pitchFamily="18" charset="0"/>
                          </a:rPr>
                          <m:t>n</m:t>
                        </m:r>
                      </m:e>
                    </m:d>
                    <m:r>
                      <a:rPr lang="en-IN" b="0" i="0" dirty="0" smtClean="0">
                        <a:latin typeface="Cambria Math" panose="02040503050406030204" pitchFamily="18" charset="0"/>
                      </a:rPr>
                      <m:t>=</m:t>
                    </m:r>
                    <m:r>
                      <m:rPr>
                        <m:sty m:val="p"/>
                      </m:rPr>
                      <a:rPr lang="en-IN" b="0" i="0" dirty="0" smtClean="0">
                        <a:latin typeface="Cambria Math" panose="02040503050406030204" pitchFamily="18" charset="0"/>
                      </a:rPr>
                      <m:t>M</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n</m:t>
                        </m:r>
                        <m:r>
                          <a:rPr lang="en-IN" b="0" i="0" dirty="0" smtClean="0">
                            <a:latin typeface="Cambria Math" panose="02040503050406030204" pitchFamily="18" charset="0"/>
                          </a:rPr>
                          <m:t>−1</m:t>
                        </m:r>
                      </m:e>
                    </m:d>
                    <m:r>
                      <a:rPr lang="en-IN" b="0" i="0" dirty="0" smtClean="0">
                        <a:latin typeface="Cambria Math" panose="02040503050406030204" pitchFamily="18" charset="0"/>
                      </a:rPr>
                      <m:t>+</m:t>
                    </m:r>
                    <m:r>
                      <m:rPr>
                        <m:sty m:val="p"/>
                      </m:rPr>
                      <a:rPr lang="en-IN" b="0" i="0" dirty="0" smtClean="0">
                        <a:latin typeface="Cambria Math" panose="02040503050406030204" pitchFamily="18" charset="0"/>
                      </a:rPr>
                      <m:t>M</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n</m:t>
                    </m:r>
                    <m:r>
                      <a:rPr lang="en-IN" b="0" i="0" dirty="0" smtClean="0">
                        <a:latin typeface="Cambria Math" panose="02040503050406030204" pitchFamily="18" charset="0"/>
                      </a:rPr>
                      <m:t>−2)</m:t>
                    </m:r>
                  </m:oMath>
                </a14:m>
                <a:r>
                  <a:rPr lang="en-IN" dirty="0"/>
                  <a:t> where </a:t>
                </a:r>
                <a14:m>
                  <m:oMath xmlns:m="http://schemas.openxmlformats.org/officeDocument/2006/math">
                    <m:r>
                      <m:rPr>
                        <m:sty m:val="p"/>
                      </m:rPr>
                      <a:rPr lang="en-IN" dirty="0">
                        <a:latin typeface="Cambria Math" panose="02040503050406030204" pitchFamily="18" charset="0"/>
                      </a:rPr>
                      <m:t>M</m:t>
                    </m:r>
                    <m:d>
                      <m:dPr>
                        <m:ctrlPr>
                          <a:rPr lang="en-IN" i="1" dirty="0">
                            <a:latin typeface="Cambria Math" panose="02040503050406030204" pitchFamily="18" charset="0"/>
                          </a:rPr>
                        </m:ctrlPr>
                      </m:dPr>
                      <m:e>
                        <m:r>
                          <a:rPr lang="en-IN" b="0" i="0" dirty="0" smtClean="0">
                            <a:latin typeface="Cambria Math" panose="02040503050406030204" pitchFamily="18" charset="0"/>
                          </a:rPr>
                          <m:t>1</m:t>
                        </m:r>
                      </m:e>
                    </m:d>
                    <m:r>
                      <a:rPr lang="en-IN" b="0" i="0" dirty="0" smtClean="0">
                        <a:latin typeface="Cambria Math" panose="02040503050406030204" pitchFamily="18" charset="0"/>
                      </a:rPr>
                      <m:t>=1=</m:t>
                    </m:r>
                    <m:r>
                      <m:rPr>
                        <m:sty m:val="p"/>
                      </m:rPr>
                      <a:rPr lang="en-IN" b="0" i="0" dirty="0" smtClean="0">
                        <a:latin typeface="Cambria Math" panose="02040503050406030204" pitchFamily="18" charset="0"/>
                      </a:rPr>
                      <m:t>M</m:t>
                    </m:r>
                    <m:d>
                      <m:dPr>
                        <m:ctrlPr>
                          <a:rPr lang="en-IN" b="0" i="1" dirty="0" smtClean="0">
                            <a:latin typeface="Cambria Math" panose="02040503050406030204" pitchFamily="18" charset="0"/>
                          </a:rPr>
                        </m:ctrlPr>
                      </m:dPr>
                      <m:e>
                        <m:r>
                          <a:rPr lang="en-IN" b="0" i="1" dirty="0" smtClean="0">
                            <a:latin typeface="Cambria Math" panose="02040503050406030204" pitchFamily="18" charset="0"/>
                          </a:rPr>
                          <m:t>0</m:t>
                        </m:r>
                      </m:e>
                    </m:d>
                  </m:oMath>
                </a14:m>
                <a:r>
                  <a:rPr lang="en-IN" dirty="0"/>
                  <a:t>.</a:t>
                </a:r>
              </a:p>
              <a:p>
                <a:pPr marL="0" indent="0">
                  <a:spcBef>
                    <a:spcPts val="1800"/>
                  </a:spcBef>
                  <a:spcAft>
                    <a:spcPts val="900"/>
                  </a:spcAft>
                  <a:buNone/>
                </a:pPr>
                <a:r>
                  <a:rPr lang="en-IN" b="1" u="none" strike="noStrike" dirty="0">
                    <a:effectLst/>
                  </a:rPr>
                  <a:t>Calculating for</a:t>
                </a:r>
                <a14:m>
                  <m:oMath xmlns:m="http://schemas.openxmlformats.org/officeDocument/2006/math">
                    <m:r>
                      <a:rPr lang="en-IN" b="1" i="0" u="none" strike="noStrike" dirty="0" smtClean="0">
                        <a:effectLst/>
                        <a:latin typeface="Cambria Math" panose="02040503050406030204" pitchFamily="18" charset="0"/>
                      </a:rPr>
                      <m:t> </m:t>
                    </m:r>
                    <m:r>
                      <m:rPr>
                        <m:lit/>
                      </m:rPr>
                      <a:rPr lang="en-IN" b="1" i="0" u="none" strike="noStrike" dirty="0" smtClean="0">
                        <a:effectLst/>
                        <a:latin typeface="Cambria Math" panose="02040503050406030204" pitchFamily="18" charset="0"/>
                      </a:rPr>
                      <m:t>(</m:t>
                    </m:r>
                    <m:r>
                      <a:rPr lang="en-IN" b="1" i="0" u="none" strike="noStrike" dirty="0" smtClean="0">
                        <a:effectLst/>
                        <a:latin typeface="Cambria Math" panose="02040503050406030204" pitchFamily="18" charset="0"/>
                      </a:rPr>
                      <m:t>𝐧</m:t>
                    </m:r>
                    <m:r>
                      <a:rPr lang="en-IN" b="1" i="0" u="none" strike="noStrike" dirty="0" smtClean="0">
                        <a:effectLst/>
                        <a:latin typeface="Cambria Math" panose="02040503050406030204" pitchFamily="18" charset="0"/>
                      </a:rPr>
                      <m:t> = </m:t>
                    </m:r>
                    <m:r>
                      <a:rPr lang="en-IN" b="1" i="0" u="none" strike="noStrike" dirty="0" smtClean="0">
                        <a:effectLst/>
                        <a:latin typeface="Cambria Math" panose="02040503050406030204" pitchFamily="18" charset="0"/>
                      </a:rPr>
                      <m:t>𝟖</m:t>
                    </m:r>
                    <m:r>
                      <m:rPr>
                        <m:lit/>
                      </m:rPr>
                      <a:rPr lang="en-IN" b="1" i="0" u="none" strike="noStrike" dirty="0" smtClean="0">
                        <a:effectLst/>
                        <a:latin typeface="Cambria Math" panose="02040503050406030204" pitchFamily="18" charset="0"/>
                      </a:rPr>
                      <m:t>)</m:t>
                    </m:r>
                  </m:oMath>
                </a14:m>
                <a:r>
                  <a:rPr lang="en-IN" b="1" u="none" strike="noStrike" dirty="0">
                    <a:effectLst/>
                  </a:rPr>
                  <a:t> Vertices:</a:t>
                </a:r>
              </a:p>
              <a:p>
                <a:pPr marL="887412" lvl="1" indent="-342900">
                  <a:spcBef>
                    <a:spcPts val="900"/>
                  </a:spcBef>
                  <a:spcAft>
                    <a:spcPts val="900"/>
                  </a:spcAft>
                  <a:buFont typeface="Arial" panose="020B0604020202020204" pitchFamily="34" charset="0"/>
                  <a:buChar char="•"/>
                </a:pPr>
                <a14:m>
                  <m:oMath xmlns:m="http://schemas.openxmlformats.org/officeDocument/2006/math">
                    <m:r>
                      <m:rPr>
                        <m:sty m:val="p"/>
                      </m:rPr>
                      <a:rPr lang="en-IN" sz="2400" dirty="0">
                        <a:latin typeface="Cambria Math" panose="02040503050406030204" pitchFamily="18" charset="0"/>
                        <a:ea typeface="Cambria Math" panose="02040503050406030204" pitchFamily="18" charset="0"/>
                      </a:rPr>
                      <m:t>M</m:t>
                    </m:r>
                    <m:d>
                      <m:dPr>
                        <m:ctrlPr>
                          <a:rPr lang="en-IN" sz="2400" i="1" dirty="0">
                            <a:latin typeface="Cambria Math" panose="02040503050406030204" pitchFamily="18" charset="0"/>
                            <a:ea typeface="Cambria Math" panose="02040503050406030204" pitchFamily="18" charset="0"/>
                          </a:rPr>
                        </m:ctrlPr>
                      </m:dPr>
                      <m:e>
                        <m:r>
                          <a:rPr lang="en-IN" sz="2400" dirty="0">
                            <a:latin typeface="Cambria Math" panose="02040503050406030204" pitchFamily="18" charset="0"/>
                            <a:ea typeface="Cambria Math" panose="02040503050406030204" pitchFamily="18" charset="0"/>
                          </a:rPr>
                          <m:t>2</m:t>
                        </m:r>
                      </m:e>
                    </m:d>
                    <m:r>
                      <a:rPr lang="en-IN" sz="2400" dirty="0">
                        <a:latin typeface="Cambria Math" panose="02040503050406030204" pitchFamily="18" charset="0"/>
                        <a:ea typeface="Cambria Math" panose="02040503050406030204" pitchFamily="18" charset="0"/>
                      </a:rPr>
                      <m:t>= 2</m:t>
                    </m:r>
                  </m:oMath>
                </a14:m>
                <a:endParaRPr lang="en-IN" sz="2400" b="0" i="0" u="none" strike="noStrike" dirty="0">
                  <a:effectLst/>
                  <a:latin typeface="Cambria Math" panose="02040503050406030204" pitchFamily="18" charset="0"/>
                  <a:ea typeface="Cambria Math" panose="02040503050406030204" pitchFamily="18" charset="0"/>
                </a:endParaRPr>
              </a:p>
              <a:p>
                <a:pPr marL="887412" lvl="1" indent="-342900">
                  <a:spcBef>
                    <a:spcPts val="900"/>
                  </a:spcBef>
                  <a:spcAft>
                    <a:spcPts val="900"/>
                  </a:spcAft>
                  <a:buFont typeface="Arial" panose="020B0604020202020204" pitchFamily="34" charset="0"/>
                  <a:buChar char="•"/>
                </a:pPr>
                <a14:m>
                  <m:oMath xmlns:m="http://schemas.openxmlformats.org/officeDocument/2006/math">
                    <m:r>
                      <m:rPr>
                        <m:sty m:val="p"/>
                      </m:rPr>
                      <a:rPr lang="en-IN" sz="2400" dirty="0">
                        <a:latin typeface="Cambria Math" panose="02040503050406030204" pitchFamily="18" charset="0"/>
                        <a:ea typeface="Cambria Math" panose="02040503050406030204" pitchFamily="18" charset="0"/>
                      </a:rPr>
                      <m:t>M</m:t>
                    </m:r>
                    <m:d>
                      <m:dPr>
                        <m:ctrlPr>
                          <a:rPr lang="en-IN" sz="2400" i="1" dirty="0">
                            <a:latin typeface="Cambria Math" panose="02040503050406030204" pitchFamily="18" charset="0"/>
                            <a:ea typeface="Cambria Math" panose="02040503050406030204" pitchFamily="18" charset="0"/>
                          </a:rPr>
                        </m:ctrlPr>
                      </m:dPr>
                      <m:e>
                        <m:r>
                          <a:rPr lang="en-IN" sz="2400" dirty="0">
                            <a:latin typeface="Cambria Math" panose="02040503050406030204" pitchFamily="18" charset="0"/>
                            <a:ea typeface="Cambria Math" panose="02040503050406030204" pitchFamily="18" charset="0"/>
                          </a:rPr>
                          <m:t>3</m:t>
                        </m:r>
                      </m:e>
                    </m:d>
                    <m:r>
                      <a:rPr lang="en-IN" sz="2400" dirty="0">
                        <a:latin typeface="Cambria Math" panose="02040503050406030204" pitchFamily="18" charset="0"/>
                        <a:ea typeface="Cambria Math" panose="02040503050406030204" pitchFamily="18" charset="0"/>
                      </a:rPr>
                      <m:t>= 1 + 2 = 3</m:t>
                    </m:r>
                  </m:oMath>
                </a14:m>
                <a:endParaRPr lang="en-IN" sz="2400" dirty="0">
                  <a:latin typeface="Cambria Math" panose="02040503050406030204" pitchFamily="18" charset="0"/>
                  <a:ea typeface="Cambria Math" panose="02040503050406030204" pitchFamily="18" charset="0"/>
                </a:endParaRPr>
              </a:p>
              <a:p>
                <a:pPr marL="887412" lvl="1" indent="-342900">
                  <a:spcBef>
                    <a:spcPts val="900"/>
                  </a:spcBef>
                  <a:spcAft>
                    <a:spcPts val="900"/>
                  </a:spcAft>
                  <a:buFont typeface="Arial" panose="020B0604020202020204" pitchFamily="34" charset="0"/>
                  <a:buChar char="•"/>
                </a:pPr>
                <a14:m>
                  <m:oMath xmlns:m="http://schemas.openxmlformats.org/officeDocument/2006/math">
                    <m:r>
                      <m:rPr>
                        <m:sty m:val="p"/>
                      </m:rPr>
                      <a:rPr lang="en-IN" sz="2400" dirty="0">
                        <a:latin typeface="Cambria Math" panose="02040503050406030204" pitchFamily="18" charset="0"/>
                        <a:ea typeface="Cambria Math" panose="02040503050406030204" pitchFamily="18" charset="0"/>
                      </a:rPr>
                      <m:t>M</m:t>
                    </m:r>
                    <m:d>
                      <m:dPr>
                        <m:ctrlPr>
                          <a:rPr lang="en-IN" sz="2400" i="1" dirty="0">
                            <a:latin typeface="Cambria Math" panose="02040503050406030204" pitchFamily="18" charset="0"/>
                            <a:ea typeface="Cambria Math" panose="02040503050406030204" pitchFamily="18" charset="0"/>
                          </a:rPr>
                        </m:ctrlPr>
                      </m:dPr>
                      <m:e>
                        <m:r>
                          <a:rPr lang="en-IN" sz="2400" dirty="0">
                            <a:latin typeface="Cambria Math" panose="02040503050406030204" pitchFamily="18" charset="0"/>
                            <a:ea typeface="Cambria Math" panose="02040503050406030204" pitchFamily="18" charset="0"/>
                          </a:rPr>
                          <m:t>4</m:t>
                        </m:r>
                      </m:e>
                    </m:d>
                    <m:r>
                      <a:rPr lang="en-IN" sz="2400" dirty="0">
                        <a:latin typeface="Cambria Math" panose="02040503050406030204" pitchFamily="18" charset="0"/>
                        <a:ea typeface="Cambria Math" panose="02040503050406030204" pitchFamily="18" charset="0"/>
                      </a:rPr>
                      <m:t>= 2 + 3 = 5</m:t>
                    </m:r>
                  </m:oMath>
                </a14:m>
                <a:endParaRPr lang="en-IN" sz="2400" dirty="0">
                  <a:latin typeface="Cambria Math" panose="02040503050406030204" pitchFamily="18" charset="0"/>
                  <a:ea typeface="Cambria Math" panose="02040503050406030204" pitchFamily="18" charset="0"/>
                </a:endParaRPr>
              </a:p>
              <a:p>
                <a:pPr marL="887412" lvl="1" indent="-342900">
                  <a:spcBef>
                    <a:spcPts val="900"/>
                  </a:spcBef>
                  <a:spcAft>
                    <a:spcPts val="900"/>
                  </a:spcAft>
                  <a:buFont typeface="Arial" panose="020B0604020202020204" pitchFamily="34" charset="0"/>
                  <a:buChar char="•"/>
                </a:pPr>
                <a14:m>
                  <m:oMath xmlns:m="http://schemas.openxmlformats.org/officeDocument/2006/math">
                    <m:r>
                      <m:rPr>
                        <m:sty m:val="p"/>
                      </m:rPr>
                      <a:rPr lang="en-IN" sz="2400" dirty="0">
                        <a:latin typeface="Cambria Math" panose="02040503050406030204" pitchFamily="18" charset="0"/>
                        <a:ea typeface="Cambria Math" panose="02040503050406030204" pitchFamily="18" charset="0"/>
                      </a:rPr>
                      <m:t>M</m:t>
                    </m:r>
                    <m:d>
                      <m:dPr>
                        <m:ctrlPr>
                          <a:rPr lang="en-IN" sz="2400" i="1" dirty="0">
                            <a:latin typeface="Cambria Math" panose="02040503050406030204" pitchFamily="18" charset="0"/>
                            <a:ea typeface="Cambria Math" panose="02040503050406030204" pitchFamily="18" charset="0"/>
                          </a:rPr>
                        </m:ctrlPr>
                      </m:dPr>
                      <m:e>
                        <m:r>
                          <a:rPr lang="en-IN" sz="2400" dirty="0">
                            <a:latin typeface="Cambria Math" panose="02040503050406030204" pitchFamily="18" charset="0"/>
                            <a:ea typeface="Cambria Math" panose="02040503050406030204" pitchFamily="18" charset="0"/>
                          </a:rPr>
                          <m:t>5</m:t>
                        </m:r>
                      </m:e>
                    </m:d>
                    <m:r>
                      <a:rPr lang="en-IN" sz="2400" dirty="0">
                        <a:latin typeface="Cambria Math" panose="02040503050406030204" pitchFamily="18" charset="0"/>
                        <a:ea typeface="Cambria Math" panose="02040503050406030204" pitchFamily="18" charset="0"/>
                      </a:rPr>
                      <m:t>= 3 + 5 = 8</m:t>
                    </m:r>
                  </m:oMath>
                </a14:m>
                <a:endParaRPr lang="en-IN" sz="2400" dirty="0">
                  <a:latin typeface="Cambria Math" panose="02040503050406030204" pitchFamily="18" charset="0"/>
                  <a:ea typeface="Cambria Math" panose="02040503050406030204" pitchFamily="18" charset="0"/>
                </a:endParaRPr>
              </a:p>
              <a:p>
                <a:pPr marL="887412" lvl="1" indent="-342900">
                  <a:spcBef>
                    <a:spcPts val="900"/>
                  </a:spcBef>
                  <a:spcAft>
                    <a:spcPts val="900"/>
                  </a:spcAft>
                  <a:buFont typeface="Arial" panose="020B0604020202020204" pitchFamily="34" charset="0"/>
                  <a:buChar char="•"/>
                </a:pPr>
                <a14:m>
                  <m:oMath xmlns:m="http://schemas.openxmlformats.org/officeDocument/2006/math">
                    <m:r>
                      <m:rPr>
                        <m:sty m:val="p"/>
                      </m:rPr>
                      <a:rPr lang="en-IN" sz="2400" dirty="0">
                        <a:latin typeface="Cambria Math" panose="02040503050406030204" pitchFamily="18" charset="0"/>
                        <a:ea typeface="Cambria Math" panose="02040503050406030204" pitchFamily="18" charset="0"/>
                      </a:rPr>
                      <m:t>M</m:t>
                    </m:r>
                    <m:d>
                      <m:dPr>
                        <m:ctrlPr>
                          <a:rPr lang="en-IN" sz="2400" i="1" dirty="0">
                            <a:latin typeface="Cambria Math" panose="02040503050406030204" pitchFamily="18" charset="0"/>
                            <a:ea typeface="Cambria Math" panose="02040503050406030204" pitchFamily="18" charset="0"/>
                          </a:rPr>
                        </m:ctrlPr>
                      </m:dPr>
                      <m:e>
                        <m:r>
                          <a:rPr lang="en-IN" sz="2400" dirty="0">
                            <a:latin typeface="Cambria Math" panose="02040503050406030204" pitchFamily="18" charset="0"/>
                            <a:ea typeface="Cambria Math" panose="02040503050406030204" pitchFamily="18" charset="0"/>
                          </a:rPr>
                          <m:t>6</m:t>
                        </m:r>
                      </m:e>
                    </m:d>
                    <m:r>
                      <a:rPr lang="en-IN" sz="2400" dirty="0">
                        <a:latin typeface="Cambria Math" panose="02040503050406030204" pitchFamily="18" charset="0"/>
                        <a:ea typeface="Cambria Math" panose="02040503050406030204" pitchFamily="18" charset="0"/>
                      </a:rPr>
                      <m:t>= 5 + 8 = 13</m:t>
                    </m:r>
                  </m:oMath>
                </a14:m>
                <a:endParaRPr lang="en-IN" sz="2400" dirty="0">
                  <a:latin typeface="Cambria Math" panose="02040503050406030204" pitchFamily="18" charset="0"/>
                  <a:ea typeface="Cambria Math" panose="02040503050406030204" pitchFamily="18" charset="0"/>
                </a:endParaRPr>
              </a:p>
              <a:p>
                <a:pPr marL="887412" lvl="1" indent="-342900">
                  <a:spcBef>
                    <a:spcPts val="900"/>
                  </a:spcBef>
                  <a:spcAft>
                    <a:spcPts val="900"/>
                  </a:spcAft>
                  <a:buFont typeface="Arial" panose="020B0604020202020204" pitchFamily="34" charset="0"/>
                  <a:buChar char="•"/>
                </a:pPr>
                <a14:m>
                  <m:oMath xmlns:m="http://schemas.openxmlformats.org/officeDocument/2006/math">
                    <m:r>
                      <m:rPr>
                        <m:sty m:val="p"/>
                      </m:rPr>
                      <a:rPr lang="en-IN" sz="2400" dirty="0">
                        <a:latin typeface="Cambria Math" panose="02040503050406030204" pitchFamily="18" charset="0"/>
                        <a:ea typeface="Cambria Math" panose="02040503050406030204" pitchFamily="18" charset="0"/>
                      </a:rPr>
                      <m:t>M</m:t>
                    </m:r>
                    <m:d>
                      <m:dPr>
                        <m:ctrlPr>
                          <a:rPr lang="en-IN" sz="2400" i="1" dirty="0">
                            <a:latin typeface="Cambria Math" panose="02040503050406030204" pitchFamily="18" charset="0"/>
                            <a:ea typeface="Cambria Math" panose="02040503050406030204" pitchFamily="18" charset="0"/>
                          </a:rPr>
                        </m:ctrlPr>
                      </m:dPr>
                      <m:e>
                        <m:r>
                          <a:rPr lang="en-IN" sz="2400" dirty="0">
                            <a:latin typeface="Cambria Math" panose="02040503050406030204" pitchFamily="18" charset="0"/>
                            <a:ea typeface="Cambria Math" panose="02040503050406030204" pitchFamily="18" charset="0"/>
                          </a:rPr>
                          <m:t>7</m:t>
                        </m:r>
                      </m:e>
                    </m:d>
                    <m:r>
                      <a:rPr lang="en-IN" sz="2400" dirty="0">
                        <a:latin typeface="Cambria Math" panose="02040503050406030204" pitchFamily="18" charset="0"/>
                        <a:ea typeface="Cambria Math" panose="02040503050406030204" pitchFamily="18" charset="0"/>
                      </a:rPr>
                      <m:t>= 8 + 13 = 21</m:t>
                    </m:r>
                  </m:oMath>
                </a14:m>
                <a:endParaRPr lang="en-IN" sz="2400" dirty="0">
                  <a:latin typeface="Cambria Math" panose="02040503050406030204" pitchFamily="18" charset="0"/>
                  <a:ea typeface="Cambria Math" panose="02040503050406030204" pitchFamily="18" charset="0"/>
                </a:endParaRPr>
              </a:p>
              <a:p>
                <a:pPr marL="887412" lvl="1" indent="-342900">
                  <a:spcBef>
                    <a:spcPts val="900"/>
                  </a:spcBef>
                  <a:spcAft>
                    <a:spcPts val="900"/>
                  </a:spcAft>
                  <a:buFont typeface="Arial" panose="020B0604020202020204" pitchFamily="34" charset="0"/>
                  <a:buChar char="•"/>
                </a:pPr>
                <a14:m>
                  <m:oMath xmlns:m="http://schemas.openxmlformats.org/officeDocument/2006/math">
                    <m:r>
                      <m:rPr>
                        <m:sty m:val="p"/>
                      </m:rPr>
                      <a:rPr lang="en-IN" sz="2400" dirty="0">
                        <a:latin typeface="Cambria Math" panose="02040503050406030204" pitchFamily="18" charset="0"/>
                        <a:ea typeface="Cambria Math" panose="02040503050406030204" pitchFamily="18" charset="0"/>
                      </a:rPr>
                      <m:t>M</m:t>
                    </m:r>
                    <m:d>
                      <m:dPr>
                        <m:ctrlPr>
                          <a:rPr lang="en-IN" sz="2400" i="1" dirty="0">
                            <a:latin typeface="Cambria Math" panose="02040503050406030204" pitchFamily="18" charset="0"/>
                            <a:ea typeface="Cambria Math" panose="02040503050406030204" pitchFamily="18" charset="0"/>
                          </a:rPr>
                        </m:ctrlPr>
                      </m:dPr>
                      <m:e>
                        <m:r>
                          <a:rPr lang="en-IN" sz="2400" dirty="0">
                            <a:latin typeface="Cambria Math" panose="02040503050406030204" pitchFamily="18" charset="0"/>
                            <a:ea typeface="Cambria Math" panose="02040503050406030204" pitchFamily="18" charset="0"/>
                          </a:rPr>
                          <m:t>8</m:t>
                        </m:r>
                      </m:e>
                    </m:d>
                    <m:r>
                      <a:rPr lang="en-IN" sz="2400" dirty="0">
                        <a:latin typeface="Cambria Math" panose="02040503050406030204" pitchFamily="18" charset="0"/>
                        <a:ea typeface="Cambria Math" panose="02040503050406030204" pitchFamily="18" charset="0"/>
                      </a:rPr>
                      <m:t>= 13 + 21 =</m:t>
                    </m:r>
                    <m:r>
                      <a:rPr lang="en-IN" sz="2400" b="1" i="0" dirty="0" smtClean="0">
                        <a:latin typeface="Cambria Math" panose="02040503050406030204" pitchFamily="18" charset="0"/>
                        <a:ea typeface="Cambria Math" panose="02040503050406030204" pitchFamily="18" charset="0"/>
                      </a:rPr>
                      <m:t>𝟑𝟒</m:t>
                    </m:r>
                  </m:oMath>
                </a14:m>
                <a:br>
                  <a:rPr lang="en-IN" sz="2400" dirty="0">
                    <a:latin typeface="Cambria Math" panose="02040503050406030204" pitchFamily="18" charset="0"/>
                    <a:ea typeface="Cambria Math" panose="02040503050406030204" pitchFamily="18" charset="0"/>
                  </a:rPr>
                </a:br>
                <a:endParaRPr lang="en-IN" sz="2400" dirty="0">
                  <a:latin typeface="Cambria Math" panose="02040503050406030204" pitchFamily="18" charset="0"/>
                  <a:ea typeface="Cambria Math" panose="02040503050406030204" pitchFamily="18" charset="0"/>
                </a:endParaRPr>
              </a:p>
              <a:p>
                <a:endParaRPr lang="en-IN" dirty="0"/>
              </a:p>
            </p:txBody>
          </p:sp>
        </mc:Choice>
        <mc:Fallback xmlns="">
          <p:sp>
            <p:nvSpPr>
              <p:cNvPr id="3" name="Content Placeholder 2">
                <a:extLst>
                  <a:ext uri="{FF2B5EF4-FFF2-40B4-BE49-F238E27FC236}">
                    <a16:creationId xmlns:a16="http://schemas.microsoft.com/office/drawing/2014/main" id="{4DE175EE-8FBC-76C1-74F6-C39F68002D9D}"/>
                  </a:ext>
                </a:extLst>
              </p:cNvPr>
              <p:cNvSpPr>
                <a:spLocks noGrp="1" noRot="1" noChangeAspect="1" noMove="1" noResize="1" noEditPoints="1" noAdjustHandles="1" noChangeArrowheads="1" noChangeShapeType="1" noTextEdit="1"/>
              </p:cNvSpPr>
              <p:nvPr>
                <p:ph idx="1"/>
              </p:nvPr>
            </p:nvSpPr>
            <p:spPr>
              <a:xfrm>
                <a:off x="131179" y="773444"/>
                <a:ext cx="11938424" cy="5805556"/>
              </a:xfrm>
              <a:blipFill>
                <a:blip r:embed="rId2"/>
                <a:stretch>
                  <a:fillRect l="-1073" t="-1891" b="-2521"/>
                </a:stretch>
              </a:blipFill>
            </p:spPr>
            <p:txBody>
              <a:bodyPr/>
              <a:lstStyle/>
              <a:p>
                <a:r>
                  <a:rPr lang="en-IN">
                    <a:noFill/>
                  </a:rPr>
                  <a:t> </a:t>
                </a:r>
              </a:p>
            </p:txBody>
          </p:sp>
        </mc:Fallback>
      </mc:AlternateContent>
    </p:spTree>
    <p:extLst>
      <p:ext uri="{BB962C8B-B14F-4D97-AF65-F5344CB8AC3E}">
        <p14:creationId xmlns:p14="http://schemas.microsoft.com/office/powerpoint/2010/main" val="391554542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2CED8-725D-A010-981B-474D6C7420D4}"/>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CFA06113-7922-3243-70B3-DFA9218377DA}"/>
              </a:ext>
            </a:extLst>
          </p:cNvPr>
          <p:cNvCxnSpPr>
            <a:cxnSpLocks/>
          </p:cNvCxnSpPr>
          <p:nvPr/>
        </p:nvCxnSpPr>
        <p:spPr>
          <a:xfrm>
            <a:off x="7657894" y="1121100"/>
            <a:ext cx="2014021" cy="1311450"/>
          </a:xfrm>
          <a:prstGeom prst="line">
            <a:avLst/>
          </a:prstGeom>
          <a:ln w="38100"/>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DEDD76C-F797-7D56-4F49-462A03CBFA02}"/>
              </a:ext>
            </a:extLst>
          </p:cNvPr>
          <p:cNvCxnSpPr>
            <a:cxnSpLocks/>
            <a:endCxn id="4" idx="1"/>
          </p:cNvCxnSpPr>
          <p:nvPr/>
        </p:nvCxnSpPr>
        <p:spPr>
          <a:xfrm>
            <a:off x="7619372" y="1121100"/>
            <a:ext cx="2014021" cy="2555122"/>
          </a:xfrm>
          <a:prstGeom prst="line">
            <a:avLst/>
          </a:prstGeom>
          <a:ln w="38100"/>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89664D9A-B454-F5E6-3DE4-AD5E4718CA3A}"/>
              </a:ext>
            </a:extLst>
          </p:cNvPr>
          <p:cNvCxnSpPr>
            <a:cxnSpLocks/>
          </p:cNvCxnSpPr>
          <p:nvPr/>
        </p:nvCxnSpPr>
        <p:spPr>
          <a:xfrm>
            <a:off x="7657894" y="1121100"/>
            <a:ext cx="2014021" cy="102900"/>
          </a:xfrm>
          <a:prstGeom prst="line">
            <a:avLst/>
          </a:prstGeom>
          <a:ln w="38100"/>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33DE567A-0A81-B3A3-F46E-84BF0ED18710}"/>
              </a:ext>
            </a:extLst>
          </p:cNvPr>
          <p:cNvCxnSpPr>
            <a:cxnSpLocks/>
          </p:cNvCxnSpPr>
          <p:nvPr/>
        </p:nvCxnSpPr>
        <p:spPr>
          <a:xfrm>
            <a:off x="7619372" y="1121100"/>
            <a:ext cx="2053943" cy="3882900"/>
          </a:xfrm>
          <a:prstGeom prst="line">
            <a:avLst/>
          </a:prstGeom>
          <a:ln w="38100"/>
        </p:spPr>
        <p:style>
          <a:lnRef idx="3">
            <a:schemeClr val="dk1"/>
          </a:lnRef>
          <a:fillRef idx="0">
            <a:schemeClr val="dk1"/>
          </a:fillRef>
          <a:effectRef idx="2">
            <a:schemeClr val="dk1"/>
          </a:effectRef>
          <a:fontRef idx="minor">
            <a:schemeClr val="tx1"/>
          </a:fontRef>
        </p:style>
      </p:cxnSp>
      <p:sp>
        <p:nvSpPr>
          <p:cNvPr id="9" name="Title 1">
            <a:extLst>
              <a:ext uri="{FF2B5EF4-FFF2-40B4-BE49-F238E27FC236}">
                <a16:creationId xmlns:a16="http://schemas.microsoft.com/office/drawing/2014/main" id="{D83935C0-5D9F-2551-E1C7-80D7148993D0}"/>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BE24D0-F36D-0549-FA57-2D2B5515EF28}"/>
                  </a:ext>
                </a:extLst>
              </p:cNvPr>
              <p:cNvSpPr>
                <a:spLocks noGrp="1"/>
              </p:cNvSpPr>
              <p:nvPr>
                <p:ph idx="1"/>
              </p:nvPr>
            </p:nvSpPr>
            <p:spPr>
              <a:xfrm>
                <a:off x="131179" y="773444"/>
                <a:ext cx="5334821" cy="5805556"/>
              </a:xfrm>
            </p:spPr>
            <p:txBody>
              <a:bodyPr/>
              <a:lstStyle/>
              <a:p>
                <a:pPr marL="514350" indent="-514350">
                  <a:buFont typeface="+mj-lt"/>
                  <a:buAutoNum type="arabicPeriod" startAt="2"/>
                </a:pPr>
                <a:r>
                  <a:rPr lang="en-IN" dirty="0"/>
                  <a:t>Yes given graph is </a:t>
                </a:r>
                <a:r>
                  <a:rPr lang="en-US" dirty="0"/>
                  <a:t>a bipartite graph. Give any perfect matching of your choice.</a:t>
                </a:r>
              </a:p>
              <a:p>
                <a:pPr marL="514350" indent="-514350">
                  <a:buFont typeface="+mj-lt"/>
                  <a:buAutoNum type="arabicPeriod" startAt="2"/>
                </a:pPr>
                <a:r>
                  <a:rPr lang="en-IN" dirty="0"/>
                  <a:t>Construct a graph  with 13 vertices in the </a:t>
                </a:r>
                <a:r>
                  <a:rPr lang="en-IN" b="1" dirty="0"/>
                  <a:t>set</a:t>
                </a:r>
                <a14:m>
                  <m:oMath xmlns:m="http://schemas.openxmlformats.org/officeDocument/2006/math">
                    <m:r>
                      <a:rPr lang="en-IN" b="1" i="1" smtClean="0">
                        <a:latin typeface="Cambria Math" panose="02040503050406030204" pitchFamily="18" charset="0"/>
                      </a:rPr>
                      <m:t> </m:t>
                    </m:r>
                    <m:r>
                      <a:rPr lang="en-IN" b="1" i="0" smtClean="0">
                        <a:latin typeface="Cambria Math" panose="02040503050406030204" pitchFamily="18" charset="0"/>
                      </a:rPr>
                      <m:t>𝐀</m:t>
                    </m:r>
                  </m:oMath>
                </a14:m>
                <a:r>
                  <a:rPr lang="en-IN" dirty="0"/>
                  <a:t> , each representing one of the 13 card values, and 13 vertices in the </a:t>
                </a:r>
                <a:r>
                  <a:rPr lang="en-IN" b="1" dirty="0"/>
                  <a:t>set </a:t>
                </a:r>
                <a14:m>
                  <m:oMath xmlns:m="http://schemas.openxmlformats.org/officeDocument/2006/math">
                    <m:r>
                      <a:rPr lang="en-IN" b="1" i="0" smtClean="0">
                        <a:latin typeface="Cambria Math" panose="02040503050406030204" pitchFamily="18" charset="0"/>
                      </a:rPr>
                      <m:t>𝐁</m:t>
                    </m:r>
                  </m:oMath>
                </a14:m>
                <a:r>
                  <a:rPr lang="en-IN" dirty="0"/>
                  <a:t>, each representing one of the 13 piles. Draw an edge between a vertex</a:t>
                </a:r>
                <a14:m>
                  <m:oMath xmlns:m="http://schemas.openxmlformats.org/officeDocument/2006/math">
                    <m:r>
                      <a:rPr lang="en-IN" b="0" i="1" smtClean="0">
                        <a:latin typeface="Cambria Math" panose="02040503050406030204" pitchFamily="18" charset="0"/>
                      </a:rPr>
                      <m:t> </m:t>
                    </m:r>
                    <m:r>
                      <a:rPr lang="en-IN" b="1" i="0" smtClean="0">
                        <a:latin typeface="Cambria Math" panose="02040503050406030204" pitchFamily="18" charset="0"/>
                      </a:rPr>
                      <m:t>𝐚</m:t>
                    </m:r>
                    <m:r>
                      <a:rPr lang="en-IN" b="1" i="0" smtClean="0">
                        <a:latin typeface="Cambria Math" panose="02040503050406030204" pitchFamily="18" charset="0"/>
                      </a:rPr>
                      <m:t>∈</m:t>
                    </m:r>
                    <m:r>
                      <a:rPr lang="en-IN" b="1" i="0" smtClean="0">
                        <a:latin typeface="Cambria Math" panose="02040503050406030204" pitchFamily="18" charset="0"/>
                      </a:rPr>
                      <m:t>𝐀</m:t>
                    </m:r>
                  </m:oMath>
                </a14:m>
                <a:r>
                  <a:rPr lang="en-IN" dirty="0"/>
                  <a:t>  to a vertex</a:t>
                </a:r>
                <a14:m>
                  <m:oMath xmlns:m="http://schemas.openxmlformats.org/officeDocument/2006/math">
                    <m:r>
                      <a:rPr lang="en-IN" b="0" i="1" smtClean="0">
                        <a:latin typeface="Cambria Math" panose="02040503050406030204" pitchFamily="18" charset="0"/>
                      </a:rPr>
                      <m:t> </m:t>
                    </m:r>
                    <m:r>
                      <a:rPr lang="en-IN" b="1" i="0" smtClean="0">
                        <a:latin typeface="Cambria Math" panose="02040503050406030204" pitchFamily="18" charset="0"/>
                      </a:rPr>
                      <m:t>𝐛</m:t>
                    </m:r>
                    <m:r>
                      <a:rPr lang="en-IN" b="1" i="0" smtClean="0">
                        <a:latin typeface="Cambria Math" panose="02040503050406030204" pitchFamily="18" charset="0"/>
                      </a:rPr>
                      <m:t>∈</m:t>
                    </m:r>
                    <m:r>
                      <a:rPr lang="en-IN" b="1" i="0" smtClean="0">
                        <a:latin typeface="Cambria Math" panose="02040503050406030204" pitchFamily="18" charset="0"/>
                      </a:rPr>
                      <m:t>𝐁</m:t>
                    </m:r>
                  </m:oMath>
                </a14:m>
                <a:r>
                  <a:rPr lang="en-IN" dirty="0"/>
                  <a:t>  if a card with value  is in the pile . </a:t>
                </a:r>
              </a:p>
            </p:txBody>
          </p:sp>
        </mc:Choice>
        <mc:Fallback xmlns="">
          <p:sp>
            <p:nvSpPr>
              <p:cNvPr id="3" name="Content Placeholder 2">
                <a:extLst>
                  <a:ext uri="{FF2B5EF4-FFF2-40B4-BE49-F238E27FC236}">
                    <a16:creationId xmlns:a16="http://schemas.microsoft.com/office/drawing/2014/main" id="{5CBE24D0-F36D-0549-FA57-2D2B5515EF28}"/>
                  </a:ext>
                </a:extLst>
              </p:cNvPr>
              <p:cNvSpPr>
                <a:spLocks noGrp="1" noRot="1" noChangeAspect="1" noMove="1" noResize="1" noEditPoints="1" noAdjustHandles="1" noChangeArrowheads="1" noChangeShapeType="1" noTextEdit="1"/>
              </p:cNvSpPr>
              <p:nvPr>
                <p:ph idx="1"/>
              </p:nvPr>
            </p:nvSpPr>
            <p:spPr>
              <a:xfrm>
                <a:off x="131179" y="773444"/>
                <a:ext cx="5334821" cy="5805556"/>
              </a:xfrm>
              <a:blipFill>
                <a:blip r:embed="rId2"/>
                <a:stretch>
                  <a:fillRect l="-2400" t="-1891" r="-2286"/>
                </a:stretch>
              </a:blipFill>
            </p:spPr>
            <p:txBody>
              <a:bodyPr/>
              <a:lstStyle/>
              <a:p>
                <a:r>
                  <a:rPr lang="en-IN">
                    <a:noFill/>
                  </a:rPr>
                  <a:t> </a:t>
                </a:r>
              </a:p>
            </p:txBody>
          </p:sp>
        </mc:Fallback>
      </mc:AlternateContent>
      <p:pic>
        <p:nvPicPr>
          <p:cNvPr id="4" name="Picture 3">
            <a:extLst>
              <a:ext uri="{FF2B5EF4-FFF2-40B4-BE49-F238E27FC236}">
                <a16:creationId xmlns:a16="http://schemas.microsoft.com/office/drawing/2014/main" id="{7C498099-B308-238C-8F21-1228193B70F4}"/>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Effect>
                      <a14:brightnessContrast contrast="-40000"/>
                    </a14:imgEffect>
                  </a14:imgLayer>
                </a14:imgProps>
              </a:ext>
            </a:extLst>
          </a:blip>
          <a:srcRect l="508" r="90972"/>
          <a:stretch>
            <a:fillRect/>
          </a:stretch>
        </p:blipFill>
        <p:spPr>
          <a:xfrm>
            <a:off x="9633393" y="905925"/>
            <a:ext cx="935146" cy="5540594"/>
          </a:xfrm>
          <a:prstGeom prst="rect">
            <a:avLst/>
          </a:prstGeom>
        </p:spPr>
      </p:pic>
      <p:pic>
        <p:nvPicPr>
          <p:cNvPr id="11" name="Picture 10">
            <a:extLst>
              <a:ext uri="{FF2B5EF4-FFF2-40B4-BE49-F238E27FC236}">
                <a16:creationId xmlns:a16="http://schemas.microsoft.com/office/drawing/2014/main" id="{FB6016AC-A712-72B0-D2FE-93E4FF65E5B4}"/>
              </a:ext>
            </a:extLst>
          </p:cNvPr>
          <p:cNvPicPr>
            <a:picLocks noChangeAspect="1"/>
          </p:cNvPicPr>
          <p:nvPr/>
        </p:nvPicPr>
        <p:blipFill>
          <a:blip r:embed="rId5">
            <a:extLst>
              <a:ext uri="{BEBA8EAE-BF5A-486C-A8C5-ECC9F3942E4B}">
                <a14:imgProps xmlns:a14="http://schemas.microsoft.com/office/drawing/2010/main">
                  <a14:imgLayer r:embed="rId4">
                    <a14:imgEffect>
                      <a14:saturation sat="0"/>
                    </a14:imgEffect>
                  </a14:imgLayer>
                </a14:imgProps>
              </a:ext>
            </a:extLst>
          </a:blip>
          <a:srcRect l="90679" r="392"/>
          <a:stretch>
            <a:fillRect/>
          </a:stretch>
        </p:blipFill>
        <p:spPr>
          <a:xfrm>
            <a:off x="6591000" y="905925"/>
            <a:ext cx="1026972" cy="5540594"/>
          </a:xfrm>
          <a:prstGeom prst="rect">
            <a:avLst/>
          </a:prstGeom>
        </p:spPr>
      </p:pic>
    </p:spTree>
    <p:extLst>
      <p:ext uri="{BB962C8B-B14F-4D97-AF65-F5344CB8AC3E}">
        <p14:creationId xmlns:p14="http://schemas.microsoft.com/office/powerpoint/2010/main" val="3350968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par>
                          <p:cTn id="17" fill="hold">
                            <p:stCondLst>
                              <p:cond delay="0"/>
                            </p:stCondLst>
                            <p:childTnLst>
                              <p:par>
                                <p:cTn id="18" presetID="22" presetClass="entr" presetSubtype="8"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500"/>
                                        <p:tgtEl>
                                          <p:spTgt spid="14"/>
                                        </p:tgtEl>
                                      </p:cBhvr>
                                    </p:animEffect>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BB612-FE7A-EC47-4BF4-89A2073EF93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C46E920-1A53-CCEF-3ABD-47D8F1BA0E6C}"/>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 of 3 (Cont.)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45D69D-E6DD-5986-5E19-FA4E7BE96C32}"/>
                  </a:ext>
                </a:extLst>
              </p:cNvPr>
              <p:cNvSpPr>
                <a:spLocks noGrp="1"/>
              </p:cNvSpPr>
              <p:nvPr>
                <p:ph idx="1"/>
              </p:nvPr>
            </p:nvSpPr>
            <p:spPr>
              <a:xfrm>
                <a:off x="131179" y="773444"/>
                <a:ext cx="11859821" cy="5805556"/>
              </a:xfrm>
            </p:spPr>
            <p:txBody>
              <a:bodyPr/>
              <a:lstStyle/>
              <a:p>
                <a:r>
                  <a:rPr lang="en-IN" dirty="0"/>
                  <a:t>Notice that we are just looking for a matching of </a:t>
                </a:r>
                <a14:m>
                  <m:oMath xmlns:m="http://schemas.openxmlformats.org/officeDocument/2006/math">
                    <m:r>
                      <a:rPr lang="en-IN" b="0" i="1" smtClean="0">
                        <a:latin typeface="Cambria Math" panose="02040503050406030204" pitchFamily="18" charset="0"/>
                      </a:rPr>
                      <m:t> </m:t>
                    </m:r>
                    <m:r>
                      <m:rPr>
                        <m:sty m:val="p"/>
                      </m:rPr>
                      <a:rPr lang="en-IN" b="0" i="0" smtClean="0">
                        <a:latin typeface="Cambria Math" panose="02040503050406030204" pitchFamily="18" charset="0"/>
                      </a:rPr>
                      <m:t>A</m:t>
                    </m:r>
                  </m:oMath>
                </a14:m>
                <a:r>
                  <a:rPr lang="en-IN" dirty="0"/>
                  <a:t> ; each value needs to be found in the piles exactly once.</a:t>
                </a:r>
              </a:p>
              <a:p>
                <a:r>
                  <a:rPr lang="en-IN" dirty="0"/>
                  <a:t>We will have a matching if the matching condition holds. Given any set of card values (a set </a:t>
                </a:r>
                <a14:m>
                  <m:oMath xmlns:m="http://schemas.openxmlformats.org/officeDocument/2006/math">
                    <m:r>
                      <m:rPr>
                        <m:sty m:val="p"/>
                      </m:rPr>
                      <a:rPr lang="en-IN" b="0" i="0" smtClean="0">
                        <a:latin typeface="Cambria Math" panose="02040503050406030204" pitchFamily="18" charset="0"/>
                      </a:rPr>
                      <m:t>S</m:t>
                    </m:r>
                    <m:r>
                      <a:rPr lang="en-IN" b="0" i="0" smtClean="0">
                        <a:latin typeface="Cambria Math" panose="02040503050406030204" pitchFamily="18" charset="0"/>
                        <a:ea typeface="Cambria Math" panose="02040503050406030204" pitchFamily="18" charset="0"/>
                      </a:rPr>
                      <m:t>⊆</m:t>
                    </m:r>
                    <m:r>
                      <m:rPr>
                        <m:sty m:val="p"/>
                      </m:rPr>
                      <a:rPr lang="en-IN" b="0" i="0" smtClean="0">
                        <a:latin typeface="Cambria Math" panose="02040503050406030204" pitchFamily="18" charset="0"/>
                        <a:ea typeface="Cambria Math" panose="02040503050406030204" pitchFamily="18" charset="0"/>
                      </a:rPr>
                      <m:t>A</m:t>
                    </m:r>
                  </m:oMath>
                </a14:m>
                <a:r>
                  <a:rPr lang="en-IN" dirty="0"/>
                  <a:t> ) we must show that </a:t>
                </a:r>
                <a14:m>
                  <m:oMath xmlns:m="http://schemas.openxmlformats.org/officeDocument/2006/math">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𝑁</m:t>
                        </m:r>
                        <m:d>
                          <m:dPr>
                            <m:ctrlPr>
                              <a:rPr lang="en-IN" b="0" i="1" smtClean="0">
                                <a:latin typeface="Cambria Math" panose="02040503050406030204" pitchFamily="18" charset="0"/>
                              </a:rPr>
                            </m:ctrlPr>
                          </m:dPr>
                          <m:e>
                            <m:r>
                              <a:rPr lang="en-IN" b="0" i="1" smtClean="0">
                                <a:latin typeface="Cambria Math" panose="02040503050406030204" pitchFamily="18" charset="0"/>
                              </a:rPr>
                              <m:t>𝑆</m:t>
                            </m:r>
                          </m:e>
                        </m:d>
                      </m:e>
                    </m:d>
                    <m:r>
                      <a:rPr lang="en-IN" b="0" i="1" smtClean="0">
                        <a:latin typeface="Cambria Math" panose="02040503050406030204" pitchFamily="18" charset="0"/>
                      </a:rPr>
                      <m:t>≥</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𝑆</m:t>
                        </m:r>
                      </m:e>
                    </m:d>
                  </m:oMath>
                </a14:m>
                <a:r>
                  <a:rPr lang="en-IN" dirty="0"/>
                  <a:t>.</a:t>
                </a:r>
              </a:p>
              <a:p>
                <a:r>
                  <a:rPr lang="en-US" dirty="0"/>
                  <a:t>S = chosen values and N(S) = piles containing those values</a:t>
                </a:r>
                <a:endParaRPr lang="en-IN" dirty="0"/>
              </a:p>
              <a:p>
                <a:r>
                  <a:rPr lang="en-US" dirty="0">
                    <a:solidFill>
                      <a:srgbClr val="FF0000"/>
                    </a:solidFill>
                  </a:rPr>
                  <a:t>If you choose k different card values, they must be found in at least k different piles.</a:t>
                </a:r>
              </a:p>
              <a:p>
                <a:r>
                  <a:rPr lang="en-IN" dirty="0"/>
                  <a:t>But what if it wasn’t? Say</a:t>
                </a:r>
                <a:r>
                  <a:rPr lang="en-IN" i="1" dirty="0"/>
                  <a:t> </a:t>
                </a:r>
                <a14:m>
                  <m:oMath xmlns:m="http://schemas.openxmlformats.org/officeDocument/2006/math">
                    <m:d>
                      <m:dPr>
                        <m:begChr m:val="|"/>
                        <m:endChr m:val="|"/>
                        <m:ctrlPr>
                          <a:rPr lang="en-IN" b="0" i="1" smtClean="0">
                            <a:latin typeface="Cambria Math" panose="02040503050406030204" pitchFamily="18" charset="0"/>
                          </a:rPr>
                        </m:ctrlPr>
                      </m:dPr>
                      <m:e>
                        <m:r>
                          <m:rPr>
                            <m:sty m:val="p"/>
                          </m:rPr>
                          <a:rPr lang="en-IN" b="0" i="0" smtClean="0">
                            <a:latin typeface="Cambria Math" panose="02040503050406030204" pitchFamily="18" charset="0"/>
                          </a:rPr>
                          <m:t>S</m:t>
                        </m:r>
                      </m:e>
                    </m:d>
                    <m:r>
                      <a:rPr lang="en-IN" b="0" i="0" smtClean="0">
                        <a:latin typeface="Cambria Math" panose="02040503050406030204" pitchFamily="18" charset="0"/>
                      </a:rPr>
                      <m:t>=</m:t>
                    </m:r>
                    <m:r>
                      <m:rPr>
                        <m:sty m:val="p"/>
                      </m:rPr>
                      <a:rPr lang="en-IN" b="0" i="0" smtClean="0">
                        <a:latin typeface="Cambria Math" panose="02040503050406030204" pitchFamily="18" charset="0"/>
                      </a:rPr>
                      <m:t>k</m:t>
                    </m:r>
                  </m:oMath>
                </a14:m>
                <a:r>
                  <a:rPr lang="en-IN" dirty="0"/>
                  <a:t>. If, </a:t>
                </a:r>
                <a14:m>
                  <m:oMath xmlns:m="http://schemas.openxmlformats.org/officeDocument/2006/math">
                    <m:d>
                      <m:dPr>
                        <m:begChr m:val="|"/>
                        <m:endChr m:val="|"/>
                        <m:ctrlPr>
                          <a:rPr lang="en-IN" i="1">
                            <a:latin typeface="Cambria Math" panose="02040503050406030204" pitchFamily="18" charset="0"/>
                          </a:rPr>
                        </m:ctrlPr>
                      </m:dPr>
                      <m:e>
                        <m:r>
                          <m:rPr>
                            <m:sty m:val="p"/>
                          </m:rPr>
                          <a:rPr lang="en-IN" i="0">
                            <a:latin typeface="Cambria Math" panose="02040503050406030204" pitchFamily="18" charset="0"/>
                          </a:rPr>
                          <m:t>N</m:t>
                        </m:r>
                        <m:d>
                          <m:dPr>
                            <m:ctrlPr>
                              <a:rPr lang="en-IN" i="1">
                                <a:latin typeface="Cambria Math" panose="02040503050406030204" pitchFamily="18" charset="0"/>
                              </a:rPr>
                            </m:ctrlPr>
                          </m:dPr>
                          <m:e>
                            <m:r>
                              <m:rPr>
                                <m:sty m:val="p"/>
                              </m:rPr>
                              <a:rPr lang="en-IN" i="0">
                                <a:latin typeface="Cambria Math" panose="02040503050406030204" pitchFamily="18" charset="0"/>
                              </a:rPr>
                              <m:t>S</m:t>
                            </m:r>
                          </m:e>
                        </m:d>
                      </m:e>
                    </m:d>
                    <m:r>
                      <a:rPr lang="en-IN" b="0" i="0" smtClean="0">
                        <a:latin typeface="Cambria Math" panose="02040503050406030204" pitchFamily="18" charset="0"/>
                      </a:rPr>
                      <m:t>&lt;</m:t>
                    </m:r>
                    <m:r>
                      <m:rPr>
                        <m:sty m:val="p"/>
                      </m:rPr>
                      <a:rPr lang="en-IN" b="0" i="0" smtClean="0">
                        <a:latin typeface="Cambria Math" panose="02040503050406030204" pitchFamily="18" charset="0"/>
                      </a:rPr>
                      <m:t>k</m:t>
                    </m:r>
                  </m:oMath>
                </a14:m>
                <a:r>
                  <a:rPr lang="en-US" dirty="0"/>
                  <a:t>.</a:t>
                </a:r>
              </a:p>
              <a:p>
                <a:r>
                  <a:rPr lang="en-US" dirty="0"/>
                  <a:t>Fewer than</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k</m:t>
                    </m:r>
                  </m:oMath>
                </a14:m>
                <a:r>
                  <a:rPr lang="en-US" dirty="0"/>
                  <a:t> piles can hold at most</a:t>
                </a:r>
                <a14:m>
                  <m:oMath xmlns:m="http://schemas.openxmlformats.org/officeDocument/2006/math">
                    <m:r>
                      <a:rPr lang="en-US" i="0" dirty="0" smtClean="0">
                        <a:latin typeface="Cambria Math" panose="02040503050406030204" pitchFamily="18" charset="0"/>
                      </a:rPr>
                      <m:t> 4(</m:t>
                    </m:r>
                    <m:r>
                      <m:rPr>
                        <m:sty m:val="p"/>
                      </m:rPr>
                      <a:rPr lang="en-US" i="0" dirty="0" smtClean="0">
                        <a:latin typeface="Cambria Math" panose="02040503050406030204" pitchFamily="18" charset="0"/>
                      </a:rPr>
                      <m:t>k</m:t>
                    </m:r>
                    <m:r>
                      <a:rPr lang="en-US" i="0" dirty="0" smtClean="0">
                        <a:latin typeface="Cambria Math" panose="02040503050406030204" pitchFamily="18" charset="0"/>
                      </a:rPr>
                      <m:t>−1)</m:t>
                    </m:r>
                  </m:oMath>
                </a14:m>
                <a:r>
                  <a:rPr lang="en-US" dirty="0"/>
                  <a:t> cards. But we have</a:t>
                </a:r>
                <a14:m>
                  <m:oMath xmlns:m="http://schemas.openxmlformats.org/officeDocument/2006/math">
                    <m:r>
                      <a:rPr lang="en-IN" b="0" i="1" smtClean="0">
                        <a:latin typeface="Cambria Math" panose="02040503050406030204" pitchFamily="18" charset="0"/>
                      </a:rPr>
                      <m:t> </m:t>
                    </m:r>
                    <m:r>
                      <a:rPr lang="en-IN" b="0" i="0" smtClean="0">
                        <a:latin typeface="Cambria Math" panose="02040503050406030204" pitchFamily="18" charset="0"/>
                      </a:rPr>
                      <m:t>4</m:t>
                    </m:r>
                    <m:r>
                      <m:rPr>
                        <m:sty m:val="p"/>
                      </m:rPr>
                      <a:rPr lang="en-IN" b="0" i="0" smtClean="0">
                        <a:latin typeface="Cambria Math" panose="02040503050406030204" pitchFamily="18" charset="0"/>
                      </a:rPr>
                      <m:t>k</m:t>
                    </m:r>
                  </m:oMath>
                </a14:m>
                <a:r>
                  <a:rPr lang="en-US" dirty="0"/>
                  <a:t> cards.</a:t>
                </a:r>
              </a:p>
              <a:p>
                <a:r>
                  <a:rPr lang="en-IN" dirty="0"/>
                  <a:t>which is impossible. </a:t>
                </a:r>
                <a:r>
                  <a:rPr lang="en-US" dirty="0"/>
                  <a:t>Therefore, the chosen k values must appear in at least k piles.</a:t>
                </a:r>
                <a:endParaRPr lang="en-IN" dirty="0"/>
              </a:p>
              <a:p>
                <a:r>
                  <a:rPr lang="en-IN" dirty="0"/>
                  <a:t>Thus the matching condition holds, so there is a matching, as required.</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E745D69D-E6DD-5986-5E19-FA4E7BE96C32}"/>
                  </a:ext>
                </a:extLst>
              </p:cNvPr>
              <p:cNvSpPr>
                <a:spLocks noGrp="1" noRot="1" noChangeAspect="1" noMove="1" noResize="1" noEditPoints="1" noAdjustHandles="1" noChangeArrowheads="1" noChangeShapeType="1" noTextEdit="1"/>
              </p:cNvSpPr>
              <p:nvPr>
                <p:ph idx="1"/>
              </p:nvPr>
            </p:nvSpPr>
            <p:spPr>
              <a:xfrm>
                <a:off x="131179" y="773444"/>
                <a:ext cx="11859821" cy="5805556"/>
              </a:xfrm>
              <a:blipFill>
                <a:blip r:embed="rId2"/>
                <a:stretch>
                  <a:fillRect l="-977" t="-1891" r="-1028"/>
                </a:stretch>
              </a:blipFill>
            </p:spPr>
            <p:txBody>
              <a:bodyPr/>
              <a:lstStyle/>
              <a:p>
                <a:r>
                  <a:rPr lang="en-IN">
                    <a:noFill/>
                  </a:rPr>
                  <a:t> </a:t>
                </a:r>
              </a:p>
            </p:txBody>
          </p:sp>
        </mc:Fallback>
      </mc:AlternateContent>
    </p:spTree>
    <p:extLst>
      <p:ext uri="{BB962C8B-B14F-4D97-AF65-F5344CB8AC3E}">
        <p14:creationId xmlns:p14="http://schemas.microsoft.com/office/powerpoint/2010/main" val="183386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1B690-3795-49F8-70FD-FC96EC9C7B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4146C44-E4B0-ED43-DFD3-D21A85E423EB}"/>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ACAE439B-5B55-D044-B5E1-747EC7453963}"/>
              </a:ext>
            </a:extLst>
          </p:cNvPr>
          <p:cNvSpPr>
            <a:spLocks noGrp="1"/>
          </p:cNvSpPr>
          <p:nvPr>
            <p:ph idx="1"/>
          </p:nvPr>
        </p:nvSpPr>
        <p:spPr>
          <a:xfrm>
            <a:off x="131179" y="773444"/>
            <a:ext cx="11938424" cy="5715556"/>
          </a:xfrm>
        </p:spPr>
        <p:txBody>
          <a:bodyPr/>
          <a:lstStyle/>
          <a:p>
            <a:r>
              <a:rPr lang="en-IN" b="1" dirty="0"/>
              <a:t>The Setup: </a:t>
            </a:r>
            <a:r>
              <a:rPr lang="en-IN" dirty="0"/>
              <a:t>Imagine a university department has </a:t>
            </a:r>
            <a:r>
              <a:rPr lang="en-IN" b="1" dirty="0"/>
              <a:t>13 professors</a:t>
            </a:r>
            <a:r>
              <a:rPr lang="en-IN" dirty="0"/>
              <a:t> and </a:t>
            </a:r>
            <a:r>
              <a:rPr lang="en-IN" b="1" dirty="0"/>
              <a:t>13 core course subjects</a:t>
            </a:r>
            <a:r>
              <a:rPr lang="en-IN" dirty="0"/>
              <a:t>. Every professor is qualified to teach exactly </a:t>
            </a:r>
            <a:r>
              <a:rPr lang="en-IN" b="1" dirty="0"/>
              <a:t>4 distinct subjects</a:t>
            </a:r>
            <a:r>
              <a:rPr lang="en-IN" dirty="0"/>
              <a:t>. Every subject has exactly </a:t>
            </a:r>
            <a:r>
              <a:rPr lang="en-IN" b="1" dirty="0"/>
              <a:t>4 qualified professors</a:t>
            </a:r>
            <a:r>
              <a:rPr lang="en-IN" dirty="0"/>
              <a:t> who can teach it. The department head needs to schedule final exams over a </a:t>
            </a:r>
            <a:r>
              <a:rPr lang="en-IN" b="1" dirty="0"/>
              <a:t>4-day exam period</a:t>
            </a:r>
            <a:r>
              <a:rPr lang="en-IN" dirty="0"/>
              <a:t> (Monday, Tuesday, Wednesday, and Thursday). </a:t>
            </a:r>
          </a:p>
          <a:p>
            <a:r>
              <a:rPr lang="en-IN" b="1" dirty="0"/>
              <a:t>The Rule: </a:t>
            </a:r>
            <a:r>
              <a:rPr lang="en-IN" dirty="0"/>
              <a:t>Each day, the department must schedule exactly 13 individual exam slots such that: Every professor proctors exactly </a:t>
            </a:r>
            <a:r>
              <a:rPr lang="en-IN" b="1" dirty="0"/>
              <a:t>one</a:t>
            </a:r>
            <a:r>
              <a:rPr lang="en-IN" dirty="0"/>
              <a:t> exam. Every subject has exactly </a:t>
            </a:r>
            <a:r>
              <a:rPr lang="en-IN" b="1" dirty="0"/>
              <a:t>one</a:t>
            </a:r>
            <a:r>
              <a:rPr lang="en-IN" dirty="0"/>
              <a:t> exam held. </a:t>
            </a:r>
          </a:p>
          <a:p>
            <a:pPr algn="l"/>
            <a:r>
              <a:rPr lang="en-IN" b="1" dirty="0"/>
              <a:t>The Question:</a:t>
            </a:r>
          </a:p>
          <a:p>
            <a:pPr algn="l"/>
            <a:r>
              <a:rPr lang="en-IN" dirty="0"/>
              <a:t>Can the department head </a:t>
            </a:r>
            <a:r>
              <a:rPr lang="en-IN" i="1" dirty="0"/>
              <a:t>necessarily</a:t>
            </a:r>
            <a:r>
              <a:rPr lang="en-IN" dirty="0"/>
              <a:t> build a complete 4-day schedule where every single professor proctors every subject they are qualified or exactly once, with zero scheduling conflicts? </a:t>
            </a:r>
            <a:br>
              <a:rPr lang="en-IN" dirty="0"/>
            </a:br>
            <a:endParaRPr lang="en-IN" dirty="0"/>
          </a:p>
          <a:p>
            <a:pPr marL="0" indent="0">
              <a:buNone/>
            </a:pPr>
            <a:endParaRPr lang="en-IN" dirty="0"/>
          </a:p>
        </p:txBody>
      </p:sp>
    </p:spTree>
    <p:extLst>
      <p:ext uri="{BB962C8B-B14F-4D97-AF65-F5344CB8AC3E}">
        <p14:creationId xmlns:p14="http://schemas.microsoft.com/office/powerpoint/2010/main" val="286813746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829B8-3935-ABF5-0497-11BA397151A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09D1259-7D44-B1AF-88A0-E603B62C0D1D}"/>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72C194F1-2FE6-A21B-7CAA-FF92D9C20A1D}"/>
              </a:ext>
            </a:extLst>
          </p:cNvPr>
          <p:cNvSpPr>
            <a:spLocks noGrp="1"/>
          </p:cNvSpPr>
          <p:nvPr>
            <p:ph idx="1"/>
          </p:nvPr>
        </p:nvSpPr>
        <p:spPr>
          <a:xfrm>
            <a:off x="131179" y="773444"/>
            <a:ext cx="11938424" cy="5715556"/>
          </a:xfrm>
        </p:spPr>
        <p:txBody>
          <a:bodyPr/>
          <a:lstStyle/>
          <a:p>
            <a:pPr marL="514350" indent="-514350">
              <a:buFont typeface="+mj-lt"/>
              <a:buAutoNum type="arabicPeriod"/>
            </a:pPr>
            <a:r>
              <a:rPr lang="en-IN" b="1" dirty="0"/>
              <a:t>Problem:</a:t>
            </a:r>
            <a:r>
              <a:rPr lang="en-IN" dirty="0"/>
              <a:t> Suppose you have </a:t>
            </a:r>
            <a:r>
              <a:rPr lang="en-IN" b="1" dirty="0"/>
              <a:t>6 gifts</a:t>
            </a:r>
            <a:r>
              <a:rPr lang="en-IN" dirty="0"/>
              <a:t> (</a:t>
            </a:r>
            <a:r>
              <a:rPr lang="en-IN" dirty="0" err="1"/>
              <a:t>labeled</a:t>
            </a:r>
            <a:r>
              <a:rPr lang="en-IN" dirty="0"/>
              <a:t> 1, 2, 3, 4, 5, 6) to distribute among </a:t>
            </a:r>
            <a:r>
              <a:rPr lang="en-IN" b="1" dirty="0"/>
              <a:t>5 friends</a:t>
            </a:r>
            <a:r>
              <a:rPr lang="en-IN" dirty="0"/>
              <a:t>. Their gift preferences are listed below: </a:t>
            </a:r>
          </a:p>
          <a:p>
            <a:pPr marL="544512" lvl="1" indent="0">
              <a:buNone/>
            </a:pPr>
            <a:r>
              <a:rPr lang="en-IN" b="1" dirty="0">
                <a:solidFill>
                  <a:srgbClr val="FF0000"/>
                </a:solidFill>
              </a:rPr>
              <a:t>Aarav wants:</a:t>
            </a:r>
            <a:r>
              <a:rPr lang="en-IN" dirty="0">
                <a:solidFill>
                  <a:srgbClr val="FF0000"/>
                </a:solidFill>
              </a:rPr>
              <a:t> 1, 5; </a:t>
            </a:r>
            <a:r>
              <a:rPr lang="en-IN" b="1" dirty="0">
                <a:solidFill>
                  <a:srgbClr val="FF0000"/>
                </a:solidFill>
              </a:rPr>
              <a:t>Divya wants:</a:t>
            </a:r>
            <a:r>
              <a:rPr lang="en-IN" dirty="0">
                <a:solidFill>
                  <a:srgbClr val="FF0000"/>
                </a:solidFill>
              </a:rPr>
              <a:t> 2, 3, 6; </a:t>
            </a:r>
            <a:r>
              <a:rPr lang="en-IN" b="1" dirty="0">
                <a:solidFill>
                  <a:srgbClr val="FF0000"/>
                </a:solidFill>
              </a:rPr>
              <a:t>Ishaan wants:</a:t>
            </a:r>
            <a:r>
              <a:rPr lang="en-IN" dirty="0">
                <a:solidFill>
                  <a:srgbClr val="FF0000"/>
                </a:solidFill>
              </a:rPr>
              <a:t> 1, 4, 5; </a:t>
            </a:r>
            <a:r>
              <a:rPr lang="en-IN" b="1" dirty="0">
                <a:solidFill>
                  <a:srgbClr val="FF0000"/>
                </a:solidFill>
              </a:rPr>
              <a:t>Kavya wants:</a:t>
            </a:r>
            <a:r>
              <a:rPr lang="en-IN" dirty="0">
                <a:solidFill>
                  <a:srgbClr val="FF0000"/>
                </a:solidFill>
              </a:rPr>
              <a:t> 4, 5; </a:t>
            </a:r>
            <a:r>
              <a:rPr lang="en-IN" b="1" dirty="0">
                <a:solidFill>
                  <a:srgbClr val="FF0000"/>
                </a:solidFill>
              </a:rPr>
              <a:t>Rahul wants:</a:t>
            </a:r>
            <a:r>
              <a:rPr lang="en-IN" dirty="0">
                <a:solidFill>
                  <a:srgbClr val="FF0000"/>
                </a:solidFill>
              </a:rPr>
              <a:t> 1. </a:t>
            </a:r>
          </a:p>
          <a:p>
            <a:pPr marL="544512" lvl="1" indent="0">
              <a:buNone/>
            </a:pPr>
            <a:r>
              <a:rPr lang="en-IN" dirty="0"/>
              <a:t>Determine if it is possible to give everyone a gift they want. If it is impossible, give reason.</a:t>
            </a:r>
          </a:p>
          <a:p>
            <a:pPr marL="514350" indent="-514350">
              <a:buFont typeface="+mj-lt"/>
              <a:buAutoNum type="arabicPeriod"/>
            </a:pPr>
            <a:r>
              <a:rPr lang="en-IN" dirty="0"/>
              <a:t>Using the same 5 friends and 6 gifts, consider this new set of preferences:</a:t>
            </a:r>
          </a:p>
          <a:p>
            <a:pPr marL="457200" lvl="1" indent="0">
              <a:buNone/>
            </a:pPr>
            <a:r>
              <a:rPr lang="en-IN" b="1" dirty="0">
                <a:solidFill>
                  <a:srgbClr val="FF0000"/>
                </a:solidFill>
              </a:rPr>
              <a:t>Aarav wants:</a:t>
            </a:r>
            <a:r>
              <a:rPr lang="en-IN" dirty="0">
                <a:solidFill>
                  <a:srgbClr val="FF0000"/>
                </a:solidFill>
              </a:rPr>
              <a:t> 1, 2; </a:t>
            </a:r>
            <a:r>
              <a:rPr lang="en-IN" b="1" dirty="0">
                <a:solidFill>
                  <a:srgbClr val="FF0000"/>
                </a:solidFill>
              </a:rPr>
              <a:t>Divya wants:</a:t>
            </a:r>
            <a:r>
              <a:rPr lang="en-IN" dirty="0">
                <a:solidFill>
                  <a:srgbClr val="FF0000"/>
                </a:solidFill>
              </a:rPr>
              <a:t> 2, 3; </a:t>
            </a:r>
            <a:r>
              <a:rPr lang="en-IN" b="1" dirty="0">
                <a:solidFill>
                  <a:srgbClr val="FF0000"/>
                </a:solidFill>
              </a:rPr>
              <a:t>Ishaan wants:</a:t>
            </a:r>
            <a:r>
              <a:rPr lang="en-IN" dirty="0">
                <a:solidFill>
                  <a:srgbClr val="FF0000"/>
                </a:solidFill>
              </a:rPr>
              <a:t> 3, 4; </a:t>
            </a:r>
            <a:r>
              <a:rPr lang="en-IN" b="1" dirty="0">
                <a:solidFill>
                  <a:srgbClr val="FF0000"/>
                </a:solidFill>
              </a:rPr>
              <a:t>Kavya wants:</a:t>
            </a:r>
            <a:r>
              <a:rPr lang="en-IN" dirty="0">
                <a:solidFill>
                  <a:srgbClr val="FF0000"/>
                </a:solidFill>
              </a:rPr>
              <a:t> 4, 5; </a:t>
            </a:r>
            <a:r>
              <a:rPr lang="en-IN" b="1" dirty="0">
                <a:solidFill>
                  <a:srgbClr val="FF0000"/>
                </a:solidFill>
              </a:rPr>
              <a:t>Rahul wants:</a:t>
            </a:r>
            <a:r>
              <a:rPr lang="en-IN" dirty="0">
                <a:solidFill>
                  <a:srgbClr val="FF0000"/>
                </a:solidFill>
              </a:rPr>
              <a:t> 5, 6 </a:t>
            </a:r>
          </a:p>
          <a:p>
            <a:pPr marL="457200" lvl="1" indent="0">
              <a:buNone/>
            </a:pPr>
            <a:r>
              <a:rPr lang="en-IN" dirty="0"/>
              <a:t>Show that everyone gets a gift they want. Which gift is left over?</a:t>
            </a:r>
          </a:p>
          <a:p>
            <a:pPr marL="0" indent="0">
              <a:buNone/>
            </a:pPr>
            <a:endParaRPr lang="en-IN" dirty="0"/>
          </a:p>
        </p:txBody>
      </p:sp>
    </p:spTree>
    <p:extLst>
      <p:ext uri="{BB962C8B-B14F-4D97-AF65-F5344CB8AC3E}">
        <p14:creationId xmlns:p14="http://schemas.microsoft.com/office/powerpoint/2010/main" val="207951508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3317D-16E2-02F5-6B01-DEA7E6A5971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005864BD-252F-0360-A2E1-E381CBDA62C4}"/>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8C549A-E9AC-1EFB-05D9-59F2573CF0BF}"/>
                  </a:ext>
                </a:extLst>
              </p:cNvPr>
              <p:cNvSpPr>
                <a:spLocks noGrp="1"/>
              </p:cNvSpPr>
              <p:nvPr>
                <p:ph idx="1"/>
              </p:nvPr>
            </p:nvSpPr>
            <p:spPr>
              <a:xfrm>
                <a:off x="131179" y="773444"/>
                <a:ext cx="11938424" cy="5715556"/>
              </a:xfrm>
            </p:spPr>
            <p:txBody>
              <a:bodyPr/>
              <a:lstStyle/>
              <a:p>
                <a:pPr marL="514350" indent="-514350">
                  <a:buFont typeface="+mj-lt"/>
                  <a:buAutoNum type="arabicPeriod"/>
                </a:pPr>
                <a:r>
                  <a:rPr lang="en-IN" b="1" dirty="0"/>
                  <a:t>No</a:t>
                </a:r>
                <a:r>
                  <a:rPr lang="en-IN" dirty="0"/>
                  <a:t>, </a:t>
                </a:r>
              </a:p>
              <a:p>
                <a:pPr marL="0" indent="0">
                  <a:buNone/>
                </a:pPr>
                <a:r>
                  <a:rPr lang="en-IN" b="1" dirty="0"/>
                  <a:t>Proof: </a:t>
                </a:r>
                <a:r>
                  <a:rPr lang="en-IN" dirty="0"/>
                  <a:t>To find out why it fails, we look for a subset of friends whose total number of desired gifts is smaller than the number of friends in that group. </a:t>
                </a:r>
              </a:p>
              <a:p>
                <a:pPr lvl="1"/>
                <a:r>
                  <a:rPr lang="en-IN" dirty="0"/>
                  <a:t>Let's look at the group of friends:</a:t>
                </a:r>
                <a14:m>
                  <m:oMath xmlns:m="http://schemas.openxmlformats.org/officeDocument/2006/math">
                    <m:r>
                      <a:rPr lang="en-IN" b="1" i="0" dirty="0" smtClean="0">
                        <a:latin typeface="Cambria Math" panose="02040503050406030204" pitchFamily="18" charset="0"/>
                      </a:rPr>
                      <m:t>𝐒</m:t>
                    </m:r>
                    <m:r>
                      <a:rPr lang="en-IN" b="1" i="0" dirty="0" smtClean="0">
                        <a:latin typeface="Cambria Math" panose="02040503050406030204" pitchFamily="18" charset="0"/>
                      </a:rPr>
                      <m:t>=</m:t>
                    </m:r>
                    <m:d>
                      <m:dPr>
                        <m:begChr m:val="{"/>
                        <m:endChr m:val="}"/>
                        <m:ctrlPr>
                          <a:rPr lang="en-IN" b="1" i="1" dirty="0" smtClean="0">
                            <a:latin typeface="Cambria Math" panose="02040503050406030204" pitchFamily="18" charset="0"/>
                          </a:rPr>
                        </m:ctrlPr>
                      </m:dPr>
                      <m:e>
                        <m:r>
                          <a:rPr lang="en-IN" b="1" i="0" dirty="0">
                            <a:latin typeface="Cambria Math" panose="02040503050406030204" pitchFamily="18" charset="0"/>
                          </a:rPr>
                          <m:t>𝐀𝐚𝐫𝐚𝐯</m:t>
                        </m:r>
                        <m:r>
                          <a:rPr lang="en-IN" b="1" i="0" dirty="0">
                            <a:latin typeface="Cambria Math" panose="02040503050406030204" pitchFamily="18" charset="0"/>
                          </a:rPr>
                          <m:t>, </m:t>
                        </m:r>
                        <m:r>
                          <a:rPr lang="en-IN" b="1" i="0" dirty="0">
                            <a:latin typeface="Cambria Math" panose="02040503050406030204" pitchFamily="18" charset="0"/>
                          </a:rPr>
                          <m:t>𝐈𝐬𝐡𝐚𝐚𝐧</m:t>
                        </m:r>
                        <m:r>
                          <a:rPr lang="en-IN" b="1" i="0" dirty="0">
                            <a:latin typeface="Cambria Math" panose="02040503050406030204" pitchFamily="18" charset="0"/>
                          </a:rPr>
                          <m:t>, </m:t>
                        </m:r>
                        <m:r>
                          <a:rPr lang="en-IN" b="1" i="0" dirty="0">
                            <a:latin typeface="Cambria Math" panose="02040503050406030204" pitchFamily="18" charset="0"/>
                          </a:rPr>
                          <m:t>𝐊𝐚𝐯𝐲𝐚</m:t>
                        </m:r>
                        <m:r>
                          <a:rPr lang="en-IN" b="1" i="0" dirty="0">
                            <a:latin typeface="Cambria Math" panose="02040503050406030204" pitchFamily="18" charset="0"/>
                          </a:rPr>
                          <m:t>, </m:t>
                        </m:r>
                        <m:r>
                          <a:rPr lang="en-IN" b="1" i="0" dirty="0">
                            <a:latin typeface="Cambria Math" panose="02040503050406030204" pitchFamily="18" charset="0"/>
                          </a:rPr>
                          <m:t>𝐑𝐚𝐡𝐮𝐥</m:t>
                        </m:r>
                      </m:e>
                    </m:d>
                    <m:r>
                      <a:rPr lang="en-IN" b="1" i="0" dirty="0" smtClean="0">
                        <a:latin typeface="Cambria Math" panose="02040503050406030204" pitchFamily="18" charset="0"/>
                      </a:rPr>
                      <m:t>.</m:t>
                    </m:r>
                  </m:oMath>
                </a14:m>
                <a:br>
                  <a:rPr lang="en-IN" dirty="0"/>
                </a:br>
                <a:r>
                  <a:rPr lang="en-IN" dirty="0"/>
                  <a:t>Now let's list all the unique gifts this group collectively wants:</a:t>
                </a:r>
              </a:p>
              <a:p>
                <a:pPr lvl="1"/>
                <a:r>
                  <a:rPr lang="en-IN" dirty="0"/>
                  <a:t>The set of all unique gifts they want is</a:t>
                </a:r>
                <a14:m>
                  <m:oMath xmlns:m="http://schemas.openxmlformats.org/officeDocument/2006/math">
                    <m:r>
                      <a:rPr lang="en-IN" i="0" dirty="0" smtClean="0">
                        <a:latin typeface="Cambria Math" panose="02040503050406030204" pitchFamily="18" charset="0"/>
                      </a:rPr>
                      <m:t> </m:t>
                    </m:r>
                    <m:r>
                      <a:rPr lang="en-IN" b="1" i="0" dirty="0" smtClean="0">
                        <a:latin typeface="Cambria Math" panose="02040503050406030204" pitchFamily="18" charset="0"/>
                      </a:rPr>
                      <m:t>𝐍</m:t>
                    </m:r>
                    <m:r>
                      <a:rPr lang="en-IN" b="1" i="0" dirty="0">
                        <a:latin typeface="Cambria Math" panose="02040503050406030204" pitchFamily="18" charset="0"/>
                      </a:rPr>
                      <m:t>(</m:t>
                    </m:r>
                    <m:r>
                      <a:rPr lang="en-IN" b="1" i="0" dirty="0">
                        <a:latin typeface="Cambria Math" panose="02040503050406030204" pitchFamily="18" charset="0"/>
                      </a:rPr>
                      <m:t>𝐒</m:t>
                    </m:r>
                    <m:r>
                      <a:rPr lang="en-IN" b="1" i="0" dirty="0">
                        <a:latin typeface="Cambria Math" panose="02040503050406030204" pitchFamily="18" charset="0"/>
                      </a:rPr>
                      <m:t>) = {</m:t>
                    </m:r>
                    <m:r>
                      <a:rPr lang="en-IN" b="1" i="0" dirty="0">
                        <a:latin typeface="Cambria Math" panose="02040503050406030204" pitchFamily="18" charset="0"/>
                      </a:rPr>
                      <m:t>𝟏</m:t>
                    </m:r>
                    <m:r>
                      <a:rPr lang="en-IN" b="1" i="0" dirty="0">
                        <a:latin typeface="Cambria Math" panose="02040503050406030204" pitchFamily="18" charset="0"/>
                      </a:rPr>
                      <m:t>, </m:t>
                    </m:r>
                    <m:r>
                      <a:rPr lang="en-IN" b="1" i="0" dirty="0">
                        <a:latin typeface="Cambria Math" panose="02040503050406030204" pitchFamily="18" charset="0"/>
                      </a:rPr>
                      <m:t>𝟒</m:t>
                    </m:r>
                    <m:r>
                      <a:rPr lang="en-IN" b="1" i="0" dirty="0">
                        <a:latin typeface="Cambria Math" panose="02040503050406030204" pitchFamily="18" charset="0"/>
                      </a:rPr>
                      <m:t>, </m:t>
                    </m:r>
                    <m:r>
                      <a:rPr lang="en-IN" b="1" i="0" dirty="0" smtClean="0">
                        <a:latin typeface="Cambria Math" panose="02040503050406030204" pitchFamily="18" charset="0"/>
                      </a:rPr>
                      <m:t>𝟓</m:t>
                    </m:r>
                    <m:r>
                      <a:rPr lang="en-IN" b="1" i="0" dirty="0" smtClean="0">
                        <a:latin typeface="Cambria Math" panose="02040503050406030204" pitchFamily="18" charset="0"/>
                      </a:rPr>
                      <m:t>}</m:t>
                    </m:r>
                  </m:oMath>
                </a14:m>
                <a:r>
                  <a:rPr lang="en-IN" dirty="0"/>
                  <a:t>.</a:t>
                </a:r>
              </a:p>
              <a:p>
                <a:pPr lvl="1"/>
                <a:r>
                  <a:rPr lang="en-IN" dirty="0"/>
                  <a:t>Number of friends in subset is </a:t>
                </a:r>
                <a:r>
                  <a:rPr lang="en-IN" b="1" dirty="0"/>
                  <a:t>4.</a:t>
                </a:r>
                <a:endParaRPr lang="en-IN" dirty="0"/>
              </a:p>
              <a:p>
                <a:pPr lvl="1"/>
                <a:r>
                  <a:rPr lang="en-IN" dirty="0"/>
                  <a:t>Number of unique gifts they like is </a:t>
                </a:r>
                <a:r>
                  <a:rPr lang="en-IN" b="1" dirty="0"/>
                  <a:t>3.</a:t>
                </a:r>
                <a:endParaRPr lang="en-IN" dirty="0"/>
              </a:p>
              <a:p>
                <a:pPr marL="0" indent="0">
                  <a:buNone/>
                </a:pPr>
                <a:r>
                  <a:rPr lang="en-IN" b="1" dirty="0"/>
                  <a:t>Conclusion: </a:t>
                </a:r>
              </a:p>
              <a:p>
                <a:r>
                  <a:rPr lang="en-IN" dirty="0"/>
                  <a:t>Since, Hall's Condition fails. it is impossible to distribute the gifts satisfactorily.</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E68C549A-E9AC-1EFB-05D9-59F2573CF0BF}"/>
                  </a:ext>
                </a:extLst>
              </p:cNvPr>
              <p:cNvSpPr>
                <a:spLocks noGrp="1" noRot="1" noChangeAspect="1" noMove="1" noResize="1" noEditPoints="1" noAdjustHandles="1" noChangeArrowheads="1" noChangeShapeType="1" noTextEdit="1"/>
              </p:cNvSpPr>
              <p:nvPr>
                <p:ph idx="1"/>
              </p:nvPr>
            </p:nvSpPr>
            <p:spPr>
              <a:xfrm>
                <a:off x="131179" y="773444"/>
                <a:ext cx="11938424" cy="5715556"/>
              </a:xfrm>
              <a:blipFill>
                <a:blip r:embed="rId2"/>
                <a:stretch>
                  <a:fillRect l="-1073" t="-1921" r="-1021"/>
                </a:stretch>
              </a:blipFill>
            </p:spPr>
            <p:txBody>
              <a:bodyPr/>
              <a:lstStyle/>
              <a:p>
                <a:r>
                  <a:rPr lang="en-IN">
                    <a:noFill/>
                  </a:rPr>
                  <a:t> </a:t>
                </a:r>
              </a:p>
            </p:txBody>
          </p:sp>
        </mc:Fallback>
      </mc:AlternateContent>
    </p:spTree>
    <p:extLst>
      <p:ext uri="{BB962C8B-B14F-4D97-AF65-F5344CB8AC3E}">
        <p14:creationId xmlns:p14="http://schemas.microsoft.com/office/powerpoint/2010/main" val="346343286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DBC3-5976-9A5A-F282-24ADDCA579D3}"/>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C580C4C-75FD-41A9-9703-8282E0DBC6EF}"/>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 </a:t>
            </a:r>
            <a:endParaRPr lang="en-US" dirty="0"/>
          </a:p>
        </p:txBody>
      </p:sp>
      <p:sp>
        <p:nvSpPr>
          <p:cNvPr id="3" name="Content Placeholder 2">
            <a:extLst>
              <a:ext uri="{FF2B5EF4-FFF2-40B4-BE49-F238E27FC236}">
                <a16:creationId xmlns:a16="http://schemas.microsoft.com/office/drawing/2014/main" id="{1AD61456-E648-B14E-17E2-4B4D17398C86}"/>
              </a:ext>
            </a:extLst>
          </p:cNvPr>
          <p:cNvSpPr>
            <a:spLocks noGrp="1"/>
          </p:cNvSpPr>
          <p:nvPr>
            <p:ph idx="1"/>
          </p:nvPr>
        </p:nvSpPr>
        <p:spPr>
          <a:xfrm>
            <a:off x="131179" y="773444"/>
            <a:ext cx="11938424" cy="5715556"/>
          </a:xfrm>
        </p:spPr>
        <p:txBody>
          <a:bodyPr/>
          <a:lstStyle/>
          <a:p>
            <a:pPr marL="514350" indent="-514350">
              <a:buFont typeface="+mj-lt"/>
              <a:buAutoNum type="arabicPeriod" startAt="2"/>
            </a:pPr>
            <a:r>
              <a:rPr lang="en-IN" b="1" dirty="0"/>
              <a:t>Yes</a:t>
            </a:r>
            <a:r>
              <a:rPr lang="en-IN" dirty="0"/>
              <a:t>, it is possible. Gift </a:t>
            </a:r>
            <a:r>
              <a:rPr lang="en-IN" b="1" dirty="0"/>
              <a:t>6</a:t>
            </a:r>
            <a:r>
              <a:rPr lang="en-IN" dirty="0"/>
              <a:t> is left over.</a:t>
            </a:r>
          </a:p>
          <a:p>
            <a:r>
              <a:rPr lang="en-IN" b="1" dirty="0"/>
              <a:t>The Valid Distribution:</a:t>
            </a:r>
            <a:endParaRPr lang="en-IN" dirty="0"/>
          </a:p>
          <a:p>
            <a:pPr lvl="1"/>
            <a:r>
              <a:rPr lang="en-IN" b="1" dirty="0"/>
              <a:t>Aarav</a:t>
            </a:r>
            <a:r>
              <a:rPr lang="en-IN" dirty="0"/>
              <a:t> gets </a:t>
            </a:r>
            <a:r>
              <a:rPr lang="en-IN" b="1" dirty="0"/>
              <a:t>Gift 1</a:t>
            </a:r>
            <a:endParaRPr lang="en-IN" dirty="0"/>
          </a:p>
          <a:p>
            <a:pPr lvl="1"/>
            <a:r>
              <a:rPr lang="en-IN" b="1" dirty="0"/>
              <a:t>Divya</a:t>
            </a:r>
            <a:r>
              <a:rPr lang="en-IN" dirty="0"/>
              <a:t> gets </a:t>
            </a:r>
            <a:r>
              <a:rPr lang="en-IN" b="1" dirty="0"/>
              <a:t>Gift 2</a:t>
            </a:r>
            <a:endParaRPr lang="en-IN" dirty="0"/>
          </a:p>
          <a:p>
            <a:pPr lvl="1"/>
            <a:r>
              <a:rPr lang="en-IN" b="1" dirty="0"/>
              <a:t>Ishaan</a:t>
            </a:r>
            <a:r>
              <a:rPr lang="en-IN" dirty="0"/>
              <a:t> gets </a:t>
            </a:r>
            <a:r>
              <a:rPr lang="en-IN" b="1" dirty="0"/>
              <a:t>Gift 3</a:t>
            </a:r>
            <a:endParaRPr lang="en-IN" dirty="0"/>
          </a:p>
          <a:p>
            <a:pPr lvl="1"/>
            <a:r>
              <a:rPr lang="en-IN" b="1" dirty="0"/>
              <a:t>Kavya</a:t>
            </a:r>
            <a:r>
              <a:rPr lang="en-IN" dirty="0"/>
              <a:t> gets </a:t>
            </a:r>
            <a:r>
              <a:rPr lang="en-IN" b="1" dirty="0"/>
              <a:t>Gift 4</a:t>
            </a:r>
            <a:endParaRPr lang="en-IN" dirty="0"/>
          </a:p>
          <a:p>
            <a:pPr lvl="1"/>
            <a:r>
              <a:rPr lang="en-IN" b="1" dirty="0"/>
              <a:t>Rahul</a:t>
            </a:r>
            <a:r>
              <a:rPr lang="en-IN" dirty="0"/>
              <a:t> gets </a:t>
            </a:r>
            <a:r>
              <a:rPr lang="en-IN" b="1" dirty="0"/>
              <a:t>Gift 5</a:t>
            </a:r>
            <a:endParaRPr lang="en-IN" dirty="0"/>
          </a:p>
          <a:p>
            <a:pPr algn="l"/>
            <a:r>
              <a:rPr lang="en-IN" b="1" dirty="0"/>
              <a:t>Gift 6</a:t>
            </a:r>
            <a:r>
              <a:rPr lang="en-IN" dirty="0"/>
              <a:t> remains unassigned.</a:t>
            </a:r>
            <a:br>
              <a:rPr lang="en-IN" dirty="0"/>
            </a:br>
            <a:endParaRPr lang="en-IN" dirty="0"/>
          </a:p>
          <a:p>
            <a:pPr marL="0" indent="0">
              <a:buNone/>
            </a:pPr>
            <a:endParaRPr lang="en-IN" dirty="0"/>
          </a:p>
        </p:txBody>
      </p:sp>
    </p:spTree>
    <p:extLst>
      <p:ext uri="{BB962C8B-B14F-4D97-AF65-F5344CB8AC3E}">
        <p14:creationId xmlns:p14="http://schemas.microsoft.com/office/powerpoint/2010/main" val="133230741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05EEC38D-B69A-4F45-9CFB-3F832F2054F3}"/>
              </a:ext>
            </a:extLst>
          </p:cNvPr>
          <p:cNvSpPr>
            <a:spLocks noGrp="1"/>
          </p:cNvSpPr>
          <p:nvPr>
            <p:ph type="body" sz="quarter" idx="11"/>
          </p:nvPr>
        </p:nvSpPr>
        <p:spPr/>
        <p:txBody>
          <a:bodyPr/>
          <a:lstStyle/>
          <a:p>
            <a:r>
              <a:rPr lang="en-US" dirty="0"/>
              <a:t>punit.vadher@darshan.ac.in</a:t>
            </a:r>
          </a:p>
        </p:txBody>
      </p:sp>
      <p:sp>
        <p:nvSpPr>
          <p:cNvPr id="17" name="Text Placeholder 16">
            <a:extLst>
              <a:ext uri="{FF2B5EF4-FFF2-40B4-BE49-F238E27FC236}">
                <a16:creationId xmlns:a16="http://schemas.microsoft.com/office/drawing/2014/main" id="{3B892750-977A-4A19-B627-46C829D9CDA2}"/>
              </a:ext>
            </a:extLst>
          </p:cNvPr>
          <p:cNvSpPr>
            <a:spLocks noGrp="1"/>
          </p:cNvSpPr>
          <p:nvPr>
            <p:ph type="body" sz="quarter" idx="12"/>
          </p:nvPr>
        </p:nvSpPr>
        <p:spPr/>
        <p:txBody>
          <a:bodyPr/>
          <a:lstStyle/>
          <a:p>
            <a:r>
              <a:rPr lang="en-US" dirty="0"/>
              <a:t>9662443859</a:t>
            </a:r>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p:txBody>
          <a:bodyPr/>
          <a:lstStyle/>
          <a:p>
            <a:r>
              <a:rPr lang="en-US" dirty="0"/>
              <a:t>Department of Humanities &amp; Science</a:t>
            </a:r>
          </a:p>
        </p:txBody>
      </p:sp>
      <p:sp>
        <p:nvSpPr>
          <p:cNvPr id="19" name="Text Placeholder 18">
            <a:extLst>
              <a:ext uri="{FF2B5EF4-FFF2-40B4-BE49-F238E27FC236}">
                <a16:creationId xmlns:a16="http://schemas.microsoft.com/office/drawing/2014/main" id="{D6DA44CB-50AE-4D51-AC18-616176252887}"/>
              </a:ext>
            </a:extLst>
          </p:cNvPr>
          <p:cNvSpPr>
            <a:spLocks noGrp="1"/>
          </p:cNvSpPr>
          <p:nvPr>
            <p:ph type="body" sz="quarter" idx="14"/>
          </p:nvPr>
        </p:nvSpPr>
        <p:spPr/>
        <p:txBody>
          <a:bodyPr/>
          <a:lstStyle/>
          <a:p>
            <a:r>
              <a:rPr lang="en-US" dirty="0"/>
              <a:t>Prof. </a:t>
            </a:r>
            <a:r>
              <a:rPr lang="en-US" dirty="0" err="1"/>
              <a:t>Punit</a:t>
            </a:r>
            <a:r>
              <a:rPr lang="en-US" dirty="0"/>
              <a:t> </a:t>
            </a:r>
            <a:r>
              <a:rPr lang="en-US" dirty="0" err="1"/>
              <a:t>Vadher</a:t>
            </a:r>
            <a:endParaRPr lang="en-US" dirty="0"/>
          </a:p>
        </p:txBody>
      </p:sp>
      <mc:AlternateContent xmlns:mc="http://schemas.openxmlformats.org/markup-compatibility/2006" xmlns:a14="http://schemas.microsoft.com/office/drawing/2010/main">
        <mc:Choice Requires="a14">
          <p:sp>
            <p:nvSpPr>
              <p:cNvPr id="20" name="Text Placeholder 19">
                <a:extLst>
                  <a:ext uri="{FF2B5EF4-FFF2-40B4-BE49-F238E27FC236}">
                    <a16:creationId xmlns:a16="http://schemas.microsoft.com/office/drawing/2014/main" id="{FF5B8673-7BA1-4EA7-991A-5F4DCD3054D0}"/>
                  </a:ext>
                </a:extLst>
              </p:cNvPr>
              <p:cNvSpPr>
                <a:spLocks noGrp="1"/>
              </p:cNvSpPr>
              <p:nvPr>
                <p:ph type="body" sz="quarter" idx="16"/>
              </p:nvPr>
            </p:nvSpPr>
            <p:spPr/>
            <p:txBody>
              <a:bodyPr/>
              <a:lstStyle/>
              <a:p>
                <a:pPr>
                  <a:lnSpc>
                    <a:spcPct val="100000"/>
                  </a:lnSpc>
                </a:pPr>
                <a:r>
                  <a:rPr lang="en-US" dirty="0"/>
                  <a:t>B.Tech. </a:t>
                </a:r>
                <a14:m>
                  <m:oMath xmlns:m="http://schemas.openxmlformats.org/officeDocument/2006/math">
                    <m:r>
                      <a:rPr lang="en-US" i="1" dirty="0">
                        <a:latin typeface="Cambria Math" panose="02040503050406030204" pitchFamily="18" charset="0"/>
                      </a:rPr>
                      <m:t>→</m:t>
                    </m:r>
                    <m:r>
                      <a:rPr lang="en-US" b="0" i="0" dirty="0" smtClean="0">
                        <a:latin typeface="Cambria Math" panose="02040503050406030204" pitchFamily="18" charset="0"/>
                      </a:rPr>
                      <m:t>5</m:t>
                    </m:r>
                  </m:oMath>
                </a14:m>
                <a:r>
                  <a:rPr lang="en-US" baseline="30000" dirty="0"/>
                  <a:t>th</a:t>
                </a:r>
                <a:r>
                  <a:rPr lang="en-US" dirty="0"/>
                  <a:t>  Semester</a:t>
                </a:r>
              </a:p>
              <a:p>
                <a:pPr>
                  <a:lnSpc>
                    <a:spcPct val="125000"/>
                  </a:lnSpc>
                </a:pPr>
                <a:r>
                  <a:rPr lang="en-US" b="1" dirty="0"/>
                  <a:t> Graph Theory (</a:t>
                </a:r>
                <a:r>
                  <a:rPr lang="en-US" dirty="0"/>
                  <a:t>2301HS301</a:t>
                </a:r>
                <a:r>
                  <a:rPr lang="en-US" b="1" dirty="0"/>
                  <a:t>)</a:t>
                </a:r>
              </a:p>
            </p:txBody>
          </p:sp>
        </mc:Choice>
        <mc:Fallback xmlns="">
          <p:sp>
            <p:nvSpPr>
              <p:cNvPr id="20" name="Text Placeholder 19">
                <a:extLst>
                  <a:ext uri="{FF2B5EF4-FFF2-40B4-BE49-F238E27FC236}">
                    <a16:creationId xmlns:a16="http://schemas.microsoft.com/office/drawing/2014/main" xmlns="" xmlns:a14="http://schemas.microsoft.com/office/drawing/2010/main" id="{FF5B8673-7BA1-4EA7-991A-5F4DCD3054D0}"/>
                  </a:ext>
                </a:extLst>
              </p:cNvPr>
              <p:cNvSpPr>
                <a:spLocks noGrp="1" noRot="1" noChangeAspect="1" noMove="1" noResize="1" noEditPoints="1" noAdjustHandles="1" noChangeArrowheads="1" noChangeShapeType="1" noTextEdit="1"/>
              </p:cNvSpPr>
              <p:nvPr>
                <p:ph type="body" sz="quarter" idx="16"/>
              </p:nvPr>
            </p:nvSpPr>
            <p:spPr>
              <a:blipFill rotWithShape="0">
                <a:blip r:embed="rId2"/>
                <a:stretch>
                  <a:fillRect t="-1653" b="-7438"/>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9677FDF1-46E9-47E1-A974-B878D8645D19}"/>
              </a:ext>
            </a:extLst>
          </p:cNvPr>
          <p:cNvGrpSpPr/>
          <p:nvPr/>
        </p:nvGrpSpPr>
        <p:grpSpPr>
          <a:xfrm>
            <a:off x="26704" y="1462475"/>
            <a:ext cx="8044476" cy="3103418"/>
            <a:chOff x="-12804" y="1537545"/>
            <a:chExt cx="8044476" cy="3103418"/>
          </a:xfrm>
        </p:grpSpPr>
        <p:sp>
          <p:nvSpPr>
            <p:cNvPr id="21" name="Title 1">
              <a:extLst>
                <a:ext uri="{FF2B5EF4-FFF2-40B4-BE49-F238E27FC236}">
                  <a16:creationId xmlns:a16="http://schemas.microsoft.com/office/drawing/2014/main" id="{CA4DBECA-252D-4599-A864-6399BFFEB65B}"/>
                </a:ext>
              </a:extLst>
            </p:cNvPr>
            <p:cNvSpPr txBox="1">
              <a:spLocks/>
            </p:cNvSpPr>
            <p:nvPr/>
          </p:nvSpPr>
          <p:spPr>
            <a:xfrm>
              <a:off x="-12804" y="2160999"/>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sp>
          <p:nvSpPr>
            <p:cNvPr id="22" name="Hexagon 21">
              <a:extLst>
                <a:ext uri="{FF2B5EF4-FFF2-40B4-BE49-F238E27FC236}">
                  <a16:creationId xmlns:a16="http://schemas.microsoft.com/office/drawing/2014/main" id="{FB21F4C4-30D4-4011-8510-CF20FEFC370B}"/>
                </a:ext>
              </a:extLst>
            </p:cNvPr>
            <p:cNvSpPr/>
            <p:nvPr/>
          </p:nvSpPr>
          <p:spPr>
            <a:xfrm rot="5400000">
              <a:off x="2457725" y="1742096"/>
              <a:ext cx="3103418" cy="2694316"/>
            </a:xfrm>
            <a:prstGeom prst="hexagon">
              <a:avLst/>
            </a:prstGeom>
            <a:noFill/>
            <a:ln w="571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4400" b="1" dirty="0">
                  <a:solidFill>
                    <a:srgbClr val="0690DF"/>
                  </a:solidFill>
                </a:rPr>
                <a:t>THANK YOU</a:t>
              </a:r>
            </a:p>
          </p:txBody>
        </p:sp>
        <p:sp>
          <p:nvSpPr>
            <p:cNvPr id="23" name="Title 1">
              <a:extLst>
                <a:ext uri="{FF2B5EF4-FFF2-40B4-BE49-F238E27FC236}">
                  <a16:creationId xmlns:a16="http://schemas.microsoft.com/office/drawing/2014/main" id="{96D0D2A0-7D7D-452B-9ADA-174886259D92}"/>
                </a:ext>
              </a:extLst>
            </p:cNvPr>
            <p:cNvSpPr txBox="1">
              <a:spLocks/>
            </p:cNvSpPr>
            <p:nvPr/>
          </p:nvSpPr>
          <p:spPr>
            <a:xfrm rot="10800000">
              <a:off x="5437112" y="2160998"/>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grpSp>
      <p:pic>
        <p:nvPicPr>
          <p:cNvPr id="5" name="Picture Placeholder 4"/>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481697332"/>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45387</TotalTime>
  <Words>6990</Words>
  <Application>Microsoft Office PowerPoint</Application>
  <PresentationFormat>Widescreen</PresentationFormat>
  <Paragraphs>1323</Paragraphs>
  <Slides>131</Slides>
  <Notes>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131</vt:i4>
      </vt:variant>
    </vt:vector>
  </HeadingPairs>
  <TitlesOfParts>
    <vt:vector size="142" baseType="lpstr">
      <vt:lpstr>Roboto Condensed</vt:lpstr>
      <vt:lpstr>Calibri Light</vt:lpstr>
      <vt:lpstr>Calibri</vt:lpstr>
      <vt:lpstr>Roboto Condensed Light</vt:lpstr>
      <vt:lpstr>Cambria Math</vt:lpstr>
      <vt:lpstr>Wingdings 3</vt:lpstr>
      <vt:lpstr>Arial</vt:lpstr>
      <vt:lpstr>Wingdings</vt:lpstr>
      <vt:lpstr>Office Theme</vt:lpstr>
      <vt:lpstr>1_Custom Design</vt:lpstr>
      <vt:lpstr>Custom Design</vt:lpstr>
      <vt:lpstr>Unit – 3 Domination &amp; Matching in Graphs </vt:lpstr>
      <vt:lpstr>PowerPoint Presentation</vt:lpstr>
      <vt:lpstr>Brief Introduction </vt:lpstr>
      <vt:lpstr>Brief Introduction of Unit</vt:lpstr>
      <vt:lpstr>Real-Life Problem : Wi-Fi Router Placement </vt:lpstr>
      <vt:lpstr>Real-Life Problem : Wi-Fi Router Placement </vt:lpstr>
      <vt:lpstr>Real-Life Problem : Intern–Task Assignment</vt:lpstr>
      <vt:lpstr>Real-Life Problem : Intern–Task Assignment</vt:lpstr>
      <vt:lpstr>Method – 1 Introduction to Domination</vt:lpstr>
      <vt:lpstr>Important Terms</vt:lpstr>
      <vt:lpstr>Important Terms</vt:lpstr>
      <vt:lpstr>Important Terms</vt:lpstr>
      <vt:lpstr>Dominating Set </vt:lpstr>
      <vt:lpstr>Dominating Set </vt:lpstr>
      <vt:lpstr>Examples of Method-1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 – 2 Domination Number and Total Domination</vt:lpstr>
      <vt:lpstr>Domination number </vt:lpstr>
      <vt:lpstr>Example: Domination number </vt:lpstr>
      <vt:lpstr>Find the domination number of below graph </vt:lpstr>
      <vt:lpstr>Finding a Dominating Set</vt:lpstr>
      <vt:lpstr>Can Two Vertices Dominate the Graph?</vt:lpstr>
      <vt:lpstr>Remarks</vt:lpstr>
      <vt:lpstr>Total Domination </vt:lpstr>
      <vt:lpstr>Domination vs. Total Domination  </vt:lpstr>
      <vt:lpstr>Total Domination Number </vt:lpstr>
      <vt:lpstr>Find the Total Domination Number </vt:lpstr>
      <vt:lpstr>Find the Total Domination Number </vt:lpstr>
      <vt:lpstr>Remarks</vt:lpstr>
      <vt:lpstr>Remarks</vt:lpstr>
      <vt:lpstr>Examples of Method-2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 – 3 Matching, Maximal Matching and Maximum Matching</vt:lpstr>
      <vt:lpstr>Matching</vt:lpstr>
      <vt:lpstr>Matching</vt:lpstr>
      <vt:lpstr>Maximal Matching</vt:lpstr>
      <vt:lpstr>Maximal Matching</vt:lpstr>
      <vt:lpstr>Maximal Matching</vt:lpstr>
      <vt:lpstr>Remarks </vt:lpstr>
      <vt:lpstr>Find the matching number of K_3?</vt:lpstr>
      <vt:lpstr>Find Matching Number of following graph.</vt:lpstr>
      <vt:lpstr>Find Matching Number of following graph.</vt:lpstr>
      <vt:lpstr>Find Matching Number of following graph.</vt:lpstr>
      <vt:lpstr>Examples of Method-3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Method-4 Perfect Matching and Hall’s Theorem (without proof)</vt:lpstr>
      <vt:lpstr>Perfect Matching</vt:lpstr>
      <vt:lpstr>Perfect Matching</vt:lpstr>
      <vt:lpstr>Is Perfect matching possible for graph with odd order?</vt:lpstr>
      <vt:lpstr>Is Perfect matching possible for all graph with even order?</vt:lpstr>
      <vt:lpstr>Remarks </vt:lpstr>
      <vt:lpstr>Real-Life Situation</vt:lpstr>
      <vt:lpstr>Real-Life Situation</vt:lpstr>
      <vt:lpstr>This situation can be modeled by a graph</vt:lpstr>
      <vt:lpstr>Model and Solve problem using graph theory </vt:lpstr>
      <vt:lpstr>Model Student Preferences using graph theory </vt:lpstr>
      <vt:lpstr>Model and Solve following real life problem using graph theory </vt:lpstr>
      <vt:lpstr>Conclusion </vt:lpstr>
      <vt:lpstr>Model and Solve problem using graph theory </vt:lpstr>
      <vt:lpstr>Model Student Preferences using graph theory </vt:lpstr>
      <vt:lpstr>Model and Solve following real life problem using graph theory </vt:lpstr>
      <vt:lpstr>Conclusion </vt:lpstr>
      <vt:lpstr>Hall’s Theorem (without proof)</vt:lpstr>
      <vt:lpstr>Illustration: Hall’s condition </vt:lpstr>
      <vt:lpstr>Hall’s Theorem Application.</vt:lpstr>
      <vt:lpstr>Hall’s Theorem Application.</vt:lpstr>
      <vt:lpstr>Hall’s Theorem Application.</vt:lpstr>
      <vt:lpstr>Hall’s Theorem Application.</vt:lpstr>
      <vt:lpstr>Hall’s Theorem Application.</vt:lpstr>
      <vt:lpstr>Hall’s Theorem Application.</vt:lpstr>
      <vt:lpstr>Hall’s Theorem Application.</vt:lpstr>
      <vt:lpstr>Examples of Method-4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Vasudev </cp:lastModifiedBy>
  <cp:revision>1054</cp:revision>
  <dcterms:created xsi:type="dcterms:W3CDTF">2020-05-01T05:09:15Z</dcterms:created>
  <dcterms:modified xsi:type="dcterms:W3CDTF">2026-08-01T08:15:24Z</dcterms:modified>
</cp:coreProperties>
</file>